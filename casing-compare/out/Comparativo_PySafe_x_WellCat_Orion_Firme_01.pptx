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B2B36"/>
                </a:solidFill>
              </a:rPr>
              <a:t>Cobertura térmica (MD, m) · claro = WellCat estimado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Topo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22" · SCORE-PySafe</c:v>
                </c:pt>
                <c:pt idx="1">
                  <c:v>22" · WellCat</c:v>
                </c:pt>
                <c:pt idx="2">
                  <c:v>14" · SCORE-PySafe</c:v>
                </c:pt>
                <c:pt idx="3">
                  <c:v>14" · WellCat</c:v>
                </c:pt>
                <c:pt idx="4">
                  <c:v>Liner 10 3/4" · SCORE-PySafe</c:v>
                </c:pt>
                <c:pt idx="5">
                  <c:v>Liner 10 3/4" · WellCat</c:v>
                </c:pt>
                <c:pt idx="6">
                  <c:v>COP/COI · SCORE-PySafe</c:v>
                </c:pt>
                <c:pt idx="7">
                  <c:v>COP/COI · WellCat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1785.0</c:v>
                </c:pt>
                <c:pt idx="1">
                  <c:v>1785.0</c:v>
                </c:pt>
                <c:pt idx="2">
                  <c:v>1785.0</c:v>
                </c:pt>
                <c:pt idx="3">
                  <c:v>1785.0</c:v>
                </c:pt>
                <c:pt idx="4">
                  <c:v>6050.0</c:v>
                </c:pt>
                <c:pt idx="5">
                  <c:v>6050.0</c:v>
                </c:pt>
                <c:pt idx="6">
                  <c:v>1785.0</c:v>
                </c:pt>
                <c:pt idx="7">
                  <c:v>1785.0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Estimado acima</c:v>
                </c:pt>
              </c:strCache>
            </c:strRef>
          </c:tx>
          <c:spPr>
            <a:solidFill>
              <a:srgbClr val="F2B880"/>
            </a:solidFill>
          </c:spPr>
          <c:cat>
            <c:strRef>
              <c:f>Sheet1!$A$2:$A$9</c:f>
              <c:strCache>
                <c:ptCount val="8"/>
                <c:pt idx="0">
                  <c:v>22" · SCORE-PySafe</c:v>
                </c:pt>
                <c:pt idx="1">
                  <c:v>22" · WellCat</c:v>
                </c:pt>
                <c:pt idx="2">
                  <c:v>14" · SCORE-PySafe</c:v>
                </c:pt>
                <c:pt idx="3">
                  <c:v>14" · WellCat</c:v>
                </c:pt>
                <c:pt idx="4">
                  <c:v>Liner 10 3/4" · SCORE-PySafe</c:v>
                </c:pt>
                <c:pt idx="5">
                  <c:v>Liner 10 3/4" · WellCat</c:v>
                </c:pt>
                <c:pt idx="6">
                  <c:v>COP/COI · SCORE-PySafe</c:v>
                </c:pt>
                <c:pt idx="7">
                  <c:v>COP/COI · WellCat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28.770000000000437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Medido</c:v>
                </c:pt>
              </c:strCache>
            </c:strRef>
          </c:tx>
          <c:dPt>
            <c:idx val="0"/>
            <c:spPr>
              <a:solidFill>
                <a:srgbClr val="0F7C8C"/>
              </a:solidFill>
            </c:spPr>
          </c:dPt>
          <c:dPt>
            <c:idx val="1"/>
            <c:spPr>
              <a:solidFill>
                <a:srgbClr val="D9822B"/>
              </a:solidFill>
            </c:spPr>
          </c:dPt>
          <c:dPt>
            <c:idx val="2"/>
            <c:spPr>
              <a:solidFill>
                <a:srgbClr val="0F7C8C"/>
              </a:solidFill>
            </c:spPr>
          </c:dPt>
          <c:dPt>
            <c:idx val="3"/>
            <c:spPr>
              <a:solidFill>
                <a:srgbClr val="D9822B"/>
              </a:solidFill>
            </c:spPr>
          </c:dPt>
          <c:dPt>
            <c:idx val="4"/>
            <c:spPr>
              <a:solidFill>
                <a:srgbClr val="0F7C8C"/>
              </a:solidFill>
            </c:spPr>
          </c:dPt>
          <c:dPt>
            <c:idx val="5"/>
            <c:spPr>
              <a:solidFill>
                <a:srgbClr val="D9822B"/>
              </a:solidFill>
            </c:spPr>
          </c:dPt>
          <c:dPt>
            <c:idx val="6"/>
            <c:spPr>
              <a:solidFill>
                <a:srgbClr val="0F7C8C"/>
              </a:solidFill>
            </c:spPr>
          </c:dPt>
          <c:dPt>
            <c:idx val="7"/>
            <c:spPr>
              <a:solidFill>
                <a:srgbClr val="D9822B"/>
              </a:solidFill>
            </c:spPr>
          </c:dPt>
          <c:cat>
            <c:strRef>
              <c:f>Sheet1!$A$2:$A$9</c:f>
              <c:strCache>
                <c:ptCount val="8"/>
                <c:pt idx="0">
                  <c:v>22" · SCORE-PySafe</c:v>
                </c:pt>
                <c:pt idx="1">
                  <c:v>22" · WellCat</c:v>
                </c:pt>
                <c:pt idx="2">
                  <c:v>14" · SCORE-PySafe</c:v>
                </c:pt>
                <c:pt idx="3">
                  <c:v>14" · WellCat</c:v>
                </c:pt>
                <c:pt idx="4">
                  <c:v>Liner 10 3/4" · SCORE-PySafe</c:v>
                </c:pt>
                <c:pt idx="5">
                  <c:v>Liner 10 3/4" · WellCat</c:v>
                </c:pt>
                <c:pt idx="6">
                  <c:v>COP/COI · SCORE-PySafe</c:v>
                </c:pt>
                <c:pt idx="7">
                  <c:v>COP/COI · WellCat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1639.9</c:v>
                </c:pt>
                <c:pt idx="1">
                  <c:v>1640.0</c:v>
                </c:pt>
                <c:pt idx="2">
                  <c:v>4364.9</c:v>
                </c:pt>
                <c:pt idx="3">
                  <c:v>709.27</c:v>
                </c:pt>
                <c:pt idx="4">
                  <c:v>682.0</c:v>
                </c:pt>
                <c:pt idx="5">
                  <c:v>653.2299999999996</c:v>
                </c:pt>
                <c:pt idx="6">
                  <c:v>4531.9</c:v>
                </c:pt>
                <c:pt idx="7">
                  <c:v>574.3400000000001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Estimado abaixo</c:v>
                </c:pt>
              </c:strCache>
            </c:strRef>
          </c:tx>
          <c:spPr>
            <a:solidFill>
              <a:srgbClr val="F2B880"/>
            </a:solidFill>
          </c:spPr>
          <c:cat>
            <c:strRef>
              <c:f>Sheet1!$A$2:$A$9</c:f>
              <c:strCache>
                <c:ptCount val="8"/>
                <c:pt idx="0">
                  <c:v>22" · SCORE-PySafe</c:v>
                </c:pt>
                <c:pt idx="1">
                  <c:v>22" · WellCat</c:v>
                </c:pt>
                <c:pt idx="2">
                  <c:v>14" · SCORE-PySafe</c:v>
                </c:pt>
                <c:pt idx="3">
                  <c:v>14" · WellCat</c:v>
                </c:pt>
                <c:pt idx="4">
                  <c:v>Liner 10 3/4" · SCORE-PySafe</c:v>
                </c:pt>
                <c:pt idx="5">
                  <c:v>Liner 10 3/4" · WellCat</c:v>
                </c:pt>
                <c:pt idx="6">
                  <c:v>COP/COI · SCORE-PySafe</c:v>
                </c:pt>
                <c:pt idx="7">
                  <c:v>COP/COI · WellCat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3655.6299999999997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3957.5599999999995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1B2B3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000.0"/>
          <c:min val="1500.0"/>
        </c:scaling>
        <c:delete val="0"/>
        <c:axPos val="b"/>
        <c:majorGridlines>
          <c:spPr>
            <a:ln>
              <a:solidFill>
                <a:srgbClr val="DDE3E8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B2B36"/>
                </a:solidFill>
                <a:latin typeface="Calibri"/>
              </a:rPr>
              <a:t>SCORE-PySafe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22"</c:v>
                </c:pt>
              </c:strCache>
            </c:strRef>
          </c:tx>
          <c:spPr>
            <a:ln w="25400">
              <a:solidFill>
                <a:srgbClr val="34495E"/>
              </a:solidFill>
            </a:ln>
          </c:spPr>
          <c:marker>
            <c:symbol val="circle"/>
            <c:size val="4"/>
            <c:spPr>
              <a:solidFill>
                <a:srgbClr val="34495E"/>
              </a:solidFill>
              <a:ln>
                <a:solidFill>
                  <a:srgbClr val="34495E"/>
                </a:solidFill>
              </a:ln>
            </c:spPr>
          </c:marker>
          <c:xVal>
            <c:numRef>
              <c:f>Sheet1!$A$2:$A$112</c:f>
              <c:numCache>
                <c:formatCode>General</c:formatCode>
                <c:ptCount val="111"/>
                <c:pt idx="0">
                  <c:v>86.34</c:v>
                </c:pt>
                <c:pt idx="1">
                  <c:v>86.44</c:v>
                </c:pt>
                <c:pt idx="2">
                  <c:v>86.53</c:v>
                </c:pt>
                <c:pt idx="3">
                  <c:v>86.53</c:v>
                </c:pt>
                <c:pt idx="4">
                  <c:v>86.53</c:v>
                </c:pt>
                <c:pt idx="5">
                  <c:v>86.83</c:v>
                </c:pt>
                <c:pt idx="6">
                  <c:v>87.12</c:v>
                </c:pt>
                <c:pt idx="7">
                  <c:v>87.09</c:v>
                </c:pt>
                <c:pt idx="8">
                  <c:v>87.05</c:v>
                </c:pt>
                <c:pt idx="9">
                  <c:v>87.75</c:v>
                </c:pt>
                <c:pt idx="10">
                  <c:v>88.44</c:v>
                </c:pt>
                <c:pt idx="11">
                  <c:v>89.12</c:v>
                </c:pt>
                <c:pt idx="12">
                  <c:v>89.79</c:v>
                </c:pt>
                <c:pt idx="13">
                  <c:v>89.84</c:v>
                </c:pt>
                <c:pt idx="14">
                  <c:v>90.43</c:v>
                </c:pt>
                <c:pt idx="15">
                  <c:v>91.06</c:v>
                </c:pt>
                <c:pt idx="16">
                  <c:v>91.52</c:v>
                </c:pt>
                <c:pt idx="17">
                  <c:v>91.67</c:v>
                </c:pt>
                <c:pt idx="18">
                  <c:v>92.28</c:v>
                </c:pt>
                <c:pt idx="19">
                  <c:v>92.28</c:v>
                </c:pt>
                <c:pt idx="20">
                  <c:v>92.92</c:v>
                </c:pt>
                <c:pt idx="21">
                  <c:v>93.55</c:v>
                </c:pt>
                <c:pt idx="22">
                  <c:v>93.52</c:v>
                </c:pt>
                <c:pt idx="23">
                  <c:v>93.37</c:v>
                </c:pt>
                <c:pt idx="24">
                  <c:v>93.3</c:v>
                </c:pt>
                <c:pt idx="25">
                  <c:v>93.16</c:v>
                </c:pt>
                <c:pt idx="26">
                  <c:v>93.51</c:v>
                </c:pt>
                <c:pt idx="27">
                  <c:v>93.86</c:v>
                </c:pt>
                <c:pt idx="28">
                  <c:v>94.57</c:v>
                </c:pt>
                <c:pt idx="29">
                  <c:v>94.57</c:v>
                </c:pt>
                <c:pt idx="30">
                  <c:v>94.57</c:v>
                </c:pt>
                <c:pt idx="31">
                  <c:v>95.13</c:v>
                </c:pt>
                <c:pt idx="32">
                  <c:v>95.69</c:v>
                </c:pt>
                <c:pt idx="33">
                  <c:v>95.69</c:v>
                </c:pt>
                <c:pt idx="34">
                  <c:v>95.69</c:v>
                </c:pt>
                <c:pt idx="35">
                  <c:v>96.11</c:v>
                </c:pt>
                <c:pt idx="36">
                  <c:v>96.52</c:v>
                </c:pt>
                <c:pt idx="37">
                  <c:v>96.52</c:v>
                </c:pt>
                <c:pt idx="38">
                  <c:v>96.52</c:v>
                </c:pt>
                <c:pt idx="39">
                  <c:v>96.52</c:v>
                </c:pt>
                <c:pt idx="40">
                  <c:v>96.52</c:v>
                </c:pt>
                <c:pt idx="41">
                  <c:v>96.52</c:v>
                </c:pt>
                <c:pt idx="42">
                  <c:v>96.52</c:v>
                </c:pt>
                <c:pt idx="43">
                  <c:v>96.52</c:v>
                </c:pt>
                <c:pt idx="44">
                  <c:v>96.52</c:v>
                </c:pt>
                <c:pt idx="45">
                  <c:v>96.52</c:v>
                </c:pt>
                <c:pt idx="46">
                  <c:v>96.52</c:v>
                </c:pt>
                <c:pt idx="47">
                  <c:v>96.52</c:v>
                </c:pt>
                <c:pt idx="48">
                  <c:v>96.52</c:v>
                </c:pt>
                <c:pt idx="49">
                  <c:v>96.52</c:v>
                </c:pt>
                <c:pt idx="50">
                  <c:v>96.52</c:v>
                </c:pt>
                <c:pt idx="51">
                  <c:v>96.52</c:v>
                </c:pt>
                <c:pt idx="52">
                  <c:v>96.52</c:v>
                </c:pt>
                <c:pt idx="53">
                  <c:v>96.52</c:v>
                </c:pt>
                <c:pt idx="54">
                  <c:v>96.52</c:v>
                </c:pt>
                <c:pt idx="55">
                  <c:v>96.52</c:v>
                </c:pt>
                <c:pt idx="56">
                  <c:v>96.52</c:v>
                </c:pt>
                <c:pt idx="57">
                  <c:v>96.52</c:v>
                </c:pt>
                <c:pt idx="58">
                  <c:v>96.52</c:v>
                </c:pt>
                <c:pt idx="59">
                  <c:v>96.52</c:v>
                </c:pt>
                <c:pt idx="60">
                  <c:v>96.52</c:v>
                </c:pt>
                <c:pt idx="61">
                  <c:v>96.52</c:v>
                </c:pt>
                <c:pt idx="62">
                  <c:v>96.52</c:v>
                </c:pt>
                <c:pt idx="63">
                  <c:v>96.52</c:v>
                </c:pt>
                <c:pt idx="64">
                  <c:v>96.52</c:v>
                </c:pt>
                <c:pt idx="65">
                  <c:v>96.52</c:v>
                </c:pt>
                <c:pt idx="66">
                  <c:v>96.52</c:v>
                </c:pt>
                <c:pt idx="67">
                  <c:v>96.52</c:v>
                </c:pt>
                <c:pt idx="68">
                  <c:v>96.52</c:v>
                </c:pt>
                <c:pt idx="69">
                  <c:v>96.52</c:v>
                </c:pt>
                <c:pt idx="70">
                  <c:v>96.52</c:v>
                </c:pt>
                <c:pt idx="71">
                  <c:v>96.52</c:v>
                </c:pt>
                <c:pt idx="72">
                  <c:v>96.52</c:v>
                </c:pt>
                <c:pt idx="73">
                  <c:v>96.52</c:v>
                </c:pt>
                <c:pt idx="74">
                  <c:v>96.52</c:v>
                </c:pt>
                <c:pt idx="75">
                  <c:v>96.52</c:v>
                </c:pt>
                <c:pt idx="76">
                  <c:v>96.52</c:v>
                </c:pt>
                <c:pt idx="77">
                  <c:v>96.52</c:v>
                </c:pt>
                <c:pt idx="78">
                  <c:v>96.52</c:v>
                </c:pt>
                <c:pt idx="79">
                  <c:v>96.52</c:v>
                </c:pt>
                <c:pt idx="80">
                  <c:v>96.52</c:v>
                </c:pt>
                <c:pt idx="81">
                  <c:v>96.52</c:v>
                </c:pt>
                <c:pt idx="82">
                  <c:v>96.52</c:v>
                </c:pt>
                <c:pt idx="83">
                  <c:v>96.52</c:v>
                </c:pt>
                <c:pt idx="84">
                  <c:v>96.52</c:v>
                </c:pt>
                <c:pt idx="85">
                  <c:v>96.52</c:v>
                </c:pt>
                <c:pt idx="86">
                  <c:v>96.52</c:v>
                </c:pt>
                <c:pt idx="87">
                  <c:v>96.52</c:v>
                </c:pt>
                <c:pt idx="88">
                  <c:v>96.52</c:v>
                </c:pt>
                <c:pt idx="89">
                  <c:v>96.52</c:v>
                </c:pt>
                <c:pt idx="90">
                  <c:v>96.52</c:v>
                </c:pt>
                <c:pt idx="91">
                  <c:v>96.52</c:v>
                </c:pt>
                <c:pt idx="92">
                  <c:v>96.52</c:v>
                </c:pt>
                <c:pt idx="93">
                  <c:v>96.52</c:v>
                </c:pt>
                <c:pt idx="94">
                  <c:v>96.52</c:v>
                </c:pt>
                <c:pt idx="95">
                  <c:v>96.52</c:v>
                </c:pt>
                <c:pt idx="96">
                  <c:v>96.52</c:v>
                </c:pt>
                <c:pt idx="97">
                  <c:v>96.52</c:v>
                </c:pt>
                <c:pt idx="98">
                  <c:v>96.52</c:v>
                </c:pt>
                <c:pt idx="99">
                  <c:v>96.52</c:v>
                </c:pt>
                <c:pt idx="100">
                  <c:v>96.52</c:v>
                </c:pt>
                <c:pt idx="101">
                  <c:v>96.52</c:v>
                </c:pt>
                <c:pt idx="102">
                  <c:v>96.52</c:v>
                </c:pt>
                <c:pt idx="103">
                  <c:v>96.52</c:v>
                </c:pt>
                <c:pt idx="104">
                  <c:v>96.52</c:v>
                </c:pt>
                <c:pt idx="105">
                  <c:v>96.52</c:v>
                </c:pt>
                <c:pt idx="106">
                  <c:v>96.52</c:v>
                </c:pt>
                <c:pt idx="107">
                  <c:v>96.52</c:v>
                </c:pt>
                <c:pt idx="108">
                  <c:v>96.52</c:v>
                </c:pt>
                <c:pt idx="109">
                  <c:v>96.52</c:v>
                </c:pt>
                <c:pt idx="110">
                  <c:v>96.52</c:v>
                </c:pt>
              </c:numCache>
            </c:numRef>
          </c:xVal>
          <c:yVal>
            <c:numRef>
              <c:f>Sheet1!$B$2:$B$112</c:f>
              <c:numCache>
                <c:formatCode>General</c:formatCode>
                <c:ptCount val="111"/>
                <c:pt idx="0">
                  <c:v>1785.0</c:v>
                </c:pt>
                <c:pt idx="1">
                  <c:v>1796.95</c:v>
                </c:pt>
                <c:pt idx="2">
                  <c:v>1808.9</c:v>
                </c:pt>
                <c:pt idx="3">
                  <c:v>1809.0</c:v>
                </c:pt>
                <c:pt idx="4">
                  <c:v>1809.1</c:v>
                </c:pt>
                <c:pt idx="5">
                  <c:v>1847.0</c:v>
                </c:pt>
                <c:pt idx="6">
                  <c:v>1884.9</c:v>
                </c:pt>
                <c:pt idx="7">
                  <c:v>1885.0</c:v>
                </c:pt>
                <c:pt idx="8">
                  <c:v>1885.1</c:v>
                </c:pt>
                <c:pt idx="9">
                  <c:v>1975.09</c:v>
                </c:pt>
                <c:pt idx="10">
                  <c:v>2065.07</c:v>
                </c:pt>
                <c:pt idx="11">
                  <c:v>2155.06</c:v>
                </c:pt>
                <c:pt idx="12">
                  <c:v>2245.04</c:v>
                </c:pt>
                <c:pt idx="13">
                  <c:v>2252.0</c:v>
                </c:pt>
                <c:pt idx="14">
                  <c:v>2335.03</c:v>
                </c:pt>
                <c:pt idx="15">
                  <c:v>2425.01</c:v>
                </c:pt>
                <c:pt idx="16">
                  <c:v>2493.0</c:v>
                </c:pt>
                <c:pt idx="17">
                  <c:v>2515.0</c:v>
                </c:pt>
                <c:pt idx="18">
                  <c:v>2604.99</c:v>
                </c:pt>
                <c:pt idx="19">
                  <c:v>2606.0</c:v>
                </c:pt>
                <c:pt idx="20">
                  <c:v>2694.97</c:v>
                </c:pt>
                <c:pt idx="21">
                  <c:v>2784.96</c:v>
                </c:pt>
                <c:pt idx="22">
                  <c:v>2800.0</c:v>
                </c:pt>
                <c:pt idx="23">
                  <c:v>2874.94</c:v>
                </c:pt>
                <c:pt idx="24">
                  <c:v>2904.0</c:v>
                </c:pt>
                <c:pt idx="25">
                  <c:v>2964.93</c:v>
                </c:pt>
                <c:pt idx="26">
                  <c:v>3009.0</c:v>
                </c:pt>
                <c:pt idx="27">
                  <c:v>3054.91</c:v>
                </c:pt>
                <c:pt idx="28">
                  <c:v>3144.9</c:v>
                </c:pt>
                <c:pt idx="29">
                  <c:v>3145.0</c:v>
                </c:pt>
                <c:pt idx="30">
                  <c:v>3145.1</c:v>
                </c:pt>
                <c:pt idx="31">
                  <c:v>3225.0</c:v>
                </c:pt>
                <c:pt idx="32">
                  <c:v>3304.9</c:v>
                </c:pt>
                <c:pt idx="33">
                  <c:v>3305.0</c:v>
                </c:pt>
                <c:pt idx="34">
                  <c:v>3305.1</c:v>
                </c:pt>
                <c:pt idx="35">
                  <c:v>3365.0</c:v>
                </c:pt>
                <c:pt idx="36">
                  <c:v>3424.9</c:v>
                </c:pt>
                <c:pt idx="37">
                  <c:v>3424.9</c:v>
                </c:pt>
                <c:pt idx="38">
                  <c:v>3424.9</c:v>
                </c:pt>
                <c:pt idx="39">
                  <c:v>3424.9</c:v>
                </c:pt>
                <c:pt idx="40">
                  <c:v>3424.9</c:v>
                </c:pt>
                <c:pt idx="41">
                  <c:v>3424.9</c:v>
                </c:pt>
                <c:pt idx="42">
                  <c:v>3424.9</c:v>
                </c:pt>
                <c:pt idx="43">
                  <c:v>3424.9</c:v>
                </c:pt>
                <c:pt idx="44">
                  <c:v>3424.9</c:v>
                </c:pt>
                <c:pt idx="45">
                  <c:v>3424.9</c:v>
                </c:pt>
                <c:pt idx="46">
                  <c:v>3424.9</c:v>
                </c:pt>
                <c:pt idx="47">
                  <c:v>3424.9</c:v>
                </c:pt>
                <c:pt idx="48">
                  <c:v>3424.9</c:v>
                </c:pt>
                <c:pt idx="49">
                  <c:v>3424.9</c:v>
                </c:pt>
                <c:pt idx="50">
                  <c:v>3424.9</c:v>
                </c:pt>
                <c:pt idx="51">
                  <c:v>3424.9</c:v>
                </c:pt>
                <c:pt idx="52">
                  <c:v>3424.9</c:v>
                </c:pt>
                <c:pt idx="53">
                  <c:v>3424.9</c:v>
                </c:pt>
                <c:pt idx="54">
                  <c:v>3424.9</c:v>
                </c:pt>
                <c:pt idx="55">
                  <c:v>3424.9</c:v>
                </c:pt>
                <c:pt idx="56">
                  <c:v>3424.9</c:v>
                </c:pt>
                <c:pt idx="57">
                  <c:v>3424.9</c:v>
                </c:pt>
                <c:pt idx="58">
                  <c:v>3424.9</c:v>
                </c:pt>
                <c:pt idx="59">
                  <c:v>3424.9</c:v>
                </c:pt>
                <c:pt idx="60">
                  <c:v>3424.9</c:v>
                </c:pt>
                <c:pt idx="61">
                  <c:v>3424.9</c:v>
                </c:pt>
                <c:pt idx="62">
                  <c:v>3424.9</c:v>
                </c:pt>
                <c:pt idx="63">
                  <c:v>3424.9</c:v>
                </c:pt>
                <c:pt idx="64">
                  <c:v>3424.9</c:v>
                </c:pt>
                <c:pt idx="65">
                  <c:v>3424.9</c:v>
                </c:pt>
                <c:pt idx="66">
                  <c:v>3424.9</c:v>
                </c:pt>
                <c:pt idx="67">
                  <c:v>3424.9</c:v>
                </c:pt>
                <c:pt idx="68">
                  <c:v>3424.9</c:v>
                </c:pt>
                <c:pt idx="69">
                  <c:v>3424.9</c:v>
                </c:pt>
                <c:pt idx="70">
                  <c:v>3424.9</c:v>
                </c:pt>
                <c:pt idx="71">
                  <c:v>3424.9</c:v>
                </c:pt>
                <c:pt idx="72">
                  <c:v>3424.9</c:v>
                </c:pt>
                <c:pt idx="73">
                  <c:v>3424.9</c:v>
                </c:pt>
                <c:pt idx="74">
                  <c:v>3424.9</c:v>
                </c:pt>
                <c:pt idx="75">
                  <c:v>3424.9</c:v>
                </c:pt>
                <c:pt idx="76">
                  <c:v>3424.9</c:v>
                </c:pt>
                <c:pt idx="77">
                  <c:v>3424.9</c:v>
                </c:pt>
                <c:pt idx="78">
                  <c:v>3424.9</c:v>
                </c:pt>
                <c:pt idx="79">
                  <c:v>3424.9</c:v>
                </c:pt>
                <c:pt idx="80">
                  <c:v>3424.9</c:v>
                </c:pt>
                <c:pt idx="81">
                  <c:v>3424.9</c:v>
                </c:pt>
                <c:pt idx="82">
                  <c:v>3424.9</c:v>
                </c:pt>
                <c:pt idx="83">
                  <c:v>3424.9</c:v>
                </c:pt>
                <c:pt idx="84">
                  <c:v>3424.9</c:v>
                </c:pt>
                <c:pt idx="85">
                  <c:v>3424.9</c:v>
                </c:pt>
                <c:pt idx="86">
                  <c:v>3424.9</c:v>
                </c:pt>
                <c:pt idx="87">
                  <c:v>3424.9</c:v>
                </c:pt>
                <c:pt idx="88">
                  <c:v>3424.9</c:v>
                </c:pt>
                <c:pt idx="89">
                  <c:v>3424.9</c:v>
                </c:pt>
                <c:pt idx="90">
                  <c:v>3424.9</c:v>
                </c:pt>
                <c:pt idx="91">
                  <c:v>3424.9</c:v>
                </c:pt>
                <c:pt idx="92">
                  <c:v>3424.9</c:v>
                </c:pt>
                <c:pt idx="93">
                  <c:v>3424.9</c:v>
                </c:pt>
                <c:pt idx="94">
                  <c:v>3424.9</c:v>
                </c:pt>
                <c:pt idx="95">
                  <c:v>3424.9</c:v>
                </c:pt>
                <c:pt idx="96">
                  <c:v>3424.9</c:v>
                </c:pt>
                <c:pt idx="97">
                  <c:v>3424.9</c:v>
                </c:pt>
                <c:pt idx="98">
                  <c:v>3424.9</c:v>
                </c:pt>
                <c:pt idx="99">
                  <c:v>3424.9</c:v>
                </c:pt>
                <c:pt idx="100">
                  <c:v>3424.9</c:v>
                </c:pt>
                <c:pt idx="101">
                  <c:v>3424.9</c:v>
                </c:pt>
                <c:pt idx="102">
                  <c:v>3424.9</c:v>
                </c:pt>
                <c:pt idx="103">
                  <c:v>3424.9</c:v>
                </c:pt>
                <c:pt idx="104">
                  <c:v>3424.9</c:v>
                </c:pt>
                <c:pt idx="105">
                  <c:v>3424.9</c:v>
                </c:pt>
                <c:pt idx="106">
                  <c:v>3424.9</c:v>
                </c:pt>
                <c:pt idx="107">
                  <c:v>3424.9</c:v>
                </c:pt>
                <c:pt idx="108">
                  <c:v>3424.9</c:v>
                </c:pt>
                <c:pt idx="109">
                  <c:v>3424.9</c:v>
                </c:pt>
                <c:pt idx="110">
                  <c:v>3424.9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Sheet1!$B$114</c:f>
              <c:strCache>
                <c:ptCount val="1"/>
                <c:pt idx="0">
                  <c:v>14"</c:v>
                </c:pt>
              </c:strCache>
            </c:strRef>
          </c:tx>
          <c:spPr>
            <a:ln w="25400">
              <a:solidFill>
                <a:srgbClr val="6C5B9E"/>
              </a:solidFill>
            </a:ln>
          </c:spPr>
          <c:marker>
            <c:symbol val="none"/>
          </c:marker>
          <c:xVal>
            <c:numRef>
              <c:f>Sheet1!$A$115:$A$225</c:f>
              <c:numCache>
                <c:formatCode>General</c:formatCode>
                <c:ptCount val="111"/>
                <c:pt idx="0">
                  <c:v>87.51</c:v>
                </c:pt>
                <c:pt idx="1">
                  <c:v>87.6</c:v>
                </c:pt>
                <c:pt idx="2">
                  <c:v>87.69</c:v>
                </c:pt>
                <c:pt idx="3">
                  <c:v>87.69</c:v>
                </c:pt>
                <c:pt idx="4">
                  <c:v>87.69</c:v>
                </c:pt>
                <c:pt idx="5">
                  <c:v>87.96</c:v>
                </c:pt>
                <c:pt idx="6">
                  <c:v>88.24</c:v>
                </c:pt>
                <c:pt idx="7">
                  <c:v>88.22</c:v>
                </c:pt>
                <c:pt idx="8">
                  <c:v>88.19</c:v>
                </c:pt>
                <c:pt idx="9">
                  <c:v>88.84</c:v>
                </c:pt>
                <c:pt idx="10">
                  <c:v>89.49</c:v>
                </c:pt>
                <c:pt idx="11">
                  <c:v>90.12</c:v>
                </c:pt>
                <c:pt idx="12">
                  <c:v>90.74</c:v>
                </c:pt>
                <c:pt idx="13">
                  <c:v>90.79</c:v>
                </c:pt>
                <c:pt idx="14">
                  <c:v>91.33</c:v>
                </c:pt>
                <c:pt idx="15">
                  <c:v>91.93</c:v>
                </c:pt>
                <c:pt idx="16">
                  <c:v>92.35</c:v>
                </c:pt>
                <c:pt idx="17">
                  <c:v>92.49</c:v>
                </c:pt>
                <c:pt idx="18">
                  <c:v>93.06</c:v>
                </c:pt>
                <c:pt idx="19">
                  <c:v>93.06</c:v>
                </c:pt>
                <c:pt idx="20">
                  <c:v>93.63</c:v>
                </c:pt>
                <c:pt idx="21">
                  <c:v>94.2</c:v>
                </c:pt>
                <c:pt idx="22">
                  <c:v>94.22</c:v>
                </c:pt>
                <c:pt idx="23">
                  <c:v>94.32</c:v>
                </c:pt>
                <c:pt idx="24">
                  <c:v>94.36</c:v>
                </c:pt>
                <c:pt idx="25">
                  <c:v>94.43</c:v>
                </c:pt>
                <c:pt idx="26">
                  <c:v>94.75</c:v>
                </c:pt>
                <c:pt idx="27">
                  <c:v>95.09</c:v>
                </c:pt>
                <c:pt idx="28">
                  <c:v>95.75</c:v>
                </c:pt>
                <c:pt idx="29">
                  <c:v>95.75</c:v>
                </c:pt>
                <c:pt idx="30">
                  <c:v>95.75</c:v>
                </c:pt>
                <c:pt idx="31">
                  <c:v>96.29</c:v>
                </c:pt>
                <c:pt idx="32">
                  <c:v>96.83</c:v>
                </c:pt>
                <c:pt idx="33">
                  <c:v>96.83</c:v>
                </c:pt>
                <c:pt idx="34">
                  <c:v>96.83</c:v>
                </c:pt>
                <c:pt idx="35">
                  <c:v>97.23</c:v>
                </c:pt>
                <c:pt idx="36">
                  <c:v>97.63</c:v>
                </c:pt>
                <c:pt idx="37">
                  <c:v>97.55</c:v>
                </c:pt>
                <c:pt idx="38">
                  <c:v>97.46</c:v>
                </c:pt>
                <c:pt idx="39">
                  <c:v>98.13</c:v>
                </c:pt>
                <c:pt idx="40">
                  <c:v>98.79</c:v>
                </c:pt>
                <c:pt idx="41">
                  <c:v>99.46</c:v>
                </c:pt>
                <c:pt idx="42">
                  <c:v>100.13</c:v>
                </c:pt>
                <c:pt idx="43">
                  <c:v>100.74</c:v>
                </c:pt>
                <c:pt idx="44">
                  <c:v>101.36</c:v>
                </c:pt>
                <c:pt idx="45">
                  <c:v>101.95</c:v>
                </c:pt>
                <c:pt idx="46">
                  <c:v>102.54</c:v>
                </c:pt>
                <c:pt idx="47">
                  <c:v>103.11</c:v>
                </c:pt>
                <c:pt idx="48">
                  <c:v>103.68</c:v>
                </c:pt>
                <c:pt idx="49">
                  <c:v>104.25</c:v>
                </c:pt>
                <c:pt idx="50">
                  <c:v>104.8</c:v>
                </c:pt>
                <c:pt idx="51">
                  <c:v>105.34</c:v>
                </c:pt>
                <c:pt idx="52">
                  <c:v>105.89</c:v>
                </c:pt>
                <c:pt idx="53">
                  <c:v>106.41</c:v>
                </c:pt>
                <c:pt idx="54">
                  <c:v>106.93</c:v>
                </c:pt>
                <c:pt idx="55">
                  <c:v>107.44</c:v>
                </c:pt>
                <c:pt idx="56">
                  <c:v>107.94</c:v>
                </c:pt>
                <c:pt idx="57">
                  <c:v>107.91</c:v>
                </c:pt>
                <c:pt idx="58">
                  <c:v>107.88</c:v>
                </c:pt>
                <c:pt idx="59">
                  <c:v>108.29</c:v>
                </c:pt>
                <c:pt idx="60">
                  <c:v>108.7</c:v>
                </c:pt>
                <c:pt idx="61">
                  <c:v>109.11</c:v>
                </c:pt>
                <c:pt idx="62">
                  <c:v>109.51</c:v>
                </c:pt>
                <c:pt idx="63">
                  <c:v>109.91</c:v>
                </c:pt>
                <c:pt idx="64">
                  <c:v>110.32</c:v>
                </c:pt>
                <c:pt idx="65">
                  <c:v>110.71</c:v>
                </c:pt>
                <c:pt idx="66">
                  <c:v>111.11</c:v>
                </c:pt>
                <c:pt idx="67">
                  <c:v>111.5</c:v>
                </c:pt>
                <c:pt idx="68">
                  <c:v>111.88</c:v>
                </c:pt>
                <c:pt idx="69">
                  <c:v>111.88</c:v>
                </c:pt>
                <c:pt idx="70">
                  <c:v>111.88</c:v>
                </c:pt>
                <c:pt idx="71">
                  <c:v>111.93</c:v>
                </c:pt>
                <c:pt idx="72">
                  <c:v>111.97</c:v>
                </c:pt>
                <c:pt idx="73">
                  <c:v>111.6</c:v>
                </c:pt>
                <c:pt idx="74">
                  <c:v>111.22</c:v>
                </c:pt>
                <c:pt idx="75">
                  <c:v>111.26</c:v>
                </c:pt>
                <c:pt idx="76">
                  <c:v>111.3</c:v>
                </c:pt>
                <c:pt idx="77">
                  <c:v>111.3</c:v>
                </c:pt>
                <c:pt idx="78">
                  <c:v>111.3</c:v>
                </c:pt>
                <c:pt idx="79">
                  <c:v>111.37</c:v>
                </c:pt>
                <c:pt idx="80">
                  <c:v>111.48</c:v>
                </c:pt>
                <c:pt idx="81">
                  <c:v>111.48</c:v>
                </c:pt>
                <c:pt idx="82">
                  <c:v>111.48</c:v>
                </c:pt>
                <c:pt idx="83">
                  <c:v>111.48</c:v>
                </c:pt>
                <c:pt idx="84">
                  <c:v>111.48</c:v>
                </c:pt>
                <c:pt idx="85">
                  <c:v>111.48</c:v>
                </c:pt>
                <c:pt idx="86">
                  <c:v>111.48</c:v>
                </c:pt>
                <c:pt idx="87">
                  <c:v>111.48</c:v>
                </c:pt>
                <c:pt idx="88">
                  <c:v>111.48</c:v>
                </c:pt>
                <c:pt idx="89">
                  <c:v>111.48</c:v>
                </c:pt>
                <c:pt idx="90">
                  <c:v>111.48</c:v>
                </c:pt>
                <c:pt idx="91">
                  <c:v>111.48</c:v>
                </c:pt>
                <c:pt idx="92">
                  <c:v>111.48</c:v>
                </c:pt>
                <c:pt idx="93">
                  <c:v>111.48</c:v>
                </c:pt>
                <c:pt idx="94">
                  <c:v>111.48</c:v>
                </c:pt>
                <c:pt idx="95">
                  <c:v>111.48</c:v>
                </c:pt>
                <c:pt idx="96">
                  <c:v>111.48</c:v>
                </c:pt>
                <c:pt idx="97">
                  <c:v>111.48</c:v>
                </c:pt>
                <c:pt idx="98">
                  <c:v>111.48</c:v>
                </c:pt>
                <c:pt idx="99">
                  <c:v>111.48</c:v>
                </c:pt>
                <c:pt idx="100">
                  <c:v>111.48</c:v>
                </c:pt>
                <c:pt idx="101">
                  <c:v>111.48</c:v>
                </c:pt>
                <c:pt idx="102">
                  <c:v>111.48</c:v>
                </c:pt>
                <c:pt idx="103">
                  <c:v>111.48</c:v>
                </c:pt>
                <c:pt idx="104">
                  <c:v>111.48</c:v>
                </c:pt>
                <c:pt idx="105">
                  <c:v>111.48</c:v>
                </c:pt>
                <c:pt idx="106">
                  <c:v>111.48</c:v>
                </c:pt>
                <c:pt idx="107">
                  <c:v>111.48</c:v>
                </c:pt>
                <c:pt idx="108">
                  <c:v>111.48</c:v>
                </c:pt>
                <c:pt idx="109">
                  <c:v>111.48</c:v>
                </c:pt>
                <c:pt idx="110">
                  <c:v>111.48</c:v>
                </c:pt>
              </c:numCache>
            </c:numRef>
          </c:xVal>
          <c:yVal>
            <c:numRef>
              <c:f>Sheet1!$B$115:$B$225</c:f>
              <c:numCache>
                <c:formatCode>General</c:formatCode>
                <c:ptCount val="111"/>
                <c:pt idx="0">
                  <c:v>1785.0</c:v>
                </c:pt>
                <c:pt idx="1">
                  <c:v>1796.95</c:v>
                </c:pt>
                <c:pt idx="2">
                  <c:v>1808.9</c:v>
                </c:pt>
                <c:pt idx="3">
                  <c:v>1809.0</c:v>
                </c:pt>
                <c:pt idx="4">
                  <c:v>1809.1</c:v>
                </c:pt>
                <c:pt idx="5">
                  <c:v>1847.0</c:v>
                </c:pt>
                <c:pt idx="6">
                  <c:v>1884.9</c:v>
                </c:pt>
                <c:pt idx="7">
                  <c:v>1885.0</c:v>
                </c:pt>
                <c:pt idx="8">
                  <c:v>1885.1</c:v>
                </c:pt>
                <c:pt idx="9">
                  <c:v>1975.09</c:v>
                </c:pt>
                <c:pt idx="10">
                  <c:v>2065.07</c:v>
                </c:pt>
                <c:pt idx="11">
                  <c:v>2155.06</c:v>
                </c:pt>
                <c:pt idx="12">
                  <c:v>2245.04</c:v>
                </c:pt>
                <c:pt idx="13">
                  <c:v>2252.0</c:v>
                </c:pt>
                <c:pt idx="14">
                  <c:v>2335.03</c:v>
                </c:pt>
                <c:pt idx="15">
                  <c:v>2425.01</c:v>
                </c:pt>
                <c:pt idx="16">
                  <c:v>2493.0</c:v>
                </c:pt>
                <c:pt idx="17">
                  <c:v>2515.0</c:v>
                </c:pt>
                <c:pt idx="18">
                  <c:v>2604.99</c:v>
                </c:pt>
                <c:pt idx="19">
                  <c:v>2606.0</c:v>
                </c:pt>
                <c:pt idx="20">
                  <c:v>2694.97</c:v>
                </c:pt>
                <c:pt idx="21">
                  <c:v>2784.96</c:v>
                </c:pt>
                <c:pt idx="22">
                  <c:v>2800.0</c:v>
                </c:pt>
                <c:pt idx="23">
                  <c:v>2874.94</c:v>
                </c:pt>
                <c:pt idx="24">
                  <c:v>2904.0</c:v>
                </c:pt>
                <c:pt idx="25">
                  <c:v>2964.93</c:v>
                </c:pt>
                <c:pt idx="26">
                  <c:v>3009.0</c:v>
                </c:pt>
                <c:pt idx="27">
                  <c:v>3054.91</c:v>
                </c:pt>
                <c:pt idx="28">
                  <c:v>3144.9</c:v>
                </c:pt>
                <c:pt idx="29">
                  <c:v>3145.0</c:v>
                </c:pt>
                <c:pt idx="30">
                  <c:v>3145.1</c:v>
                </c:pt>
                <c:pt idx="31">
                  <c:v>3225.0</c:v>
                </c:pt>
                <c:pt idx="32">
                  <c:v>3304.9</c:v>
                </c:pt>
                <c:pt idx="33">
                  <c:v>3305.0</c:v>
                </c:pt>
                <c:pt idx="34">
                  <c:v>3305.1</c:v>
                </c:pt>
                <c:pt idx="35">
                  <c:v>3365.0</c:v>
                </c:pt>
                <c:pt idx="36">
                  <c:v>3424.9</c:v>
                </c:pt>
                <c:pt idx="37">
                  <c:v>3425.0</c:v>
                </c:pt>
                <c:pt idx="38">
                  <c:v>3425.1</c:v>
                </c:pt>
                <c:pt idx="39">
                  <c:v>3523.7</c:v>
                </c:pt>
                <c:pt idx="40">
                  <c:v>3622.3</c:v>
                </c:pt>
                <c:pt idx="41">
                  <c:v>3720.9</c:v>
                </c:pt>
                <c:pt idx="42">
                  <c:v>3819.5</c:v>
                </c:pt>
                <c:pt idx="43">
                  <c:v>3918.1</c:v>
                </c:pt>
                <c:pt idx="44">
                  <c:v>4016.7</c:v>
                </c:pt>
                <c:pt idx="45">
                  <c:v>4115.3</c:v>
                </c:pt>
                <c:pt idx="46">
                  <c:v>4213.9</c:v>
                </c:pt>
                <c:pt idx="47">
                  <c:v>4312.5</c:v>
                </c:pt>
                <c:pt idx="48">
                  <c:v>4411.1</c:v>
                </c:pt>
                <c:pt idx="49">
                  <c:v>4509.7</c:v>
                </c:pt>
                <c:pt idx="50">
                  <c:v>4608.3</c:v>
                </c:pt>
                <c:pt idx="51">
                  <c:v>4706.9</c:v>
                </c:pt>
                <c:pt idx="52">
                  <c:v>4805.5</c:v>
                </c:pt>
                <c:pt idx="53">
                  <c:v>4904.1</c:v>
                </c:pt>
                <c:pt idx="54">
                  <c:v>5002.7</c:v>
                </c:pt>
                <c:pt idx="55">
                  <c:v>5101.3</c:v>
                </c:pt>
                <c:pt idx="56">
                  <c:v>5199.9</c:v>
                </c:pt>
                <c:pt idx="57">
                  <c:v>5200.0</c:v>
                </c:pt>
                <c:pt idx="58">
                  <c:v>5200.1</c:v>
                </c:pt>
                <c:pt idx="59">
                  <c:v>5283.08</c:v>
                </c:pt>
                <c:pt idx="60">
                  <c:v>5366.06</c:v>
                </c:pt>
                <c:pt idx="61">
                  <c:v>5449.04</c:v>
                </c:pt>
                <c:pt idx="62">
                  <c:v>5532.02</c:v>
                </c:pt>
                <c:pt idx="63">
                  <c:v>5615.0</c:v>
                </c:pt>
                <c:pt idx="64">
                  <c:v>5697.98</c:v>
                </c:pt>
                <c:pt idx="65">
                  <c:v>5780.96</c:v>
                </c:pt>
                <c:pt idx="66">
                  <c:v>5863.94</c:v>
                </c:pt>
                <c:pt idx="67">
                  <c:v>5946.92</c:v>
                </c:pt>
                <c:pt idx="68">
                  <c:v>6029.9</c:v>
                </c:pt>
                <c:pt idx="69">
                  <c:v>6030.0</c:v>
                </c:pt>
                <c:pt idx="70">
                  <c:v>6030.1</c:v>
                </c:pt>
                <c:pt idx="71">
                  <c:v>6040.0</c:v>
                </c:pt>
                <c:pt idx="72">
                  <c:v>6049.9</c:v>
                </c:pt>
                <c:pt idx="73">
                  <c:v>6050.0</c:v>
                </c:pt>
                <c:pt idx="74">
                  <c:v>6050.1</c:v>
                </c:pt>
                <c:pt idx="75">
                  <c:v>6080.0</c:v>
                </c:pt>
                <c:pt idx="76">
                  <c:v>6109.9</c:v>
                </c:pt>
                <c:pt idx="77">
                  <c:v>6110.0</c:v>
                </c:pt>
                <c:pt idx="78">
                  <c:v>6110.1</c:v>
                </c:pt>
                <c:pt idx="79">
                  <c:v>6130.0</c:v>
                </c:pt>
                <c:pt idx="80">
                  <c:v>6149.9</c:v>
                </c:pt>
                <c:pt idx="81">
                  <c:v>6149.9</c:v>
                </c:pt>
                <c:pt idx="82">
                  <c:v>6149.9</c:v>
                </c:pt>
                <c:pt idx="83">
                  <c:v>6149.9</c:v>
                </c:pt>
                <c:pt idx="84">
                  <c:v>6149.9</c:v>
                </c:pt>
                <c:pt idx="85">
                  <c:v>6149.9</c:v>
                </c:pt>
                <c:pt idx="86">
                  <c:v>6149.9</c:v>
                </c:pt>
                <c:pt idx="87">
                  <c:v>6149.9</c:v>
                </c:pt>
                <c:pt idx="88">
                  <c:v>6149.9</c:v>
                </c:pt>
                <c:pt idx="89">
                  <c:v>6149.9</c:v>
                </c:pt>
                <c:pt idx="90">
                  <c:v>6149.9</c:v>
                </c:pt>
                <c:pt idx="91">
                  <c:v>6149.9</c:v>
                </c:pt>
                <c:pt idx="92">
                  <c:v>6149.9</c:v>
                </c:pt>
                <c:pt idx="93">
                  <c:v>6149.9</c:v>
                </c:pt>
                <c:pt idx="94">
                  <c:v>6149.9</c:v>
                </c:pt>
                <c:pt idx="95">
                  <c:v>6149.9</c:v>
                </c:pt>
                <c:pt idx="96">
                  <c:v>6149.9</c:v>
                </c:pt>
                <c:pt idx="97">
                  <c:v>6149.9</c:v>
                </c:pt>
                <c:pt idx="98">
                  <c:v>6149.9</c:v>
                </c:pt>
                <c:pt idx="99">
                  <c:v>6149.9</c:v>
                </c:pt>
                <c:pt idx="100">
                  <c:v>6149.9</c:v>
                </c:pt>
                <c:pt idx="101">
                  <c:v>6149.9</c:v>
                </c:pt>
                <c:pt idx="102">
                  <c:v>6149.9</c:v>
                </c:pt>
                <c:pt idx="103">
                  <c:v>6149.9</c:v>
                </c:pt>
                <c:pt idx="104">
                  <c:v>6149.9</c:v>
                </c:pt>
                <c:pt idx="105">
                  <c:v>6149.9</c:v>
                </c:pt>
                <c:pt idx="106">
                  <c:v>6149.9</c:v>
                </c:pt>
                <c:pt idx="107">
                  <c:v>6149.9</c:v>
                </c:pt>
                <c:pt idx="108">
                  <c:v>6149.9</c:v>
                </c:pt>
                <c:pt idx="109">
                  <c:v>6149.9</c:v>
                </c:pt>
                <c:pt idx="110">
                  <c:v>6149.9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Sheet1!$B$227</c:f>
              <c:strCache>
                <c:ptCount val="1"/>
                <c:pt idx="0">
                  <c:v>Liner 10 3/4"</c:v>
                </c:pt>
              </c:strCache>
            </c:strRef>
          </c:tx>
          <c:spPr>
            <a:ln w="25400">
              <a:solidFill>
                <a:srgbClr val="2E8B57"/>
              </a:solidFill>
            </a:ln>
          </c:spPr>
          <c:marker>
            <c:symbol val="circle"/>
            <c:size val="4"/>
            <c:spPr>
              <a:solidFill>
                <a:srgbClr val="2E8B57"/>
              </a:solidFill>
              <a:ln>
                <a:solidFill>
                  <a:srgbClr val="2E8B57"/>
                </a:solidFill>
              </a:ln>
            </c:spPr>
          </c:marker>
          <c:xVal>
            <c:numRef>
              <c:f>Sheet1!$A$228:$A$338</c:f>
              <c:numCache>
                <c:formatCode>General</c:formatCode>
                <c:ptCount val="111"/>
                <c:pt idx="0">
                  <c:v>111.99</c:v>
                </c:pt>
                <c:pt idx="1">
                  <c:v>111.99</c:v>
                </c:pt>
                <c:pt idx="2">
                  <c:v>112.12</c:v>
                </c:pt>
                <c:pt idx="3">
                  <c:v>112.26</c:v>
                </c:pt>
                <c:pt idx="4">
                  <c:v>112.26</c:v>
                </c:pt>
                <c:pt idx="5">
                  <c:v>112.26</c:v>
                </c:pt>
                <c:pt idx="6">
                  <c:v>112.34</c:v>
                </c:pt>
                <c:pt idx="7">
                  <c:v>112.43</c:v>
                </c:pt>
                <c:pt idx="8">
                  <c:v>112.43</c:v>
                </c:pt>
                <c:pt idx="9">
                  <c:v>112.43</c:v>
                </c:pt>
                <c:pt idx="10">
                  <c:v>112.64</c:v>
                </c:pt>
                <c:pt idx="11">
                  <c:v>112.85</c:v>
                </c:pt>
                <c:pt idx="12">
                  <c:v>112.85</c:v>
                </c:pt>
                <c:pt idx="13">
                  <c:v>112.85</c:v>
                </c:pt>
                <c:pt idx="14">
                  <c:v>112.92</c:v>
                </c:pt>
                <c:pt idx="15">
                  <c:v>112.99</c:v>
                </c:pt>
                <c:pt idx="16">
                  <c:v>112.99</c:v>
                </c:pt>
                <c:pt idx="17">
                  <c:v>112.99</c:v>
                </c:pt>
                <c:pt idx="18">
                  <c:v>113.17</c:v>
                </c:pt>
                <c:pt idx="19">
                  <c:v>113.36</c:v>
                </c:pt>
                <c:pt idx="20">
                  <c:v>113.36</c:v>
                </c:pt>
                <c:pt idx="21">
                  <c:v>113.36</c:v>
                </c:pt>
                <c:pt idx="22">
                  <c:v>113.54</c:v>
                </c:pt>
                <c:pt idx="23">
                  <c:v>113.73</c:v>
                </c:pt>
                <c:pt idx="24">
                  <c:v>113.72</c:v>
                </c:pt>
                <c:pt idx="25">
                  <c:v>113.72</c:v>
                </c:pt>
                <c:pt idx="26">
                  <c:v>113.91</c:v>
                </c:pt>
                <c:pt idx="27">
                  <c:v>113.93</c:v>
                </c:pt>
                <c:pt idx="28">
                  <c:v>114.13</c:v>
                </c:pt>
                <c:pt idx="29">
                  <c:v>114.33</c:v>
                </c:pt>
                <c:pt idx="30">
                  <c:v>114.53</c:v>
                </c:pt>
                <c:pt idx="31">
                  <c:v>114.55</c:v>
                </c:pt>
                <c:pt idx="32">
                  <c:v>114.57</c:v>
                </c:pt>
                <c:pt idx="33">
                  <c:v>114.57</c:v>
                </c:pt>
                <c:pt idx="34">
                  <c:v>114.57</c:v>
                </c:pt>
                <c:pt idx="35">
                  <c:v>114.61</c:v>
                </c:pt>
                <c:pt idx="36">
                  <c:v>114.78</c:v>
                </c:pt>
                <c:pt idx="37">
                  <c:v>114.98</c:v>
                </c:pt>
                <c:pt idx="38">
                  <c:v>114.98</c:v>
                </c:pt>
                <c:pt idx="39">
                  <c:v>114.98</c:v>
                </c:pt>
                <c:pt idx="40">
                  <c:v>114.98</c:v>
                </c:pt>
                <c:pt idx="41">
                  <c:v>114.98</c:v>
                </c:pt>
                <c:pt idx="42">
                  <c:v>114.98</c:v>
                </c:pt>
                <c:pt idx="43">
                  <c:v>114.98</c:v>
                </c:pt>
                <c:pt idx="44">
                  <c:v>114.98</c:v>
                </c:pt>
                <c:pt idx="45">
                  <c:v>114.98</c:v>
                </c:pt>
                <c:pt idx="46">
                  <c:v>114.98</c:v>
                </c:pt>
                <c:pt idx="47">
                  <c:v>114.98</c:v>
                </c:pt>
                <c:pt idx="48">
                  <c:v>114.98</c:v>
                </c:pt>
                <c:pt idx="49">
                  <c:v>114.98</c:v>
                </c:pt>
                <c:pt idx="50">
                  <c:v>114.98</c:v>
                </c:pt>
                <c:pt idx="51">
                  <c:v>114.98</c:v>
                </c:pt>
                <c:pt idx="52">
                  <c:v>114.98</c:v>
                </c:pt>
                <c:pt idx="53">
                  <c:v>114.98</c:v>
                </c:pt>
                <c:pt idx="54">
                  <c:v>114.98</c:v>
                </c:pt>
                <c:pt idx="55">
                  <c:v>114.98</c:v>
                </c:pt>
                <c:pt idx="56">
                  <c:v>114.98</c:v>
                </c:pt>
                <c:pt idx="57">
                  <c:v>114.98</c:v>
                </c:pt>
                <c:pt idx="58">
                  <c:v>114.98</c:v>
                </c:pt>
                <c:pt idx="59">
                  <c:v>114.98</c:v>
                </c:pt>
                <c:pt idx="60">
                  <c:v>114.98</c:v>
                </c:pt>
                <c:pt idx="61">
                  <c:v>114.98</c:v>
                </c:pt>
                <c:pt idx="62">
                  <c:v>114.98</c:v>
                </c:pt>
                <c:pt idx="63">
                  <c:v>114.98</c:v>
                </c:pt>
                <c:pt idx="64">
                  <c:v>114.98</c:v>
                </c:pt>
                <c:pt idx="65">
                  <c:v>114.98</c:v>
                </c:pt>
                <c:pt idx="66">
                  <c:v>114.98</c:v>
                </c:pt>
                <c:pt idx="67">
                  <c:v>114.98</c:v>
                </c:pt>
                <c:pt idx="68">
                  <c:v>114.98</c:v>
                </c:pt>
                <c:pt idx="69">
                  <c:v>114.98</c:v>
                </c:pt>
                <c:pt idx="70">
                  <c:v>114.98</c:v>
                </c:pt>
                <c:pt idx="71">
                  <c:v>114.98</c:v>
                </c:pt>
                <c:pt idx="72">
                  <c:v>114.98</c:v>
                </c:pt>
                <c:pt idx="73">
                  <c:v>114.98</c:v>
                </c:pt>
                <c:pt idx="74">
                  <c:v>114.98</c:v>
                </c:pt>
                <c:pt idx="75">
                  <c:v>114.98</c:v>
                </c:pt>
                <c:pt idx="76">
                  <c:v>114.98</c:v>
                </c:pt>
                <c:pt idx="77">
                  <c:v>114.98</c:v>
                </c:pt>
                <c:pt idx="78">
                  <c:v>114.98</c:v>
                </c:pt>
                <c:pt idx="79">
                  <c:v>114.98</c:v>
                </c:pt>
                <c:pt idx="80">
                  <c:v>114.98</c:v>
                </c:pt>
                <c:pt idx="81">
                  <c:v>114.98</c:v>
                </c:pt>
                <c:pt idx="82">
                  <c:v>114.98</c:v>
                </c:pt>
                <c:pt idx="83">
                  <c:v>114.98</c:v>
                </c:pt>
                <c:pt idx="84">
                  <c:v>114.98</c:v>
                </c:pt>
                <c:pt idx="85">
                  <c:v>114.98</c:v>
                </c:pt>
                <c:pt idx="86">
                  <c:v>114.98</c:v>
                </c:pt>
                <c:pt idx="87">
                  <c:v>114.98</c:v>
                </c:pt>
                <c:pt idx="88">
                  <c:v>114.98</c:v>
                </c:pt>
                <c:pt idx="89">
                  <c:v>114.98</c:v>
                </c:pt>
                <c:pt idx="90">
                  <c:v>114.98</c:v>
                </c:pt>
                <c:pt idx="91">
                  <c:v>114.98</c:v>
                </c:pt>
                <c:pt idx="92">
                  <c:v>114.98</c:v>
                </c:pt>
                <c:pt idx="93">
                  <c:v>114.98</c:v>
                </c:pt>
                <c:pt idx="94">
                  <c:v>114.98</c:v>
                </c:pt>
                <c:pt idx="95">
                  <c:v>114.98</c:v>
                </c:pt>
                <c:pt idx="96">
                  <c:v>114.98</c:v>
                </c:pt>
                <c:pt idx="97">
                  <c:v>114.98</c:v>
                </c:pt>
                <c:pt idx="98">
                  <c:v>114.98</c:v>
                </c:pt>
                <c:pt idx="99">
                  <c:v>114.98</c:v>
                </c:pt>
                <c:pt idx="100">
                  <c:v>114.98</c:v>
                </c:pt>
                <c:pt idx="101">
                  <c:v>114.98</c:v>
                </c:pt>
                <c:pt idx="102">
                  <c:v>114.98</c:v>
                </c:pt>
                <c:pt idx="103">
                  <c:v>114.98</c:v>
                </c:pt>
                <c:pt idx="104">
                  <c:v>114.98</c:v>
                </c:pt>
                <c:pt idx="105">
                  <c:v>114.98</c:v>
                </c:pt>
                <c:pt idx="106">
                  <c:v>114.98</c:v>
                </c:pt>
                <c:pt idx="107">
                  <c:v>114.98</c:v>
                </c:pt>
                <c:pt idx="108">
                  <c:v>114.98</c:v>
                </c:pt>
                <c:pt idx="109">
                  <c:v>114.98</c:v>
                </c:pt>
                <c:pt idx="110">
                  <c:v>114.98</c:v>
                </c:pt>
              </c:numCache>
            </c:numRef>
          </c:xVal>
          <c:yVal>
            <c:numRef>
              <c:f>Sheet1!$B$228:$B$338</c:f>
              <c:numCache>
                <c:formatCode>General</c:formatCode>
                <c:ptCount val="111"/>
                <c:pt idx="0">
                  <c:v>6050.0</c:v>
                </c:pt>
                <c:pt idx="1">
                  <c:v>6050.1</c:v>
                </c:pt>
                <c:pt idx="2">
                  <c:v>6080.0</c:v>
                </c:pt>
                <c:pt idx="3">
                  <c:v>6109.9</c:v>
                </c:pt>
                <c:pt idx="4">
                  <c:v>6110.0</c:v>
                </c:pt>
                <c:pt idx="5">
                  <c:v>6110.1</c:v>
                </c:pt>
                <c:pt idx="6">
                  <c:v>6130.0</c:v>
                </c:pt>
                <c:pt idx="7">
                  <c:v>6149.9</c:v>
                </c:pt>
                <c:pt idx="8">
                  <c:v>6150.0</c:v>
                </c:pt>
                <c:pt idx="9">
                  <c:v>6150.1</c:v>
                </c:pt>
                <c:pt idx="10">
                  <c:v>6199.0</c:v>
                </c:pt>
                <c:pt idx="11">
                  <c:v>6247.9</c:v>
                </c:pt>
                <c:pt idx="12">
                  <c:v>6248.0</c:v>
                </c:pt>
                <c:pt idx="13">
                  <c:v>6248.1</c:v>
                </c:pt>
                <c:pt idx="14">
                  <c:v>6257.5</c:v>
                </c:pt>
                <c:pt idx="15">
                  <c:v>6266.9</c:v>
                </c:pt>
                <c:pt idx="16">
                  <c:v>6267.0</c:v>
                </c:pt>
                <c:pt idx="17">
                  <c:v>6267.1</c:v>
                </c:pt>
                <c:pt idx="18">
                  <c:v>6292.0</c:v>
                </c:pt>
                <c:pt idx="19">
                  <c:v>6316.9</c:v>
                </c:pt>
                <c:pt idx="20">
                  <c:v>6317.0</c:v>
                </c:pt>
                <c:pt idx="21">
                  <c:v>6317.1</c:v>
                </c:pt>
                <c:pt idx="22">
                  <c:v>6342.33</c:v>
                </c:pt>
                <c:pt idx="23">
                  <c:v>6367.55</c:v>
                </c:pt>
                <c:pt idx="24">
                  <c:v>6367.65</c:v>
                </c:pt>
                <c:pt idx="25">
                  <c:v>6367.75</c:v>
                </c:pt>
                <c:pt idx="26">
                  <c:v>6422.42</c:v>
                </c:pt>
                <c:pt idx="27">
                  <c:v>6425.56</c:v>
                </c:pt>
                <c:pt idx="28">
                  <c:v>6483.38</c:v>
                </c:pt>
                <c:pt idx="29">
                  <c:v>6541.19</c:v>
                </c:pt>
                <c:pt idx="30">
                  <c:v>6599.0</c:v>
                </c:pt>
                <c:pt idx="31">
                  <c:v>6605.45</c:v>
                </c:pt>
                <c:pt idx="32">
                  <c:v>6611.9</c:v>
                </c:pt>
                <c:pt idx="33">
                  <c:v>6612.0</c:v>
                </c:pt>
                <c:pt idx="34">
                  <c:v>6612.1</c:v>
                </c:pt>
                <c:pt idx="35">
                  <c:v>6622.42</c:v>
                </c:pt>
                <c:pt idx="36">
                  <c:v>6672.05</c:v>
                </c:pt>
                <c:pt idx="37">
                  <c:v>6732.0</c:v>
                </c:pt>
                <c:pt idx="38">
                  <c:v>6732.0</c:v>
                </c:pt>
                <c:pt idx="39">
                  <c:v>6732.0</c:v>
                </c:pt>
                <c:pt idx="40">
                  <c:v>6732.0</c:v>
                </c:pt>
                <c:pt idx="41">
                  <c:v>6732.0</c:v>
                </c:pt>
                <c:pt idx="42">
                  <c:v>6732.0</c:v>
                </c:pt>
                <c:pt idx="43">
                  <c:v>6732.0</c:v>
                </c:pt>
                <c:pt idx="44">
                  <c:v>6732.0</c:v>
                </c:pt>
                <c:pt idx="45">
                  <c:v>6732.0</c:v>
                </c:pt>
                <c:pt idx="46">
                  <c:v>6732.0</c:v>
                </c:pt>
                <c:pt idx="47">
                  <c:v>6732.0</c:v>
                </c:pt>
                <c:pt idx="48">
                  <c:v>6732.0</c:v>
                </c:pt>
                <c:pt idx="49">
                  <c:v>6732.0</c:v>
                </c:pt>
                <c:pt idx="50">
                  <c:v>6732.0</c:v>
                </c:pt>
                <c:pt idx="51">
                  <c:v>6732.0</c:v>
                </c:pt>
                <c:pt idx="52">
                  <c:v>6732.0</c:v>
                </c:pt>
                <c:pt idx="53">
                  <c:v>6732.0</c:v>
                </c:pt>
                <c:pt idx="54">
                  <c:v>6732.0</c:v>
                </c:pt>
                <c:pt idx="55">
                  <c:v>6732.0</c:v>
                </c:pt>
                <c:pt idx="56">
                  <c:v>6732.0</c:v>
                </c:pt>
                <c:pt idx="57">
                  <c:v>6732.0</c:v>
                </c:pt>
                <c:pt idx="58">
                  <c:v>6732.0</c:v>
                </c:pt>
                <c:pt idx="59">
                  <c:v>6732.0</c:v>
                </c:pt>
                <c:pt idx="60">
                  <c:v>6732.0</c:v>
                </c:pt>
                <c:pt idx="61">
                  <c:v>6732.0</c:v>
                </c:pt>
                <c:pt idx="62">
                  <c:v>6732.0</c:v>
                </c:pt>
                <c:pt idx="63">
                  <c:v>6732.0</c:v>
                </c:pt>
                <c:pt idx="64">
                  <c:v>6732.0</c:v>
                </c:pt>
                <c:pt idx="65">
                  <c:v>6732.0</c:v>
                </c:pt>
                <c:pt idx="66">
                  <c:v>6732.0</c:v>
                </c:pt>
                <c:pt idx="67">
                  <c:v>6732.0</c:v>
                </c:pt>
                <c:pt idx="68">
                  <c:v>6732.0</c:v>
                </c:pt>
                <c:pt idx="69">
                  <c:v>6732.0</c:v>
                </c:pt>
                <c:pt idx="70">
                  <c:v>6732.0</c:v>
                </c:pt>
                <c:pt idx="71">
                  <c:v>6732.0</c:v>
                </c:pt>
                <c:pt idx="72">
                  <c:v>6732.0</c:v>
                </c:pt>
                <c:pt idx="73">
                  <c:v>6732.0</c:v>
                </c:pt>
                <c:pt idx="74">
                  <c:v>6732.0</c:v>
                </c:pt>
                <c:pt idx="75">
                  <c:v>6732.0</c:v>
                </c:pt>
                <c:pt idx="76">
                  <c:v>6732.0</c:v>
                </c:pt>
                <c:pt idx="77">
                  <c:v>6732.0</c:v>
                </c:pt>
                <c:pt idx="78">
                  <c:v>6732.0</c:v>
                </c:pt>
                <c:pt idx="79">
                  <c:v>6732.0</c:v>
                </c:pt>
                <c:pt idx="80">
                  <c:v>6732.0</c:v>
                </c:pt>
                <c:pt idx="81">
                  <c:v>6732.0</c:v>
                </c:pt>
                <c:pt idx="82">
                  <c:v>6732.0</c:v>
                </c:pt>
                <c:pt idx="83">
                  <c:v>6732.0</c:v>
                </c:pt>
                <c:pt idx="84">
                  <c:v>6732.0</c:v>
                </c:pt>
                <c:pt idx="85">
                  <c:v>6732.0</c:v>
                </c:pt>
                <c:pt idx="86">
                  <c:v>6732.0</c:v>
                </c:pt>
                <c:pt idx="87">
                  <c:v>6732.0</c:v>
                </c:pt>
                <c:pt idx="88">
                  <c:v>6732.0</c:v>
                </c:pt>
                <c:pt idx="89">
                  <c:v>6732.0</c:v>
                </c:pt>
                <c:pt idx="90">
                  <c:v>6732.0</c:v>
                </c:pt>
                <c:pt idx="91">
                  <c:v>6732.0</c:v>
                </c:pt>
                <c:pt idx="92">
                  <c:v>6732.0</c:v>
                </c:pt>
                <c:pt idx="93">
                  <c:v>6732.0</c:v>
                </c:pt>
                <c:pt idx="94">
                  <c:v>6732.0</c:v>
                </c:pt>
                <c:pt idx="95">
                  <c:v>6732.0</c:v>
                </c:pt>
                <c:pt idx="96">
                  <c:v>6732.0</c:v>
                </c:pt>
                <c:pt idx="97">
                  <c:v>6732.0</c:v>
                </c:pt>
                <c:pt idx="98">
                  <c:v>6732.0</c:v>
                </c:pt>
                <c:pt idx="99">
                  <c:v>6732.0</c:v>
                </c:pt>
                <c:pt idx="100">
                  <c:v>6732.0</c:v>
                </c:pt>
                <c:pt idx="101">
                  <c:v>6732.0</c:v>
                </c:pt>
                <c:pt idx="102">
                  <c:v>6732.0</c:v>
                </c:pt>
                <c:pt idx="103">
                  <c:v>6732.0</c:v>
                </c:pt>
                <c:pt idx="104">
                  <c:v>6732.0</c:v>
                </c:pt>
                <c:pt idx="105">
                  <c:v>6732.0</c:v>
                </c:pt>
                <c:pt idx="106">
                  <c:v>6732.0</c:v>
                </c:pt>
                <c:pt idx="107">
                  <c:v>6732.0</c:v>
                </c:pt>
                <c:pt idx="108">
                  <c:v>6732.0</c:v>
                </c:pt>
                <c:pt idx="109">
                  <c:v>6732.0</c:v>
                </c:pt>
                <c:pt idx="110">
                  <c:v>6732.0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Sheet1!$B$340</c:f>
              <c:strCache>
                <c:ptCount val="1"/>
                <c:pt idx="0">
                  <c:v>COP/COI</c:v>
                </c:pt>
              </c:strCache>
            </c:strRef>
          </c:tx>
          <c:spPr>
            <a:ln w="25400">
              <a:solidFill>
                <a:srgbClr val="B23A48"/>
              </a:solidFill>
            </a:ln>
          </c:spPr>
          <c:marker>
            <c:symbol val="none"/>
          </c:marker>
          <c:xVal>
            <c:numRef>
              <c:f>Sheet1!$A$341:$A$451</c:f>
              <c:numCache>
                <c:formatCode>General</c:formatCode>
                <c:ptCount val="111"/>
                <c:pt idx="0">
                  <c:v>89.12</c:v>
                </c:pt>
                <c:pt idx="1">
                  <c:v>89.2</c:v>
                </c:pt>
                <c:pt idx="2">
                  <c:v>89.28</c:v>
                </c:pt>
                <c:pt idx="3">
                  <c:v>89.28</c:v>
                </c:pt>
                <c:pt idx="4">
                  <c:v>89.29</c:v>
                </c:pt>
                <c:pt idx="5">
                  <c:v>89.54</c:v>
                </c:pt>
                <c:pt idx="6">
                  <c:v>89.78</c:v>
                </c:pt>
                <c:pt idx="7">
                  <c:v>89.78</c:v>
                </c:pt>
                <c:pt idx="8">
                  <c:v>89.78</c:v>
                </c:pt>
                <c:pt idx="9">
                  <c:v>90.36</c:v>
                </c:pt>
                <c:pt idx="10">
                  <c:v>90.94</c:v>
                </c:pt>
                <c:pt idx="11">
                  <c:v>91.5</c:v>
                </c:pt>
                <c:pt idx="12">
                  <c:v>92.06</c:v>
                </c:pt>
                <c:pt idx="13">
                  <c:v>92.1</c:v>
                </c:pt>
                <c:pt idx="14">
                  <c:v>92.59</c:v>
                </c:pt>
                <c:pt idx="15">
                  <c:v>93.13</c:v>
                </c:pt>
                <c:pt idx="16">
                  <c:v>93.51</c:v>
                </c:pt>
                <c:pt idx="17">
                  <c:v>93.63</c:v>
                </c:pt>
                <c:pt idx="18">
                  <c:v>94.13</c:v>
                </c:pt>
                <c:pt idx="19">
                  <c:v>94.14</c:v>
                </c:pt>
                <c:pt idx="20">
                  <c:v>94.61</c:v>
                </c:pt>
                <c:pt idx="21">
                  <c:v>95.09</c:v>
                </c:pt>
                <c:pt idx="22">
                  <c:v>95.18</c:v>
                </c:pt>
                <c:pt idx="23">
                  <c:v>95.64</c:v>
                </c:pt>
                <c:pt idx="24">
                  <c:v>95.81</c:v>
                </c:pt>
                <c:pt idx="25">
                  <c:v>96.16</c:v>
                </c:pt>
                <c:pt idx="26">
                  <c:v>96.46</c:v>
                </c:pt>
                <c:pt idx="27">
                  <c:v>96.76</c:v>
                </c:pt>
                <c:pt idx="28">
                  <c:v>97.37</c:v>
                </c:pt>
                <c:pt idx="29">
                  <c:v>97.37</c:v>
                </c:pt>
                <c:pt idx="30">
                  <c:v>97.37</c:v>
                </c:pt>
                <c:pt idx="31">
                  <c:v>97.89</c:v>
                </c:pt>
                <c:pt idx="32">
                  <c:v>98.4</c:v>
                </c:pt>
                <c:pt idx="33">
                  <c:v>98.41</c:v>
                </c:pt>
                <c:pt idx="34">
                  <c:v>98.41</c:v>
                </c:pt>
                <c:pt idx="35">
                  <c:v>98.78</c:v>
                </c:pt>
                <c:pt idx="36">
                  <c:v>99.16</c:v>
                </c:pt>
                <c:pt idx="37">
                  <c:v>99.16</c:v>
                </c:pt>
                <c:pt idx="38">
                  <c:v>99.15</c:v>
                </c:pt>
                <c:pt idx="39">
                  <c:v>99.78</c:v>
                </c:pt>
                <c:pt idx="40">
                  <c:v>100.41</c:v>
                </c:pt>
                <c:pt idx="41">
                  <c:v>101.01</c:v>
                </c:pt>
                <c:pt idx="42">
                  <c:v>101.62</c:v>
                </c:pt>
                <c:pt idx="43">
                  <c:v>102.2</c:v>
                </c:pt>
                <c:pt idx="44">
                  <c:v>102.78</c:v>
                </c:pt>
                <c:pt idx="45">
                  <c:v>103.33</c:v>
                </c:pt>
                <c:pt idx="46">
                  <c:v>103.88</c:v>
                </c:pt>
                <c:pt idx="47">
                  <c:v>104.42</c:v>
                </c:pt>
                <c:pt idx="48">
                  <c:v>104.96</c:v>
                </c:pt>
                <c:pt idx="49">
                  <c:v>105.48</c:v>
                </c:pt>
                <c:pt idx="50">
                  <c:v>106.0</c:v>
                </c:pt>
                <c:pt idx="51">
                  <c:v>106.51</c:v>
                </c:pt>
                <c:pt idx="52">
                  <c:v>107.01</c:v>
                </c:pt>
                <c:pt idx="53">
                  <c:v>107.49</c:v>
                </c:pt>
                <c:pt idx="54">
                  <c:v>107.97</c:v>
                </c:pt>
                <c:pt idx="55">
                  <c:v>108.44</c:v>
                </c:pt>
                <c:pt idx="56">
                  <c:v>108.9</c:v>
                </c:pt>
                <c:pt idx="57">
                  <c:v>108.9</c:v>
                </c:pt>
                <c:pt idx="58">
                  <c:v>108.91</c:v>
                </c:pt>
                <c:pt idx="59">
                  <c:v>109.28</c:v>
                </c:pt>
                <c:pt idx="60">
                  <c:v>109.65</c:v>
                </c:pt>
                <c:pt idx="61">
                  <c:v>110.01</c:v>
                </c:pt>
                <c:pt idx="62">
                  <c:v>110.37</c:v>
                </c:pt>
                <c:pt idx="63">
                  <c:v>110.73</c:v>
                </c:pt>
                <c:pt idx="64">
                  <c:v>111.08</c:v>
                </c:pt>
                <c:pt idx="65">
                  <c:v>111.43</c:v>
                </c:pt>
                <c:pt idx="66">
                  <c:v>111.77</c:v>
                </c:pt>
                <c:pt idx="67">
                  <c:v>112.11</c:v>
                </c:pt>
                <c:pt idx="68">
                  <c:v>112.44</c:v>
                </c:pt>
                <c:pt idx="69">
                  <c:v>112.44</c:v>
                </c:pt>
                <c:pt idx="70">
                  <c:v>112.44</c:v>
                </c:pt>
                <c:pt idx="71">
                  <c:v>112.48</c:v>
                </c:pt>
                <c:pt idx="72">
                  <c:v>112.52</c:v>
                </c:pt>
                <c:pt idx="73">
                  <c:v>112.52</c:v>
                </c:pt>
                <c:pt idx="74">
                  <c:v>112.53</c:v>
                </c:pt>
                <c:pt idx="75">
                  <c:v>112.64</c:v>
                </c:pt>
                <c:pt idx="76">
                  <c:v>112.76</c:v>
                </c:pt>
                <c:pt idx="77">
                  <c:v>112.76</c:v>
                </c:pt>
                <c:pt idx="78">
                  <c:v>112.76</c:v>
                </c:pt>
                <c:pt idx="79">
                  <c:v>112.83</c:v>
                </c:pt>
                <c:pt idx="80">
                  <c:v>112.91</c:v>
                </c:pt>
                <c:pt idx="81">
                  <c:v>112.91</c:v>
                </c:pt>
                <c:pt idx="82">
                  <c:v>112.91</c:v>
                </c:pt>
                <c:pt idx="83">
                  <c:v>113.09</c:v>
                </c:pt>
                <c:pt idx="84">
                  <c:v>113.28</c:v>
                </c:pt>
                <c:pt idx="85">
                  <c:v>113.28</c:v>
                </c:pt>
                <c:pt idx="86">
                  <c:v>113.28</c:v>
                </c:pt>
                <c:pt idx="87">
                  <c:v>113.31</c:v>
                </c:pt>
                <c:pt idx="88">
                  <c:v>113.35</c:v>
                </c:pt>
                <c:pt idx="89">
                  <c:v>113.35</c:v>
                </c:pt>
                <c:pt idx="90">
                  <c:v>113.35</c:v>
                </c:pt>
                <c:pt idx="91">
                  <c:v>113.44</c:v>
                </c:pt>
                <c:pt idx="92">
                  <c:v>113.53</c:v>
                </c:pt>
                <c:pt idx="93">
                  <c:v>113.53</c:v>
                </c:pt>
                <c:pt idx="94">
                  <c:v>113.53</c:v>
                </c:pt>
                <c:pt idx="95">
                  <c:v>113.53</c:v>
                </c:pt>
                <c:pt idx="96">
                  <c:v>113.53</c:v>
                </c:pt>
                <c:pt idx="97">
                  <c:v>113.53</c:v>
                </c:pt>
                <c:pt idx="98">
                  <c:v>113.53</c:v>
                </c:pt>
                <c:pt idx="99">
                  <c:v>113.53</c:v>
                </c:pt>
                <c:pt idx="100">
                  <c:v>113.53</c:v>
                </c:pt>
                <c:pt idx="101">
                  <c:v>113.53</c:v>
                </c:pt>
                <c:pt idx="102">
                  <c:v>113.53</c:v>
                </c:pt>
                <c:pt idx="103">
                  <c:v>113.53</c:v>
                </c:pt>
                <c:pt idx="104">
                  <c:v>113.53</c:v>
                </c:pt>
                <c:pt idx="105">
                  <c:v>113.53</c:v>
                </c:pt>
                <c:pt idx="106">
                  <c:v>113.53</c:v>
                </c:pt>
                <c:pt idx="107">
                  <c:v>113.53</c:v>
                </c:pt>
                <c:pt idx="108">
                  <c:v>113.53</c:v>
                </c:pt>
                <c:pt idx="109">
                  <c:v>113.53</c:v>
                </c:pt>
                <c:pt idx="110">
                  <c:v>113.53</c:v>
                </c:pt>
              </c:numCache>
            </c:numRef>
          </c:xVal>
          <c:yVal>
            <c:numRef>
              <c:f>Sheet1!$B$341:$B$451</c:f>
              <c:numCache>
                <c:formatCode>General</c:formatCode>
                <c:ptCount val="111"/>
                <c:pt idx="0">
                  <c:v>1785.0</c:v>
                </c:pt>
                <c:pt idx="1">
                  <c:v>1796.95</c:v>
                </c:pt>
                <c:pt idx="2">
                  <c:v>1808.9</c:v>
                </c:pt>
                <c:pt idx="3">
                  <c:v>1809.0</c:v>
                </c:pt>
                <c:pt idx="4">
                  <c:v>1809.1</c:v>
                </c:pt>
                <c:pt idx="5">
                  <c:v>1847.0</c:v>
                </c:pt>
                <c:pt idx="6">
                  <c:v>1884.9</c:v>
                </c:pt>
                <c:pt idx="7">
                  <c:v>1885.0</c:v>
                </c:pt>
                <c:pt idx="8">
                  <c:v>1885.1</c:v>
                </c:pt>
                <c:pt idx="9">
                  <c:v>1975.09</c:v>
                </c:pt>
                <c:pt idx="10">
                  <c:v>2065.07</c:v>
                </c:pt>
                <c:pt idx="11">
                  <c:v>2155.06</c:v>
                </c:pt>
                <c:pt idx="12">
                  <c:v>2245.04</c:v>
                </c:pt>
                <c:pt idx="13">
                  <c:v>2252.0</c:v>
                </c:pt>
                <c:pt idx="14">
                  <c:v>2335.03</c:v>
                </c:pt>
                <c:pt idx="15">
                  <c:v>2425.01</c:v>
                </c:pt>
                <c:pt idx="16">
                  <c:v>2493.0</c:v>
                </c:pt>
                <c:pt idx="17">
                  <c:v>2515.0</c:v>
                </c:pt>
                <c:pt idx="18">
                  <c:v>2604.99</c:v>
                </c:pt>
                <c:pt idx="19">
                  <c:v>2606.0</c:v>
                </c:pt>
                <c:pt idx="20">
                  <c:v>2694.97</c:v>
                </c:pt>
                <c:pt idx="21">
                  <c:v>2784.96</c:v>
                </c:pt>
                <c:pt idx="22">
                  <c:v>2800.0</c:v>
                </c:pt>
                <c:pt idx="23">
                  <c:v>2874.94</c:v>
                </c:pt>
                <c:pt idx="24">
                  <c:v>2904.0</c:v>
                </c:pt>
                <c:pt idx="25">
                  <c:v>2964.93</c:v>
                </c:pt>
                <c:pt idx="26">
                  <c:v>3009.0</c:v>
                </c:pt>
                <c:pt idx="27">
                  <c:v>3054.91</c:v>
                </c:pt>
                <c:pt idx="28">
                  <c:v>3144.9</c:v>
                </c:pt>
                <c:pt idx="29">
                  <c:v>3145.0</c:v>
                </c:pt>
                <c:pt idx="30">
                  <c:v>3145.1</c:v>
                </c:pt>
                <c:pt idx="31">
                  <c:v>3225.0</c:v>
                </c:pt>
                <c:pt idx="32">
                  <c:v>3304.9</c:v>
                </c:pt>
                <c:pt idx="33">
                  <c:v>3305.0</c:v>
                </c:pt>
                <c:pt idx="34">
                  <c:v>3305.1</c:v>
                </c:pt>
                <c:pt idx="35">
                  <c:v>3365.0</c:v>
                </c:pt>
                <c:pt idx="36">
                  <c:v>3424.9</c:v>
                </c:pt>
                <c:pt idx="37">
                  <c:v>3425.0</c:v>
                </c:pt>
                <c:pt idx="38">
                  <c:v>3425.1</c:v>
                </c:pt>
                <c:pt idx="39">
                  <c:v>3523.7</c:v>
                </c:pt>
                <c:pt idx="40">
                  <c:v>3622.3</c:v>
                </c:pt>
                <c:pt idx="41">
                  <c:v>3720.9</c:v>
                </c:pt>
                <c:pt idx="42">
                  <c:v>3819.5</c:v>
                </c:pt>
                <c:pt idx="43">
                  <c:v>3918.1</c:v>
                </c:pt>
                <c:pt idx="44">
                  <c:v>4016.7</c:v>
                </c:pt>
                <c:pt idx="45">
                  <c:v>4115.3</c:v>
                </c:pt>
                <c:pt idx="46">
                  <c:v>4213.9</c:v>
                </c:pt>
                <c:pt idx="47">
                  <c:v>4312.5</c:v>
                </c:pt>
                <c:pt idx="48">
                  <c:v>4411.1</c:v>
                </c:pt>
                <c:pt idx="49">
                  <c:v>4509.7</c:v>
                </c:pt>
                <c:pt idx="50">
                  <c:v>4608.3</c:v>
                </c:pt>
                <c:pt idx="51">
                  <c:v>4706.9</c:v>
                </c:pt>
                <c:pt idx="52">
                  <c:v>4805.5</c:v>
                </c:pt>
                <c:pt idx="53">
                  <c:v>4904.1</c:v>
                </c:pt>
                <c:pt idx="54">
                  <c:v>5002.7</c:v>
                </c:pt>
                <c:pt idx="55">
                  <c:v>5101.3</c:v>
                </c:pt>
                <c:pt idx="56">
                  <c:v>5199.9</c:v>
                </c:pt>
                <c:pt idx="57">
                  <c:v>5200.0</c:v>
                </c:pt>
                <c:pt idx="58">
                  <c:v>5200.1</c:v>
                </c:pt>
                <c:pt idx="59">
                  <c:v>5283.08</c:v>
                </c:pt>
                <c:pt idx="60">
                  <c:v>5366.06</c:v>
                </c:pt>
                <c:pt idx="61">
                  <c:v>5449.04</c:v>
                </c:pt>
                <c:pt idx="62">
                  <c:v>5532.02</c:v>
                </c:pt>
                <c:pt idx="63">
                  <c:v>5615.0</c:v>
                </c:pt>
                <c:pt idx="64">
                  <c:v>5697.98</c:v>
                </c:pt>
                <c:pt idx="65">
                  <c:v>5780.96</c:v>
                </c:pt>
                <c:pt idx="66">
                  <c:v>5863.94</c:v>
                </c:pt>
                <c:pt idx="67">
                  <c:v>5946.92</c:v>
                </c:pt>
                <c:pt idx="68">
                  <c:v>6029.9</c:v>
                </c:pt>
                <c:pt idx="69">
                  <c:v>6030.0</c:v>
                </c:pt>
                <c:pt idx="70">
                  <c:v>6030.1</c:v>
                </c:pt>
                <c:pt idx="71">
                  <c:v>6040.0</c:v>
                </c:pt>
                <c:pt idx="72">
                  <c:v>6049.9</c:v>
                </c:pt>
                <c:pt idx="73">
                  <c:v>6050.0</c:v>
                </c:pt>
                <c:pt idx="74">
                  <c:v>6050.1</c:v>
                </c:pt>
                <c:pt idx="75">
                  <c:v>6080.0</c:v>
                </c:pt>
                <c:pt idx="76">
                  <c:v>6109.9</c:v>
                </c:pt>
                <c:pt idx="77">
                  <c:v>6110.0</c:v>
                </c:pt>
                <c:pt idx="78">
                  <c:v>6110.1</c:v>
                </c:pt>
                <c:pt idx="79">
                  <c:v>6130.0</c:v>
                </c:pt>
                <c:pt idx="80">
                  <c:v>6149.9</c:v>
                </c:pt>
                <c:pt idx="81">
                  <c:v>6150.0</c:v>
                </c:pt>
                <c:pt idx="82">
                  <c:v>6150.1</c:v>
                </c:pt>
                <c:pt idx="83">
                  <c:v>6199.0</c:v>
                </c:pt>
                <c:pt idx="84">
                  <c:v>6247.9</c:v>
                </c:pt>
                <c:pt idx="85">
                  <c:v>6248.0</c:v>
                </c:pt>
                <c:pt idx="86">
                  <c:v>6248.1</c:v>
                </c:pt>
                <c:pt idx="87">
                  <c:v>6257.5</c:v>
                </c:pt>
                <c:pt idx="88">
                  <c:v>6266.9</c:v>
                </c:pt>
                <c:pt idx="89">
                  <c:v>6267.0</c:v>
                </c:pt>
                <c:pt idx="90">
                  <c:v>6267.1</c:v>
                </c:pt>
                <c:pt idx="91">
                  <c:v>6292.0</c:v>
                </c:pt>
                <c:pt idx="92">
                  <c:v>6316.9</c:v>
                </c:pt>
                <c:pt idx="93">
                  <c:v>6316.9</c:v>
                </c:pt>
                <c:pt idx="94">
                  <c:v>6316.9</c:v>
                </c:pt>
                <c:pt idx="95">
                  <c:v>6316.9</c:v>
                </c:pt>
                <c:pt idx="96">
                  <c:v>6316.9</c:v>
                </c:pt>
                <c:pt idx="97">
                  <c:v>6316.9</c:v>
                </c:pt>
                <c:pt idx="98">
                  <c:v>6316.9</c:v>
                </c:pt>
                <c:pt idx="99">
                  <c:v>6316.9</c:v>
                </c:pt>
                <c:pt idx="100">
                  <c:v>6316.9</c:v>
                </c:pt>
                <c:pt idx="101">
                  <c:v>6316.9</c:v>
                </c:pt>
                <c:pt idx="102">
                  <c:v>6316.9</c:v>
                </c:pt>
                <c:pt idx="103">
                  <c:v>6316.9</c:v>
                </c:pt>
                <c:pt idx="104">
                  <c:v>6316.9</c:v>
                </c:pt>
                <c:pt idx="105">
                  <c:v>6316.9</c:v>
                </c:pt>
                <c:pt idx="106">
                  <c:v>6316.9</c:v>
                </c:pt>
                <c:pt idx="107">
                  <c:v>6316.9</c:v>
                </c:pt>
                <c:pt idx="108">
                  <c:v>6316.9</c:v>
                </c:pt>
                <c:pt idx="109">
                  <c:v>6316.9</c:v>
                </c:pt>
                <c:pt idx="110">
                  <c:v>6316.9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Sheet1!$B$453</c:f>
              <c:strCache>
                <c:ptCount val="1"/>
                <c:pt idx="0">
                  <c:v>Geotérmico</c:v>
                </c:pt>
              </c:strCache>
            </c:strRef>
          </c:tx>
          <c:spPr>
            <a:ln w="15875">
              <a:solidFill>
                <a:srgbClr val="9AA5AE"/>
              </a:solidFill>
              <a:prstDash val="dash"/>
            </a:ln>
          </c:spPr>
          <c:marker>
            <c:symbol val="none"/>
          </c:marker>
          <c:xVal>
            <c:numRef>
              <c:f>Sheet1!$A$454:$A$564</c:f>
              <c:numCache>
                <c:formatCode>General</c:formatCode>
                <c:ptCount val="111"/>
                <c:pt idx="0">
                  <c:v>4.0</c:v>
                </c:pt>
                <c:pt idx="1">
                  <c:v>4.64</c:v>
                </c:pt>
                <c:pt idx="2">
                  <c:v>5.28</c:v>
                </c:pt>
                <c:pt idx="3">
                  <c:v>5.28</c:v>
                </c:pt>
                <c:pt idx="4">
                  <c:v>5.29</c:v>
                </c:pt>
                <c:pt idx="5">
                  <c:v>7.32</c:v>
                </c:pt>
                <c:pt idx="6">
                  <c:v>9.35</c:v>
                </c:pt>
                <c:pt idx="7">
                  <c:v>9.35</c:v>
                </c:pt>
                <c:pt idx="8">
                  <c:v>9.36</c:v>
                </c:pt>
                <c:pt idx="9">
                  <c:v>14.18</c:v>
                </c:pt>
                <c:pt idx="10">
                  <c:v>18.99</c:v>
                </c:pt>
                <c:pt idx="11">
                  <c:v>23.81</c:v>
                </c:pt>
                <c:pt idx="12">
                  <c:v>28.63</c:v>
                </c:pt>
                <c:pt idx="13">
                  <c:v>29.0</c:v>
                </c:pt>
                <c:pt idx="14">
                  <c:v>32.79</c:v>
                </c:pt>
                <c:pt idx="15">
                  <c:v>36.9</c:v>
                </c:pt>
                <c:pt idx="16">
                  <c:v>40.0</c:v>
                </c:pt>
                <c:pt idx="17">
                  <c:v>40.97</c:v>
                </c:pt>
                <c:pt idx="18">
                  <c:v>44.96</c:v>
                </c:pt>
                <c:pt idx="19">
                  <c:v>45.0</c:v>
                </c:pt>
                <c:pt idx="20">
                  <c:v>49.13</c:v>
                </c:pt>
                <c:pt idx="21">
                  <c:v>53.3</c:v>
                </c:pt>
                <c:pt idx="22">
                  <c:v>54.0</c:v>
                </c:pt>
                <c:pt idx="23">
                  <c:v>56.88</c:v>
                </c:pt>
                <c:pt idx="24">
                  <c:v>58.0</c:v>
                </c:pt>
                <c:pt idx="25">
                  <c:v>60.9</c:v>
                </c:pt>
                <c:pt idx="26">
                  <c:v>63.0</c:v>
                </c:pt>
                <c:pt idx="27">
                  <c:v>63.67</c:v>
                </c:pt>
                <c:pt idx="28">
                  <c:v>64.97</c:v>
                </c:pt>
                <c:pt idx="29">
                  <c:v>64.98</c:v>
                </c:pt>
                <c:pt idx="30">
                  <c:v>64.98</c:v>
                </c:pt>
                <c:pt idx="31">
                  <c:v>66.14</c:v>
                </c:pt>
                <c:pt idx="32">
                  <c:v>67.3</c:v>
                </c:pt>
                <c:pt idx="33">
                  <c:v>67.3</c:v>
                </c:pt>
                <c:pt idx="34">
                  <c:v>67.3</c:v>
                </c:pt>
                <c:pt idx="35">
                  <c:v>68.17</c:v>
                </c:pt>
                <c:pt idx="36">
                  <c:v>69.04</c:v>
                </c:pt>
                <c:pt idx="37">
                  <c:v>69.04</c:v>
                </c:pt>
                <c:pt idx="38">
                  <c:v>69.05</c:v>
                </c:pt>
                <c:pt idx="39">
                  <c:v>70.48</c:v>
                </c:pt>
                <c:pt idx="40">
                  <c:v>71.9</c:v>
                </c:pt>
                <c:pt idx="41">
                  <c:v>73.32</c:v>
                </c:pt>
                <c:pt idx="42">
                  <c:v>74.72</c:v>
                </c:pt>
                <c:pt idx="43">
                  <c:v>76.1</c:v>
                </c:pt>
                <c:pt idx="44">
                  <c:v>77.46</c:v>
                </c:pt>
                <c:pt idx="45">
                  <c:v>78.81</c:v>
                </c:pt>
                <c:pt idx="46">
                  <c:v>80.15</c:v>
                </c:pt>
                <c:pt idx="47">
                  <c:v>81.5</c:v>
                </c:pt>
                <c:pt idx="48">
                  <c:v>82.84</c:v>
                </c:pt>
                <c:pt idx="49">
                  <c:v>84.19</c:v>
                </c:pt>
                <c:pt idx="50">
                  <c:v>85.54</c:v>
                </c:pt>
                <c:pt idx="51">
                  <c:v>86.88</c:v>
                </c:pt>
                <c:pt idx="52">
                  <c:v>88.23</c:v>
                </c:pt>
                <c:pt idx="53">
                  <c:v>89.57</c:v>
                </c:pt>
                <c:pt idx="54">
                  <c:v>90.92</c:v>
                </c:pt>
                <c:pt idx="55">
                  <c:v>92.27</c:v>
                </c:pt>
                <c:pt idx="56">
                  <c:v>93.61</c:v>
                </c:pt>
                <c:pt idx="57">
                  <c:v>93.61</c:v>
                </c:pt>
                <c:pt idx="58">
                  <c:v>93.61</c:v>
                </c:pt>
                <c:pt idx="59">
                  <c:v>94.75</c:v>
                </c:pt>
                <c:pt idx="60">
                  <c:v>95.88</c:v>
                </c:pt>
                <c:pt idx="61">
                  <c:v>97.01</c:v>
                </c:pt>
                <c:pt idx="62">
                  <c:v>98.16</c:v>
                </c:pt>
                <c:pt idx="63">
                  <c:v>99.33</c:v>
                </c:pt>
                <c:pt idx="64">
                  <c:v>100.5</c:v>
                </c:pt>
                <c:pt idx="65">
                  <c:v>101.69</c:v>
                </c:pt>
                <c:pt idx="66">
                  <c:v>102.89</c:v>
                </c:pt>
                <c:pt idx="67">
                  <c:v>104.09</c:v>
                </c:pt>
                <c:pt idx="68">
                  <c:v>105.3</c:v>
                </c:pt>
                <c:pt idx="69">
                  <c:v>105.3</c:v>
                </c:pt>
                <c:pt idx="70">
                  <c:v>105.3</c:v>
                </c:pt>
                <c:pt idx="71">
                  <c:v>105.44</c:v>
                </c:pt>
                <c:pt idx="72">
                  <c:v>105.59</c:v>
                </c:pt>
                <c:pt idx="73">
                  <c:v>105.59</c:v>
                </c:pt>
                <c:pt idx="74">
                  <c:v>105.59</c:v>
                </c:pt>
                <c:pt idx="75">
                  <c:v>106.03</c:v>
                </c:pt>
                <c:pt idx="76">
                  <c:v>106.46</c:v>
                </c:pt>
                <c:pt idx="77">
                  <c:v>106.46</c:v>
                </c:pt>
                <c:pt idx="78">
                  <c:v>106.46</c:v>
                </c:pt>
                <c:pt idx="79">
                  <c:v>106.75</c:v>
                </c:pt>
                <c:pt idx="80">
                  <c:v>107.04</c:v>
                </c:pt>
                <c:pt idx="81">
                  <c:v>107.04</c:v>
                </c:pt>
                <c:pt idx="82">
                  <c:v>107.04</c:v>
                </c:pt>
                <c:pt idx="83">
                  <c:v>107.75</c:v>
                </c:pt>
                <c:pt idx="84">
                  <c:v>108.46</c:v>
                </c:pt>
                <c:pt idx="85">
                  <c:v>108.47</c:v>
                </c:pt>
                <c:pt idx="86">
                  <c:v>108.47</c:v>
                </c:pt>
                <c:pt idx="87">
                  <c:v>108.6</c:v>
                </c:pt>
                <c:pt idx="88">
                  <c:v>108.74</c:v>
                </c:pt>
                <c:pt idx="89">
                  <c:v>108.74</c:v>
                </c:pt>
                <c:pt idx="90">
                  <c:v>108.74</c:v>
                </c:pt>
                <c:pt idx="91">
                  <c:v>109.11</c:v>
                </c:pt>
                <c:pt idx="92">
                  <c:v>109.47</c:v>
                </c:pt>
                <c:pt idx="93">
                  <c:v>109.47</c:v>
                </c:pt>
                <c:pt idx="94">
                  <c:v>109.47</c:v>
                </c:pt>
                <c:pt idx="95">
                  <c:v>109.84</c:v>
                </c:pt>
                <c:pt idx="96">
                  <c:v>110.2</c:v>
                </c:pt>
                <c:pt idx="97">
                  <c:v>110.2</c:v>
                </c:pt>
                <c:pt idx="98">
                  <c:v>110.21</c:v>
                </c:pt>
                <c:pt idx="99">
                  <c:v>111.0</c:v>
                </c:pt>
                <c:pt idx="100">
                  <c:v>111.06</c:v>
                </c:pt>
                <c:pt idx="101">
                  <c:v>112.22</c:v>
                </c:pt>
                <c:pt idx="102">
                  <c:v>113.38</c:v>
                </c:pt>
                <c:pt idx="103">
                  <c:v>114.53</c:v>
                </c:pt>
                <c:pt idx="104">
                  <c:v>114.66</c:v>
                </c:pt>
                <c:pt idx="105">
                  <c:v>114.79</c:v>
                </c:pt>
                <c:pt idx="106">
                  <c:v>114.79</c:v>
                </c:pt>
                <c:pt idx="107">
                  <c:v>114.79</c:v>
                </c:pt>
                <c:pt idx="108">
                  <c:v>115.0</c:v>
                </c:pt>
                <c:pt idx="109">
                  <c:v>116.48</c:v>
                </c:pt>
                <c:pt idx="110">
                  <c:v>118.26</c:v>
                </c:pt>
              </c:numCache>
            </c:numRef>
          </c:xVal>
          <c:yVal>
            <c:numRef>
              <c:f>Sheet1!$B$454:$B$564</c:f>
              <c:numCache>
                <c:formatCode>General</c:formatCode>
                <c:ptCount val="111"/>
                <c:pt idx="0">
                  <c:v>1785.0</c:v>
                </c:pt>
                <c:pt idx="1">
                  <c:v>1796.95</c:v>
                </c:pt>
                <c:pt idx="2">
                  <c:v>1808.9</c:v>
                </c:pt>
                <c:pt idx="3">
                  <c:v>1809.0</c:v>
                </c:pt>
                <c:pt idx="4">
                  <c:v>1809.1</c:v>
                </c:pt>
                <c:pt idx="5">
                  <c:v>1847.0</c:v>
                </c:pt>
                <c:pt idx="6">
                  <c:v>1884.9</c:v>
                </c:pt>
                <c:pt idx="7">
                  <c:v>1885.0</c:v>
                </c:pt>
                <c:pt idx="8">
                  <c:v>1885.1</c:v>
                </c:pt>
                <c:pt idx="9">
                  <c:v>1975.09</c:v>
                </c:pt>
                <c:pt idx="10">
                  <c:v>2065.07</c:v>
                </c:pt>
                <c:pt idx="11">
                  <c:v>2155.06</c:v>
                </c:pt>
                <c:pt idx="12">
                  <c:v>2245.04</c:v>
                </c:pt>
                <c:pt idx="13">
                  <c:v>2252.0</c:v>
                </c:pt>
                <c:pt idx="14">
                  <c:v>2335.03</c:v>
                </c:pt>
                <c:pt idx="15">
                  <c:v>2425.01</c:v>
                </c:pt>
                <c:pt idx="16">
                  <c:v>2493.0</c:v>
                </c:pt>
                <c:pt idx="17">
                  <c:v>2515.0</c:v>
                </c:pt>
                <c:pt idx="18">
                  <c:v>2604.99</c:v>
                </c:pt>
                <c:pt idx="19">
                  <c:v>2606.0</c:v>
                </c:pt>
                <c:pt idx="20">
                  <c:v>2694.97</c:v>
                </c:pt>
                <c:pt idx="21">
                  <c:v>2784.96</c:v>
                </c:pt>
                <c:pt idx="22">
                  <c:v>2800.0</c:v>
                </c:pt>
                <c:pt idx="23">
                  <c:v>2874.94</c:v>
                </c:pt>
                <c:pt idx="24">
                  <c:v>2904.0</c:v>
                </c:pt>
                <c:pt idx="25">
                  <c:v>2964.93</c:v>
                </c:pt>
                <c:pt idx="26">
                  <c:v>3009.0</c:v>
                </c:pt>
                <c:pt idx="27">
                  <c:v>3054.91</c:v>
                </c:pt>
                <c:pt idx="28">
                  <c:v>3144.9</c:v>
                </c:pt>
                <c:pt idx="29">
                  <c:v>3145.0</c:v>
                </c:pt>
                <c:pt idx="30">
                  <c:v>3145.1</c:v>
                </c:pt>
                <c:pt idx="31">
                  <c:v>3225.0</c:v>
                </c:pt>
                <c:pt idx="32">
                  <c:v>3304.9</c:v>
                </c:pt>
                <c:pt idx="33">
                  <c:v>3305.0</c:v>
                </c:pt>
                <c:pt idx="34">
                  <c:v>3305.1</c:v>
                </c:pt>
                <c:pt idx="35">
                  <c:v>3365.0</c:v>
                </c:pt>
                <c:pt idx="36">
                  <c:v>3424.9</c:v>
                </c:pt>
                <c:pt idx="37">
                  <c:v>3425.0</c:v>
                </c:pt>
                <c:pt idx="38">
                  <c:v>3425.1</c:v>
                </c:pt>
                <c:pt idx="39">
                  <c:v>3523.7</c:v>
                </c:pt>
                <c:pt idx="40">
                  <c:v>3622.3</c:v>
                </c:pt>
                <c:pt idx="41">
                  <c:v>3720.9</c:v>
                </c:pt>
                <c:pt idx="42">
                  <c:v>3819.5</c:v>
                </c:pt>
                <c:pt idx="43">
                  <c:v>3918.1</c:v>
                </c:pt>
                <c:pt idx="44">
                  <c:v>4016.7</c:v>
                </c:pt>
                <c:pt idx="45">
                  <c:v>4115.3</c:v>
                </c:pt>
                <c:pt idx="46">
                  <c:v>4213.9</c:v>
                </c:pt>
                <c:pt idx="47">
                  <c:v>4312.5</c:v>
                </c:pt>
                <c:pt idx="48">
                  <c:v>4411.1</c:v>
                </c:pt>
                <c:pt idx="49">
                  <c:v>4509.7</c:v>
                </c:pt>
                <c:pt idx="50">
                  <c:v>4608.3</c:v>
                </c:pt>
                <c:pt idx="51">
                  <c:v>4706.9</c:v>
                </c:pt>
                <c:pt idx="52">
                  <c:v>4805.5</c:v>
                </c:pt>
                <c:pt idx="53">
                  <c:v>4904.1</c:v>
                </c:pt>
                <c:pt idx="54">
                  <c:v>5002.7</c:v>
                </c:pt>
                <c:pt idx="55">
                  <c:v>5101.3</c:v>
                </c:pt>
                <c:pt idx="56">
                  <c:v>5199.9</c:v>
                </c:pt>
                <c:pt idx="57">
                  <c:v>5200.0</c:v>
                </c:pt>
                <c:pt idx="58">
                  <c:v>5200.1</c:v>
                </c:pt>
                <c:pt idx="59">
                  <c:v>5283.08</c:v>
                </c:pt>
                <c:pt idx="60">
                  <c:v>5366.06</c:v>
                </c:pt>
                <c:pt idx="61">
                  <c:v>5449.04</c:v>
                </c:pt>
                <c:pt idx="62">
                  <c:v>5532.02</c:v>
                </c:pt>
                <c:pt idx="63">
                  <c:v>5615.0</c:v>
                </c:pt>
                <c:pt idx="64">
                  <c:v>5697.98</c:v>
                </c:pt>
                <c:pt idx="65">
                  <c:v>5780.96</c:v>
                </c:pt>
                <c:pt idx="66">
                  <c:v>5863.94</c:v>
                </c:pt>
                <c:pt idx="67">
                  <c:v>5946.92</c:v>
                </c:pt>
                <c:pt idx="68">
                  <c:v>6029.9</c:v>
                </c:pt>
                <c:pt idx="69">
                  <c:v>6030.0</c:v>
                </c:pt>
                <c:pt idx="70">
                  <c:v>6030.1</c:v>
                </c:pt>
                <c:pt idx="71">
                  <c:v>6040.0</c:v>
                </c:pt>
                <c:pt idx="72">
                  <c:v>6049.9</c:v>
                </c:pt>
                <c:pt idx="73">
                  <c:v>6050.0</c:v>
                </c:pt>
                <c:pt idx="74">
                  <c:v>6050.1</c:v>
                </c:pt>
                <c:pt idx="75">
                  <c:v>6080.0</c:v>
                </c:pt>
                <c:pt idx="76">
                  <c:v>6109.9</c:v>
                </c:pt>
                <c:pt idx="77">
                  <c:v>6110.0</c:v>
                </c:pt>
                <c:pt idx="78">
                  <c:v>6110.1</c:v>
                </c:pt>
                <c:pt idx="79">
                  <c:v>6130.0</c:v>
                </c:pt>
                <c:pt idx="80">
                  <c:v>6149.9</c:v>
                </c:pt>
                <c:pt idx="81">
                  <c:v>6150.0</c:v>
                </c:pt>
                <c:pt idx="82">
                  <c:v>6150.1</c:v>
                </c:pt>
                <c:pt idx="83">
                  <c:v>6199.0</c:v>
                </c:pt>
                <c:pt idx="84">
                  <c:v>6247.9</c:v>
                </c:pt>
                <c:pt idx="85">
                  <c:v>6248.0</c:v>
                </c:pt>
                <c:pt idx="86">
                  <c:v>6248.1</c:v>
                </c:pt>
                <c:pt idx="87">
                  <c:v>6257.5</c:v>
                </c:pt>
                <c:pt idx="88">
                  <c:v>6266.9</c:v>
                </c:pt>
                <c:pt idx="89">
                  <c:v>6267.0</c:v>
                </c:pt>
                <c:pt idx="90">
                  <c:v>6267.1</c:v>
                </c:pt>
                <c:pt idx="91">
                  <c:v>6292.0</c:v>
                </c:pt>
                <c:pt idx="92">
                  <c:v>6316.9</c:v>
                </c:pt>
                <c:pt idx="93">
                  <c:v>6317.0</c:v>
                </c:pt>
                <c:pt idx="94">
                  <c:v>6317.1</c:v>
                </c:pt>
                <c:pt idx="95">
                  <c:v>6342.33</c:v>
                </c:pt>
                <c:pt idx="96">
                  <c:v>6367.55</c:v>
                </c:pt>
                <c:pt idx="97">
                  <c:v>6367.65</c:v>
                </c:pt>
                <c:pt idx="98">
                  <c:v>6367.75</c:v>
                </c:pt>
                <c:pt idx="99">
                  <c:v>6422.42</c:v>
                </c:pt>
                <c:pt idx="100">
                  <c:v>6425.56</c:v>
                </c:pt>
                <c:pt idx="101">
                  <c:v>6483.38</c:v>
                </c:pt>
                <c:pt idx="102">
                  <c:v>6541.19</c:v>
                </c:pt>
                <c:pt idx="103">
                  <c:v>6599.0</c:v>
                </c:pt>
                <c:pt idx="104">
                  <c:v>6605.45</c:v>
                </c:pt>
                <c:pt idx="105">
                  <c:v>6611.9</c:v>
                </c:pt>
                <c:pt idx="106">
                  <c:v>6612.0</c:v>
                </c:pt>
                <c:pt idx="107">
                  <c:v>6612.1</c:v>
                </c:pt>
                <c:pt idx="108">
                  <c:v>6622.42</c:v>
                </c:pt>
                <c:pt idx="109">
                  <c:v>6672.05</c:v>
                </c:pt>
                <c:pt idx="110">
                  <c:v>6732.0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40.0"/>
          <c:min val="-20.0"/>
        </c:scaling>
        <c:delete val="0"/>
        <c:axPos val="b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Temperatura (°C)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  <c:majorUnit val="20.0"/>
      </c:valAx>
      <c:valAx>
        <c:axId val="-2129643912"/>
        <c:scaling>
          <c:orientation val="maxMin"/>
          <c:max val="7000.0"/>
          <c:min val="1500.0"/>
        </c:scaling>
        <c:delete val="0"/>
        <c:axPos val="l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MD (m)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  <c:majorUnit val="500.0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5B6B76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B2B36"/>
                </a:solidFill>
                <a:latin typeface="Calibri"/>
              </a:rPr>
              <a:t>WellCat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22"</c:v>
                </c:pt>
              </c:strCache>
            </c:strRef>
          </c:tx>
          <c:spPr>
            <a:ln w="25400">
              <a:solidFill>
                <a:srgbClr val="34495E"/>
              </a:solidFill>
            </a:ln>
          </c:spPr>
          <c:marker>
            <c:symbol val="none"/>
          </c:marker>
          <c:xVal>
            <c:numRef>
              <c:f>Sheet1!$A$2:$A$132</c:f>
              <c:numCache>
                <c:formatCode>General</c:formatCode>
                <c:ptCount val="131"/>
                <c:pt idx="0">
                  <c:v>29.85</c:v>
                </c:pt>
                <c:pt idx="1">
                  <c:v>49.98</c:v>
                </c:pt>
                <c:pt idx="2">
                  <c:v>61.84</c:v>
                </c:pt>
                <c:pt idx="3">
                  <c:v>65.08</c:v>
                </c:pt>
                <c:pt idx="4">
                  <c:v>67.94</c:v>
                </c:pt>
                <c:pt idx="5">
                  <c:v>69.13</c:v>
                </c:pt>
                <c:pt idx="6">
                  <c:v>70.23</c:v>
                </c:pt>
                <c:pt idx="7">
                  <c:v>71.24</c:v>
                </c:pt>
                <c:pt idx="8">
                  <c:v>71.76</c:v>
                </c:pt>
                <c:pt idx="9">
                  <c:v>72.28</c:v>
                </c:pt>
                <c:pt idx="10">
                  <c:v>72.63</c:v>
                </c:pt>
                <c:pt idx="11">
                  <c:v>73.08</c:v>
                </c:pt>
                <c:pt idx="12">
                  <c:v>73.33</c:v>
                </c:pt>
                <c:pt idx="13">
                  <c:v>73.46</c:v>
                </c:pt>
                <c:pt idx="14">
                  <c:v>73.51</c:v>
                </c:pt>
                <c:pt idx="15">
                  <c:v>73.55</c:v>
                </c:pt>
                <c:pt idx="16">
                  <c:v>73.58</c:v>
                </c:pt>
                <c:pt idx="17">
                  <c:v>73.62</c:v>
                </c:pt>
                <c:pt idx="18">
                  <c:v>73.65</c:v>
                </c:pt>
                <c:pt idx="19">
                  <c:v>73.72</c:v>
                </c:pt>
                <c:pt idx="20">
                  <c:v>73.82</c:v>
                </c:pt>
                <c:pt idx="21">
                  <c:v>73.91</c:v>
                </c:pt>
                <c:pt idx="22">
                  <c:v>74.08</c:v>
                </c:pt>
                <c:pt idx="23">
                  <c:v>74.29</c:v>
                </c:pt>
                <c:pt idx="24">
                  <c:v>74.51</c:v>
                </c:pt>
                <c:pt idx="25">
                  <c:v>74.73</c:v>
                </c:pt>
                <c:pt idx="26">
                  <c:v>74.86</c:v>
                </c:pt>
                <c:pt idx="27">
                  <c:v>74.94</c:v>
                </c:pt>
                <c:pt idx="28">
                  <c:v>74.98</c:v>
                </c:pt>
                <c:pt idx="29">
                  <c:v>75.02</c:v>
                </c:pt>
                <c:pt idx="30">
                  <c:v>75.04</c:v>
                </c:pt>
                <c:pt idx="31">
                  <c:v>75.08</c:v>
                </c:pt>
                <c:pt idx="32">
                  <c:v>75.11</c:v>
                </c:pt>
                <c:pt idx="33">
                  <c:v>75.21</c:v>
                </c:pt>
                <c:pt idx="34">
                  <c:v>75.45</c:v>
                </c:pt>
                <c:pt idx="35">
                  <c:v>68.25</c:v>
                </c:pt>
                <c:pt idx="36">
                  <c:v>68.84</c:v>
                </c:pt>
                <c:pt idx="37">
                  <c:v>69.4</c:v>
                </c:pt>
                <c:pt idx="38">
                  <c:v>69.94</c:v>
                </c:pt>
                <c:pt idx="39">
                  <c:v>70.47</c:v>
                </c:pt>
                <c:pt idx="40">
                  <c:v>71.0</c:v>
                </c:pt>
                <c:pt idx="41">
                  <c:v>71.53</c:v>
                </c:pt>
                <c:pt idx="42">
                  <c:v>72.06</c:v>
                </c:pt>
                <c:pt idx="43">
                  <c:v>72.66</c:v>
                </c:pt>
                <c:pt idx="44">
                  <c:v>73.27</c:v>
                </c:pt>
                <c:pt idx="45">
                  <c:v>73.88</c:v>
                </c:pt>
                <c:pt idx="46">
                  <c:v>74.48</c:v>
                </c:pt>
                <c:pt idx="47">
                  <c:v>75.09</c:v>
                </c:pt>
                <c:pt idx="48">
                  <c:v>75.69</c:v>
                </c:pt>
                <c:pt idx="49">
                  <c:v>76.28</c:v>
                </c:pt>
                <c:pt idx="50">
                  <c:v>76.57</c:v>
                </c:pt>
                <c:pt idx="51">
                  <c:v>76.63</c:v>
                </c:pt>
                <c:pt idx="52">
                  <c:v>76.6</c:v>
                </c:pt>
                <c:pt idx="53">
                  <c:v>76.55</c:v>
                </c:pt>
                <c:pt idx="54">
                  <c:v>76.52</c:v>
                </c:pt>
                <c:pt idx="55">
                  <c:v>76.51</c:v>
                </c:pt>
                <c:pt idx="56">
                  <c:v>76.51</c:v>
                </c:pt>
                <c:pt idx="57">
                  <c:v>76.51</c:v>
                </c:pt>
                <c:pt idx="58">
                  <c:v>76.53</c:v>
                </c:pt>
                <c:pt idx="59">
                  <c:v>76.56</c:v>
                </c:pt>
                <c:pt idx="60">
                  <c:v>76.63</c:v>
                </c:pt>
                <c:pt idx="61">
                  <c:v>76.75</c:v>
                </c:pt>
                <c:pt idx="62">
                  <c:v>76.92</c:v>
                </c:pt>
                <c:pt idx="63">
                  <c:v>77.14</c:v>
                </c:pt>
                <c:pt idx="64">
                  <c:v>77.42</c:v>
                </c:pt>
                <c:pt idx="65">
                  <c:v>77.93</c:v>
                </c:pt>
                <c:pt idx="66">
                  <c:v>78.45</c:v>
                </c:pt>
                <c:pt idx="67">
                  <c:v>78.97</c:v>
                </c:pt>
                <c:pt idx="68">
                  <c:v>79.55</c:v>
                </c:pt>
                <c:pt idx="69">
                  <c:v>80.14</c:v>
                </c:pt>
                <c:pt idx="70">
                  <c:v>80.72</c:v>
                </c:pt>
                <c:pt idx="71">
                  <c:v>81.3</c:v>
                </c:pt>
                <c:pt idx="72">
                  <c:v>81.57</c:v>
                </c:pt>
                <c:pt idx="73">
                  <c:v>81.89</c:v>
                </c:pt>
                <c:pt idx="74">
                  <c:v>82.44</c:v>
                </c:pt>
                <c:pt idx="75">
                  <c:v>83.0</c:v>
                </c:pt>
                <c:pt idx="76">
                  <c:v>83.3</c:v>
                </c:pt>
                <c:pt idx="77">
                  <c:v>83.45</c:v>
                </c:pt>
                <c:pt idx="78">
                  <c:v>83.59</c:v>
                </c:pt>
                <c:pt idx="79">
                  <c:v>83.66</c:v>
                </c:pt>
                <c:pt idx="80">
                  <c:v>83.78</c:v>
                </c:pt>
                <c:pt idx="81">
                  <c:v>83.91</c:v>
                </c:pt>
                <c:pt idx="82">
                  <c:v>84.15</c:v>
                </c:pt>
                <c:pt idx="83">
                  <c:v>84.7</c:v>
                </c:pt>
                <c:pt idx="84">
                  <c:v>85.28</c:v>
                </c:pt>
                <c:pt idx="85">
                  <c:v>85.85</c:v>
                </c:pt>
                <c:pt idx="86">
                  <c:v>86.48</c:v>
                </c:pt>
                <c:pt idx="87">
                  <c:v>86.82</c:v>
                </c:pt>
                <c:pt idx="88">
                  <c:v>87.13</c:v>
                </c:pt>
                <c:pt idx="89">
                  <c:v>87.27</c:v>
                </c:pt>
                <c:pt idx="90">
                  <c:v>87.49</c:v>
                </c:pt>
                <c:pt idx="91">
                  <c:v>87.7</c:v>
                </c:pt>
                <c:pt idx="92">
                  <c:v>87.97</c:v>
                </c:pt>
                <c:pt idx="93">
                  <c:v>88.24</c:v>
                </c:pt>
                <c:pt idx="94">
                  <c:v>88.5</c:v>
                </c:pt>
                <c:pt idx="95">
                  <c:v>88.78</c:v>
                </c:pt>
                <c:pt idx="96">
                  <c:v>88.92</c:v>
                </c:pt>
                <c:pt idx="97">
                  <c:v>89.15</c:v>
                </c:pt>
                <c:pt idx="98">
                  <c:v>89.39</c:v>
                </c:pt>
                <c:pt idx="99">
                  <c:v>89.7</c:v>
                </c:pt>
                <c:pt idx="100">
                  <c:v>90.02</c:v>
                </c:pt>
                <c:pt idx="101">
                  <c:v>90.33</c:v>
                </c:pt>
                <c:pt idx="102">
                  <c:v>90.64</c:v>
                </c:pt>
                <c:pt idx="103">
                  <c:v>90.82</c:v>
                </c:pt>
                <c:pt idx="104">
                  <c:v>90.92</c:v>
                </c:pt>
                <c:pt idx="105">
                  <c:v>90.97</c:v>
                </c:pt>
                <c:pt idx="106">
                  <c:v>91.0</c:v>
                </c:pt>
                <c:pt idx="107">
                  <c:v>91.02</c:v>
                </c:pt>
                <c:pt idx="108">
                  <c:v>91.03</c:v>
                </c:pt>
                <c:pt idx="109">
                  <c:v>91.05</c:v>
                </c:pt>
                <c:pt idx="110">
                  <c:v>91.07</c:v>
                </c:pt>
                <c:pt idx="111">
                  <c:v>91.11</c:v>
                </c:pt>
                <c:pt idx="112">
                  <c:v>91.17</c:v>
                </c:pt>
                <c:pt idx="113">
                  <c:v>91.31</c:v>
                </c:pt>
                <c:pt idx="114">
                  <c:v>91.58</c:v>
                </c:pt>
                <c:pt idx="115">
                  <c:v>91.86</c:v>
                </c:pt>
                <c:pt idx="116">
                  <c:v>92.15</c:v>
                </c:pt>
                <c:pt idx="117">
                  <c:v>92.43</c:v>
                </c:pt>
                <c:pt idx="118">
                  <c:v>92.72</c:v>
                </c:pt>
                <c:pt idx="119">
                  <c:v>93.0</c:v>
                </c:pt>
                <c:pt idx="120">
                  <c:v>93.28</c:v>
                </c:pt>
                <c:pt idx="121">
                  <c:v>93.56</c:v>
                </c:pt>
                <c:pt idx="122">
                  <c:v>93.73</c:v>
                </c:pt>
                <c:pt idx="123">
                  <c:v>93.82</c:v>
                </c:pt>
                <c:pt idx="124">
                  <c:v>93.87</c:v>
                </c:pt>
                <c:pt idx="125">
                  <c:v>93.9</c:v>
                </c:pt>
                <c:pt idx="126">
                  <c:v>93.94</c:v>
                </c:pt>
                <c:pt idx="127">
                  <c:v>93.97</c:v>
                </c:pt>
                <c:pt idx="128">
                  <c:v>94.05</c:v>
                </c:pt>
                <c:pt idx="129">
                  <c:v>94.21</c:v>
                </c:pt>
                <c:pt idx="130">
                  <c:v>94.21</c:v>
                </c:pt>
              </c:numCache>
            </c:numRef>
          </c:xVal>
          <c:yVal>
            <c:numRef>
              <c:f>Sheet1!$B$2:$B$132</c:f>
              <c:numCache>
                <c:formatCode>General</c:formatCode>
                <c:ptCount val="131"/>
                <c:pt idx="0">
                  <c:v>1785.0</c:v>
                </c:pt>
                <c:pt idx="1">
                  <c:v>1785.31</c:v>
                </c:pt>
                <c:pt idx="2">
                  <c:v>1785.65</c:v>
                </c:pt>
                <c:pt idx="3">
                  <c:v>1786.31</c:v>
                </c:pt>
                <c:pt idx="4">
                  <c:v>1786.86</c:v>
                </c:pt>
                <c:pt idx="5">
                  <c:v>1787.53</c:v>
                </c:pt>
                <c:pt idx="6">
                  <c:v>1788.51</c:v>
                </c:pt>
                <c:pt idx="7">
                  <c:v>1789.8</c:v>
                </c:pt>
                <c:pt idx="8">
                  <c:v>1791.25</c:v>
                </c:pt>
                <c:pt idx="9">
                  <c:v>1792.93</c:v>
                </c:pt>
                <c:pt idx="10">
                  <c:v>1795.32</c:v>
                </c:pt>
                <c:pt idx="11">
                  <c:v>1798.83</c:v>
                </c:pt>
                <c:pt idx="12">
                  <c:v>1802.64</c:v>
                </c:pt>
                <c:pt idx="13">
                  <c:v>1805.56</c:v>
                </c:pt>
                <c:pt idx="14">
                  <c:v>1807.46</c:v>
                </c:pt>
                <c:pt idx="15">
                  <c:v>1808.8</c:v>
                </c:pt>
                <c:pt idx="16">
                  <c:v>1809.89</c:v>
                </c:pt>
                <c:pt idx="17">
                  <c:v>1811.09</c:v>
                </c:pt>
                <c:pt idx="18">
                  <c:v>1812.76</c:v>
                </c:pt>
                <c:pt idx="19">
                  <c:v>1815.52</c:v>
                </c:pt>
                <c:pt idx="20">
                  <c:v>1819.47</c:v>
                </c:pt>
                <c:pt idx="21">
                  <c:v>1824.95</c:v>
                </c:pt>
                <c:pt idx="22">
                  <c:v>1833.28</c:v>
                </c:pt>
                <c:pt idx="23">
                  <c:v>1844.04</c:v>
                </c:pt>
                <c:pt idx="24">
                  <c:v>1855.47</c:v>
                </c:pt>
                <c:pt idx="25">
                  <c:v>1865.48</c:v>
                </c:pt>
                <c:pt idx="26">
                  <c:v>1871.91</c:v>
                </c:pt>
                <c:pt idx="27">
                  <c:v>1875.11</c:v>
                </c:pt>
                <c:pt idx="28">
                  <c:v>1876.9</c:v>
                </c:pt>
                <c:pt idx="29">
                  <c:v>1878.12</c:v>
                </c:pt>
                <c:pt idx="30">
                  <c:v>1878.95</c:v>
                </c:pt>
                <c:pt idx="31">
                  <c:v>1879.67</c:v>
                </c:pt>
                <c:pt idx="32">
                  <c:v>1880.62</c:v>
                </c:pt>
                <c:pt idx="33">
                  <c:v>1882.34</c:v>
                </c:pt>
                <c:pt idx="34">
                  <c:v>1885.77</c:v>
                </c:pt>
                <c:pt idx="35">
                  <c:v>1892.1</c:v>
                </c:pt>
                <c:pt idx="36">
                  <c:v>1904.38</c:v>
                </c:pt>
                <c:pt idx="37">
                  <c:v>1924.05</c:v>
                </c:pt>
                <c:pt idx="38">
                  <c:v>1946.91</c:v>
                </c:pt>
                <c:pt idx="39">
                  <c:v>1969.77</c:v>
                </c:pt>
                <c:pt idx="40">
                  <c:v>1992.63</c:v>
                </c:pt>
                <c:pt idx="41">
                  <c:v>2015.49</c:v>
                </c:pt>
                <c:pt idx="42">
                  <c:v>2039.3</c:v>
                </c:pt>
                <c:pt idx="43">
                  <c:v>2065.02</c:v>
                </c:pt>
                <c:pt idx="44">
                  <c:v>2091.69</c:v>
                </c:pt>
                <c:pt idx="45">
                  <c:v>2118.36</c:v>
                </c:pt>
                <c:pt idx="46">
                  <c:v>2145.03</c:v>
                </c:pt>
                <c:pt idx="47">
                  <c:v>2171.7</c:v>
                </c:pt>
                <c:pt idx="48">
                  <c:v>2198.37</c:v>
                </c:pt>
                <c:pt idx="49">
                  <c:v>2221.71</c:v>
                </c:pt>
                <c:pt idx="50">
                  <c:v>2236.71</c:v>
                </c:pt>
                <c:pt idx="51">
                  <c:v>2244.21</c:v>
                </c:pt>
                <c:pt idx="52">
                  <c:v>2247.96</c:v>
                </c:pt>
                <c:pt idx="53">
                  <c:v>2249.84</c:v>
                </c:pt>
                <c:pt idx="54">
                  <c:v>2250.77</c:v>
                </c:pt>
                <c:pt idx="55">
                  <c:v>2251.29</c:v>
                </c:pt>
                <c:pt idx="56">
                  <c:v>2251.68</c:v>
                </c:pt>
                <c:pt idx="57">
                  <c:v>2252.0</c:v>
                </c:pt>
                <c:pt idx="58">
                  <c:v>2252.42</c:v>
                </c:pt>
                <c:pt idx="59">
                  <c:v>2252.94</c:v>
                </c:pt>
                <c:pt idx="60">
                  <c:v>2253.87</c:v>
                </c:pt>
                <c:pt idx="61">
                  <c:v>2255.72</c:v>
                </c:pt>
                <c:pt idx="62">
                  <c:v>2259.42</c:v>
                </c:pt>
                <c:pt idx="63">
                  <c:v>2266.84</c:v>
                </c:pt>
                <c:pt idx="64">
                  <c:v>2281.75</c:v>
                </c:pt>
                <c:pt idx="65">
                  <c:v>2305.05</c:v>
                </c:pt>
                <c:pt idx="66">
                  <c:v>2331.72</c:v>
                </c:pt>
                <c:pt idx="67">
                  <c:v>2359.34</c:v>
                </c:pt>
                <c:pt idx="68">
                  <c:v>2388.87</c:v>
                </c:pt>
                <c:pt idx="69">
                  <c:v>2419.35</c:v>
                </c:pt>
                <c:pt idx="70">
                  <c:v>2449.83</c:v>
                </c:pt>
                <c:pt idx="71">
                  <c:v>2475.86</c:v>
                </c:pt>
                <c:pt idx="72">
                  <c:v>2494.27</c:v>
                </c:pt>
                <c:pt idx="73">
                  <c:v>2513.96</c:v>
                </c:pt>
                <c:pt idx="74">
                  <c:v>2541.27</c:v>
                </c:pt>
                <c:pt idx="75">
                  <c:v>2567.94</c:v>
                </c:pt>
                <c:pt idx="76">
                  <c:v>2585.09</c:v>
                </c:pt>
                <c:pt idx="77">
                  <c:v>2594.61</c:v>
                </c:pt>
                <c:pt idx="78">
                  <c:v>2601.27</c:v>
                </c:pt>
                <c:pt idx="79">
                  <c:v>2606.73</c:v>
                </c:pt>
                <c:pt idx="80">
                  <c:v>2612.68</c:v>
                </c:pt>
                <c:pt idx="81">
                  <c:v>2621.03</c:v>
                </c:pt>
                <c:pt idx="82">
                  <c:v>2636.99</c:v>
                </c:pt>
                <c:pt idx="83">
                  <c:v>2663.19</c:v>
                </c:pt>
                <c:pt idx="84">
                  <c:v>2693.67</c:v>
                </c:pt>
                <c:pt idx="85">
                  <c:v>2725.1</c:v>
                </c:pt>
                <c:pt idx="86">
                  <c:v>2754.15</c:v>
                </c:pt>
                <c:pt idx="87">
                  <c:v>2775.58</c:v>
                </c:pt>
                <c:pt idx="88">
                  <c:v>2790.25</c:v>
                </c:pt>
                <c:pt idx="89">
                  <c:v>2801.55</c:v>
                </c:pt>
                <c:pt idx="90">
                  <c:v>2813.51</c:v>
                </c:pt>
                <c:pt idx="91">
                  <c:v>2827.93</c:v>
                </c:pt>
                <c:pt idx="92">
                  <c:v>2844.16</c:v>
                </c:pt>
                <c:pt idx="93">
                  <c:v>2861.31</c:v>
                </c:pt>
                <c:pt idx="94">
                  <c:v>2878.46</c:v>
                </c:pt>
                <c:pt idx="95">
                  <c:v>2893.42</c:v>
                </c:pt>
                <c:pt idx="96">
                  <c:v>2905.14</c:v>
                </c:pt>
                <c:pt idx="97">
                  <c:v>2916.94</c:v>
                </c:pt>
                <c:pt idx="98">
                  <c:v>2930.94</c:v>
                </c:pt>
                <c:pt idx="99">
                  <c:v>2947.04</c:v>
                </c:pt>
                <c:pt idx="100">
                  <c:v>2964.18</c:v>
                </c:pt>
                <c:pt idx="101">
                  <c:v>2981.32</c:v>
                </c:pt>
                <c:pt idx="102">
                  <c:v>2996.81</c:v>
                </c:pt>
                <c:pt idx="103">
                  <c:v>3009.0</c:v>
                </c:pt>
                <c:pt idx="104">
                  <c:v>3017.94</c:v>
                </c:pt>
                <c:pt idx="105">
                  <c:v>3024.23</c:v>
                </c:pt>
                <c:pt idx="106">
                  <c:v>3028.04</c:v>
                </c:pt>
                <c:pt idx="107">
                  <c:v>3030.74</c:v>
                </c:pt>
                <c:pt idx="108">
                  <c:v>3032.94</c:v>
                </c:pt>
                <c:pt idx="109">
                  <c:v>3035.14</c:v>
                </c:pt>
                <c:pt idx="110">
                  <c:v>3038.11</c:v>
                </c:pt>
                <c:pt idx="111">
                  <c:v>3043.47</c:v>
                </c:pt>
                <c:pt idx="112">
                  <c:v>3054.19</c:v>
                </c:pt>
                <c:pt idx="113">
                  <c:v>3075.62</c:v>
                </c:pt>
                <c:pt idx="114">
                  <c:v>3108.96</c:v>
                </c:pt>
                <c:pt idx="115">
                  <c:v>3147.06</c:v>
                </c:pt>
                <c:pt idx="116">
                  <c:v>3185.16</c:v>
                </c:pt>
                <c:pt idx="117">
                  <c:v>3223.26</c:v>
                </c:pt>
                <c:pt idx="118">
                  <c:v>3261.36</c:v>
                </c:pt>
                <c:pt idx="119">
                  <c:v>3299.46</c:v>
                </c:pt>
                <c:pt idx="120">
                  <c:v>3337.56</c:v>
                </c:pt>
                <c:pt idx="121">
                  <c:v>3371.38</c:v>
                </c:pt>
                <c:pt idx="122">
                  <c:v>3394.0</c:v>
                </c:pt>
                <c:pt idx="123">
                  <c:v>3405.78</c:v>
                </c:pt>
                <c:pt idx="124">
                  <c:v>3411.51</c:v>
                </c:pt>
                <c:pt idx="125">
                  <c:v>3414.95</c:v>
                </c:pt>
                <c:pt idx="126">
                  <c:v>3417.25</c:v>
                </c:pt>
                <c:pt idx="127">
                  <c:v>3419.34</c:v>
                </c:pt>
                <c:pt idx="128">
                  <c:v>3421.96</c:v>
                </c:pt>
                <c:pt idx="129">
                  <c:v>3424.24</c:v>
                </c:pt>
                <c:pt idx="130">
                  <c:v>3425.0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Sheet1!$B$134</c:f>
              <c:strCache>
                <c:ptCount val="1"/>
                <c:pt idx="0">
                  <c:v>14"</c:v>
                </c:pt>
              </c:strCache>
            </c:strRef>
          </c:tx>
          <c:spPr>
            <a:ln w="25400">
              <a:solidFill>
                <a:srgbClr val="6C5B9E"/>
              </a:solidFill>
            </a:ln>
          </c:spPr>
          <c:marker>
            <c:symbol val="circle"/>
            <c:size val="4"/>
            <c:spPr>
              <a:solidFill>
                <a:srgbClr val="6C5B9E"/>
              </a:solidFill>
              <a:ln>
                <a:solidFill>
                  <a:srgbClr val="6C5B9E"/>
                </a:solidFill>
              </a:ln>
            </c:spPr>
          </c:marker>
          <c:xVal>
            <c:numRef>
              <c:f>Sheet1!$A$135:$A$265</c:f>
              <c:numCache>
                <c:formatCode>General</c:formatCode>
                <c:ptCount val="131"/>
                <c:pt idx="0">
                  <c:v>67.53</c:v>
                </c:pt>
                <c:pt idx="1">
                  <c:v>85.95</c:v>
                </c:pt>
                <c:pt idx="2">
                  <c:v>89.78</c:v>
                </c:pt>
                <c:pt idx="3">
                  <c:v>90.45</c:v>
                </c:pt>
                <c:pt idx="4">
                  <c:v>90.99</c:v>
                </c:pt>
                <c:pt idx="5">
                  <c:v>91.34</c:v>
                </c:pt>
                <c:pt idx="6">
                  <c:v>91.67</c:v>
                </c:pt>
                <c:pt idx="7">
                  <c:v>91.98</c:v>
                </c:pt>
                <c:pt idx="8">
                  <c:v>92.3</c:v>
                </c:pt>
                <c:pt idx="9">
                  <c:v>92.64</c:v>
                </c:pt>
                <c:pt idx="10">
                  <c:v>92.87</c:v>
                </c:pt>
                <c:pt idx="11">
                  <c:v>92.52</c:v>
                </c:pt>
                <c:pt idx="12">
                  <c:v>95.11</c:v>
                </c:pt>
                <c:pt idx="13">
                  <c:v>97.88</c:v>
                </c:pt>
                <c:pt idx="14">
                  <c:v>99.87</c:v>
                </c:pt>
                <c:pt idx="15">
                  <c:v>101.4</c:v>
                </c:pt>
                <c:pt idx="16">
                  <c:v>102.5</c:v>
                </c:pt>
                <c:pt idx="17">
                  <c:v>102.99</c:v>
                </c:pt>
                <c:pt idx="18">
                  <c:v>103.07</c:v>
                </c:pt>
                <c:pt idx="19">
                  <c:v>105.48</c:v>
                </c:pt>
                <c:pt idx="20">
                  <c:v>108.38</c:v>
                </c:pt>
                <c:pt idx="21">
                  <c:v>110.73</c:v>
                </c:pt>
                <c:pt idx="22">
                  <c:v>112.42</c:v>
                </c:pt>
                <c:pt idx="23">
                  <c:v>113.01</c:v>
                </c:pt>
                <c:pt idx="24">
                  <c:v>113.01</c:v>
                </c:pt>
                <c:pt idx="25">
                  <c:v>113.01</c:v>
                </c:pt>
                <c:pt idx="26">
                  <c:v>113.01</c:v>
                </c:pt>
                <c:pt idx="27">
                  <c:v>113.01</c:v>
                </c:pt>
                <c:pt idx="28">
                  <c:v>113.01</c:v>
                </c:pt>
                <c:pt idx="29">
                  <c:v>113.01</c:v>
                </c:pt>
                <c:pt idx="30">
                  <c:v>113.01</c:v>
                </c:pt>
                <c:pt idx="31">
                  <c:v>113.01</c:v>
                </c:pt>
                <c:pt idx="32">
                  <c:v>113.01</c:v>
                </c:pt>
                <c:pt idx="33">
                  <c:v>113.01</c:v>
                </c:pt>
                <c:pt idx="34">
                  <c:v>113.01</c:v>
                </c:pt>
                <c:pt idx="35">
                  <c:v>113.01</c:v>
                </c:pt>
                <c:pt idx="36">
                  <c:v>113.01</c:v>
                </c:pt>
                <c:pt idx="37">
                  <c:v>113.01</c:v>
                </c:pt>
                <c:pt idx="38">
                  <c:v>113.01</c:v>
                </c:pt>
                <c:pt idx="39">
                  <c:v>113.01</c:v>
                </c:pt>
                <c:pt idx="40">
                  <c:v>113.01</c:v>
                </c:pt>
                <c:pt idx="41">
                  <c:v>113.01</c:v>
                </c:pt>
                <c:pt idx="42">
                  <c:v>113.01</c:v>
                </c:pt>
                <c:pt idx="43">
                  <c:v>113.01</c:v>
                </c:pt>
                <c:pt idx="44">
                  <c:v>113.01</c:v>
                </c:pt>
                <c:pt idx="45">
                  <c:v>113.01</c:v>
                </c:pt>
                <c:pt idx="46">
                  <c:v>113.01</c:v>
                </c:pt>
                <c:pt idx="47">
                  <c:v>113.01</c:v>
                </c:pt>
                <c:pt idx="48">
                  <c:v>113.01</c:v>
                </c:pt>
                <c:pt idx="49">
                  <c:v>113.01</c:v>
                </c:pt>
                <c:pt idx="50">
                  <c:v>113.01</c:v>
                </c:pt>
                <c:pt idx="51">
                  <c:v>113.01</c:v>
                </c:pt>
                <c:pt idx="52">
                  <c:v>113.01</c:v>
                </c:pt>
                <c:pt idx="53">
                  <c:v>113.01</c:v>
                </c:pt>
                <c:pt idx="54">
                  <c:v>113.01</c:v>
                </c:pt>
                <c:pt idx="55">
                  <c:v>113.01</c:v>
                </c:pt>
                <c:pt idx="56">
                  <c:v>113.01</c:v>
                </c:pt>
                <c:pt idx="57">
                  <c:v>113.01</c:v>
                </c:pt>
                <c:pt idx="58">
                  <c:v>113.01</c:v>
                </c:pt>
                <c:pt idx="59">
                  <c:v>113.01</c:v>
                </c:pt>
                <c:pt idx="60">
                  <c:v>113.01</c:v>
                </c:pt>
                <c:pt idx="61">
                  <c:v>113.01</c:v>
                </c:pt>
                <c:pt idx="62">
                  <c:v>113.01</c:v>
                </c:pt>
                <c:pt idx="63">
                  <c:v>113.01</c:v>
                </c:pt>
                <c:pt idx="64">
                  <c:v>113.01</c:v>
                </c:pt>
                <c:pt idx="65">
                  <c:v>113.01</c:v>
                </c:pt>
                <c:pt idx="66">
                  <c:v>113.01</c:v>
                </c:pt>
                <c:pt idx="67">
                  <c:v>113.01</c:v>
                </c:pt>
                <c:pt idx="68">
                  <c:v>113.01</c:v>
                </c:pt>
                <c:pt idx="69">
                  <c:v>113.01</c:v>
                </c:pt>
                <c:pt idx="70">
                  <c:v>113.01</c:v>
                </c:pt>
                <c:pt idx="71">
                  <c:v>113.01</c:v>
                </c:pt>
                <c:pt idx="72">
                  <c:v>113.01</c:v>
                </c:pt>
                <c:pt idx="73">
                  <c:v>113.01</c:v>
                </c:pt>
                <c:pt idx="74">
                  <c:v>113.01</c:v>
                </c:pt>
                <c:pt idx="75">
                  <c:v>113.01</c:v>
                </c:pt>
                <c:pt idx="76">
                  <c:v>113.01</c:v>
                </c:pt>
                <c:pt idx="77">
                  <c:v>113.01</c:v>
                </c:pt>
                <c:pt idx="78">
                  <c:v>113.01</c:v>
                </c:pt>
                <c:pt idx="79">
                  <c:v>113.01</c:v>
                </c:pt>
                <c:pt idx="80">
                  <c:v>113.01</c:v>
                </c:pt>
                <c:pt idx="81">
                  <c:v>113.01</c:v>
                </c:pt>
                <c:pt idx="82">
                  <c:v>113.01</c:v>
                </c:pt>
                <c:pt idx="83">
                  <c:v>113.01</c:v>
                </c:pt>
                <c:pt idx="84">
                  <c:v>113.01</c:v>
                </c:pt>
                <c:pt idx="85">
                  <c:v>113.01</c:v>
                </c:pt>
                <c:pt idx="86">
                  <c:v>113.01</c:v>
                </c:pt>
                <c:pt idx="87">
                  <c:v>113.01</c:v>
                </c:pt>
                <c:pt idx="88">
                  <c:v>113.01</c:v>
                </c:pt>
                <c:pt idx="89">
                  <c:v>113.01</c:v>
                </c:pt>
                <c:pt idx="90">
                  <c:v>113.01</c:v>
                </c:pt>
                <c:pt idx="91">
                  <c:v>113.01</c:v>
                </c:pt>
                <c:pt idx="92">
                  <c:v>113.01</c:v>
                </c:pt>
                <c:pt idx="93">
                  <c:v>113.01</c:v>
                </c:pt>
                <c:pt idx="94">
                  <c:v>113.01</c:v>
                </c:pt>
                <c:pt idx="95">
                  <c:v>113.01</c:v>
                </c:pt>
                <c:pt idx="96">
                  <c:v>113.01</c:v>
                </c:pt>
                <c:pt idx="97">
                  <c:v>113.01</c:v>
                </c:pt>
                <c:pt idx="98">
                  <c:v>113.01</c:v>
                </c:pt>
                <c:pt idx="99">
                  <c:v>113.01</c:v>
                </c:pt>
                <c:pt idx="100">
                  <c:v>113.01</c:v>
                </c:pt>
                <c:pt idx="101">
                  <c:v>113.01</c:v>
                </c:pt>
                <c:pt idx="102">
                  <c:v>113.01</c:v>
                </c:pt>
                <c:pt idx="103">
                  <c:v>113.01</c:v>
                </c:pt>
                <c:pt idx="104">
                  <c:v>113.01</c:v>
                </c:pt>
                <c:pt idx="105">
                  <c:v>113.01</c:v>
                </c:pt>
                <c:pt idx="106">
                  <c:v>113.01</c:v>
                </c:pt>
                <c:pt idx="107">
                  <c:v>113.01</c:v>
                </c:pt>
                <c:pt idx="108">
                  <c:v>113.01</c:v>
                </c:pt>
                <c:pt idx="109">
                  <c:v>113.01</c:v>
                </c:pt>
                <c:pt idx="110">
                  <c:v>113.01</c:v>
                </c:pt>
                <c:pt idx="111">
                  <c:v>113.01</c:v>
                </c:pt>
                <c:pt idx="112">
                  <c:v>113.01</c:v>
                </c:pt>
                <c:pt idx="113">
                  <c:v>113.01</c:v>
                </c:pt>
                <c:pt idx="114">
                  <c:v>113.01</c:v>
                </c:pt>
                <c:pt idx="115">
                  <c:v>113.01</c:v>
                </c:pt>
                <c:pt idx="116">
                  <c:v>113.01</c:v>
                </c:pt>
                <c:pt idx="117">
                  <c:v>113.01</c:v>
                </c:pt>
                <c:pt idx="118">
                  <c:v>113.01</c:v>
                </c:pt>
                <c:pt idx="119">
                  <c:v>113.01</c:v>
                </c:pt>
                <c:pt idx="120">
                  <c:v>113.01</c:v>
                </c:pt>
                <c:pt idx="121">
                  <c:v>113.01</c:v>
                </c:pt>
                <c:pt idx="122">
                  <c:v>113.01</c:v>
                </c:pt>
                <c:pt idx="123">
                  <c:v>113.01</c:v>
                </c:pt>
                <c:pt idx="124">
                  <c:v>113.01</c:v>
                </c:pt>
                <c:pt idx="125">
                  <c:v>113.01</c:v>
                </c:pt>
                <c:pt idx="126">
                  <c:v>113.01</c:v>
                </c:pt>
                <c:pt idx="127">
                  <c:v>113.01</c:v>
                </c:pt>
                <c:pt idx="128">
                  <c:v>113.01</c:v>
                </c:pt>
                <c:pt idx="129">
                  <c:v>113.01</c:v>
                </c:pt>
                <c:pt idx="130">
                  <c:v>113.01</c:v>
                </c:pt>
              </c:numCache>
            </c:numRef>
          </c:xVal>
          <c:yVal>
            <c:numRef>
              <c:f>Sheet1!$B$135:$B$265</c:f>
              <c:numCache>
                <c:formatCode>General</c:formatCode>
                <c:ptCount val="131"/>
                <c:pt idx="0">
                  <c:v>1785.0</c:v>
                </c:pt>
                <c:pt idx="1">
                  <c:v>1785.31</c:v>
                </c:pt>
                <c:pt idx="2">
                  <c:v>1785.65</c:v>
                </c:pt>
                <c:pt idx="3">
                  <c:v>1786.31</c:v>
                </c:pt>
                <c:pt idx="4">
                  <c:v>1786.86</c:v>
                </c:pt>
                <c:pt idx="5">
                  <c:v>1787.53</c:v>
                </c:pt>
                <c:pt idx="6">
                  <c:v>1788.51</c:v>
                </c:pt>
                <c:pt idx="7">
                  <c:v>1789.8</c:v>
                </c:pt>
                <c:pt idx="8">
                  <c:v>1791.25</c:v>
                </c:pt>
                <c:pt idx="9">
                  <c:v>1792.93</c:v>
                </c:pt>
                <c:pt idx="10">
                  <c:v>1795.32</c:v>
                </c:pt>
                <c:pt idx="11">
                  <c:v>1798.83</c:v>
                </c:pt>
                <c:pt idx="12">
                  <c:v>1805.56</c:v>
                </c:pt>
                <c:pt idx="13">
                  <c:v>1808.8</c:v>
                </c:pt>
                <c:pt idx="14">
                  <c:v>1812.76</c:v>
                </c:pt>
                <c:pt idx="15">
                  <c:v>1824.95</c:v>
                </c:pt>
                <c:pt idx="16">
                  <c:v>1833.28</c:v>
                </c:pt>
                <c:pt idx="17">
                  <c:v>1865.48</c:v>
                </c:pt>
                <c:pt idx="18">
                  <c:v>1879.67</c:v>
                </c:pt>
                <c:pt idx="19">
                  <c:v>2171.7</c:v>
                </c:pt>
                <c:pt idx="20">
                  <c:v>2198.37</c:v>
                </c:pt>
                <c:pt idx="21">
                  <c:v>2244.21</c:v>
                </c:pt>
                <c:pt idx="22">
                  <c:v>2419.35</c:v>
                </c:pt>
                <c:pt idx="23">
                  <c:v>2494.27</c:v>
                </c:pt>
                <c:pt idx="24">
                  <c:v>2494.27</c:v>
                </c:pt>
                <c:pt idx="25">
                  <c:v>2494.27</c:v>
                </c:pt>
                <c:pt idx="26">
                  <c:v>2494.27</c:v>
                </c:pt>
                <c:pt idx="27">
                  <c:v>2494.27</c:v>
                </c:pt>
                <c:pt idx="28">
                  <c:v>2494.27</c:v>
                </c:pt>
                <c:pt idx="29">
                  <c:v>2494.27</c:v>
                </c:pt>
                <c:pt idx="30">
                  <c:v>2494.27</c:v>
                </c:pt>
                <c:pt idx="31">
                  <c:v>2494.27</c:v>
                </c:pt>
                <c:pt idx="32">
                  <c:v>2494.27</c:v>
                </c:pt>
                <c:pt idx="33">
                  <c:v>2494.27</c:v>
                </c:pt>
                <c:pt idx="34">
                  <c:v>2494.27</c:v>
                </c:pt>
                <c:pt idx="35">
                  <c:v>2494.27</c:v>
                </c:pt>
                <c:pt idx="36">
                  <c:v>2494.27</c:v>
                </c:pt>
                <c:pt idx="37">
                  <c:v>2494.27</c:v>
                </c:pt>
                <c:pt idx="38">
                  <c:v>2494.27</c:v>
                </c:pt>
                <c:pt idx="39">
                  <c:v>2494.27</c:v>
                </c:pt>
                <c:pt idx="40">
                  <c:v>2494.27</c:v>
                </c:pt>
                <c:pt idx="41">
                  <c:v>2494.27</c:v>
                </c:pt>
                <c:pt idx="42">
                  <c:v>2494.27</c:v>
                </c:pt>
                <c:pt idx="43">
                  <c:v>2494.27</c:v>
                </c:pt>
                <c:pt idx="44">
                  <c:v>2494.27</c:v>
                </c:pt>
                <c:pt idx="45">
                  <c:v>2494.27</c:v>
                </c:pt>
                <c:pt idx="46">
                  <c:v>2494.27</c:v>
                </c:pt>
                <c:pt idx="47">
                  <c:v>2494.27</c:v>
                </c:pt>
                <c:pt idx="48">
                  <c:v>2494.27</c:v>
                </c:pt>
                <c:pt idx="49">
                  <c:v>2494.27</c:v>
                </c:pt>
                <c:pt idx="50">
                  <c:v>2494.27</c:v>
                </c:pt>
                <c:pt idx="51">
                  <c:v>2494.27</c:v>
                </c:pt>
                <c:pt idx="52">
                  <c:v>2494.27</c:v>
                </c:pt>
                <c:pt idx="53">
                  <c:v>2494.27</c:v>
                </c:pt>
                <c:pt idx="54">
                  <c:v>2494.27</c:v>
                </c:pt>
                <c:pt idx="55">
                  <c:v>2494.27</c:v>
                </c:pt>
                <c:pt idx="56">
                  <c:v>2494.27</c:v>
                </c:pt>
                <c:pt idx="57">
                  <c:v>2494.27</c:v>
                </c:pt>
                <c:pt idx="58">
                  <c:v>2494.27</c:v>
                </c:pt>
                <c:pt idx="59">
                  <c:v>2494.27</c:v>
                </c:pt>
                <c:pt idx="60">
                  <c:v>2494.27</c:v>
                </c:pt>
                <c:pt idx="61">
                  <c:v>2494.27</c:v>
                </c:pt>
                <c:pt idx="62">
                  <c:v>2494.27</c:v>
                </c:pt>
                <c:pt idx="63">
                  <c:v>2494.27</c:v>
                </c:pt>
                <c:pt idx="64">
                  <c:v>2494.27</c:v>
                </c:pt>
                <c:pt idx="65">
                  <c:v>2494.27</c:v>
                </c:pt>
                <c:pt idx="66">
                  <c:v>2494.27</c:v>
                </c:pt>
                <c:pt idx="67">
                  <c:v>2494.27</c:v>
                </c:pt>
                <c:pt idx="68">
                  <c:v>2494.27</c:v>
                </c:pt>
                <c:pt idx="69">
                  <c:v>2494.27</c:v>
                </c:pt>
                <c:pt idx="70">
                  <c:v>2494.27</c:v>
                </c:pt>
                <c:pt idx="71">
                  <c:v>2494.27</c:v>
                </c:pt>
                <c:pt idx="72">
                  <c:v>2494.27</c:v>
                </c:pt>
                <c:pt idx="73">
                  <c:v>2494.27</c:v>
                </c:pt>
                <c:pt idx="74">
                  <c:v>2494.27</c:v>
                </c:pt>
                <c:pt idx="75">
                  <c:v>2494.27</c:v>
                </c:pt>
                <c:pt idx="76">
                  <c:v>2494.27</c:v>
                </c:pt>
                <c:pt idx="77">
                  <c:v>2494.27</c:v>
                </c:pt>
                <c:pt idx="78">
                  <c:v>2494.27</c:v>
                </c:pt>
                <c:pt idx="79">
                  <c:v>2494.27</c:v>
                </c:pt>
                <c:pt idx="80">
                  <c:v>2494.27</c:v>
                </c:pt>
                <c:pt idx="81">
                  <c:v>2494.27</c:v>
                </c:pt>
                <c:pt idx="82">
                  <c:v>2494.27</c:v>
                </c:pt>
                <c:pt idx="83">
                  <c:v>2494.27</c:v>
                </c:pt>
                <c:pt idx="84">
                  <c:v>2494.27</c:v>
                </c:pt>
                <c:pt idx="85">
                  <c:v>2494.27</c:v>
                </c:pt>
                <c:pt idx="86">
                  <c:v>2494.27</c:v>
                </c:pt>
                <c:pt idx="87">
                  <c:v>2494.27</c:v>
                </c:pt>
                <c:pt idx="88">
                  <c:v>2494.27</c:v>
                </c:pt>
                <c:pt idx="89">
                  <c:v>2494.27</c:v>
                </c:pt>
                <c:pt idx="90">
                  <c:v>2494.27</c:v>
                </c:pt>
                <c:pt idx="91">
                  <c:v>2494.27</c:v>
                </c:pt>
                <c:pt idx="92">
                  <c:v>2494.27</c:v>
                </c:pt>
                <c:pt idx="93">
                  <c:v>2494.27</c:v>
                </c:pt>
                <c:pt idx="94">
                  <c:v>2494.27</c:v>
                </c:pt>
                <c:pt idx="95">
                  <c:v>2494.27</c:v>
                </c:pt>
                <c:pt idx="96">
                  <c:v>2494.27</c:v>
                </c:pt>
                <c:pt idx="97">
                  <c:v>2494.27</c:v>
                </c:pt>
                <c:pt idx="98">
                  <c:v>2494.27</c:v>
                </c:pt>
                <c:pt idx="99">
                  <c:v>2494.27</c:v>
                </c:pt>
                <c:pt idx="100">
                  <c:v>2494.27</c:v>
                </c:pt>
                <c:pt idx="101">
                  <c:v>2494.27</c:v>
                </c:pt>
                <c:pt idx="102">
                  <c:v>2494.27</c:v>
                </c:pt>
                <c:pt idx="103">
                  <c:v>2494.27</c:v>
                </c:pt>
                <c:pt idx="104">
                  <c:v>2494.27</c:v>
                </c:pt>
                <c:pt idx="105">
                  <c:v>2494.27</c:v>
                </c:pt>
                <c:pt idx="106">
                  <c:v>2494.27</c:v>
                </c:pt>
                <c:pt idx="107">
                  <c:v>2494.27</c:v>
                </c:pt>
                <c:pt idx="108">
                  <c:v>2494.27</c:v>
                </c:pt>
                <c:pt idx="109">
                  <c:v>2494.27</c:v>
                </c:pt>
                <c:pt idx="110">
                  <c:v>2494.27</c:v>
                </c:pt>
                <c:pt idx="111">
                  <c:v>2494.27</c:v>
                </c:pt>
                <c:pt idx="112">
                  <c:v>2494.27</c:v>
                </c:pt>
                <c:pt idx="113">
                  <c:v>2494.27</c:v>
                </c:pt>
                <c:pt idx="114">
                  <c:v>2494.27</c:v>
                </c:pt>
                <c:pt idx="115">
                  <c:v>2494.27</c:v>
                </c:pt>
                <c:pt idx="116">
                  <c:v>2494.27</c:v>
                </c:pt>
                <c:pt idx="117">
                  <c:v>2494.27</c:v>
                </c:pt>
                <c:pt idx="118">
                  <c:v>2494.27</c:v>
                </c:pt>
                <c:pt idx="119">
                  <c:v>2494.27</c:v>
                </c:pt>
                <c:pt idx="120">
                  <c:v>2494.27</c:v>
                </c:pt>
                <c:pt idx="121">
                  <c:v>2494.27</c:v>
                </c:pt>
                <c:pt idx="122">
                  <c:v>2494.27</c:v>
                </c:pt>
                <c:pt idx="123">
                  <c:v>2494.27</c:v>
                </c:pt>
                <c:pt idx="124">
                  <c:v>2494.27</c:v>
                </c:pt>
                <c:pt idx="125">
                  <c:v>2494.27</c:v>
                </c:pt>
                <c:pt idx="126">
                  <c:v>2494.27</c:v>
                </c:pt>
                <c:pt idx="127">
                  <c:v>2494.27</c:v>
                </c:pt>
                <c:pt idx="128">
                  <c:v>2494.27</c:v>
                </c:pt>
                <c:pt idx="129">
                  <c:v>2494.27</c:v>
                </c:pt>
                <c:pt idx="130">
                  <c:v>2494.27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Sheet1!$B$267</c:f>
              <c:strCache>
                <c:ptCount val="1"/>
                <c:pt idx="0">
                  <c:v>14" est.</c:v>
                </c:pt>
              </c:strCache>
            </c:strRef>
          </c:tx>
          <c:spPr>
            <a:ln w="22225">
              <a:solidFill>
                <a:srgbClr val="6C5B9E"/>
              </a:solidFill>
              <a:prstDash val="sysDot"/>
            </a:ln>
          </c:spPr>
          <c:marker>
            <c:symbol val="none"/>
          </c:marker>
          <c:xVal>
            <c:numRef>
              <c:f>Sheet1!$A$268:$A$398</c:f>
              <c:numCache>
                <c:formatCode>General</c:formatCode>
                <c:ptCount val="131"/>
                <c:pt idx="0">
                  <c:v>113.01</c:v>
                </c:pt>
                <c:pt idx="1">
                  <c:v>113.00907468266146</c:v>
                </c:pt>
                <c:pt idx="2">
                  <c:v>113.00505783233366</c:v>
                </c:pt>
                <c:pt idx="3">
                  <c:v>113.00501274933742</c:v>
                </c:pt>
                <c:pt idx="4">
                  <c:v>113.00104142837216</c:v>
                </c:pt>
                <c:pt idx="5">
                  <c:v>112.99702457804436</c:v>
                </c:pt>
                <c:pt idx="6">
                  <c:v>112.99635324313014</c:v>
                </c:pt>
                <c:pt idx="7">
                  <c:v>112.99300817408286</c:v>
                </c:pt>
                <c:pt idx="8">
                  <c:v>112.99171103361697</c:v>
                </c:pt>
                <c:pt idx="9">
                  <c:v>112.98899132375506</c:v>
                </c:pt>
                <c:pt idx="10">
                  <c:v>112.98702418747385</c:v>
                </c:pt>
                <c:pt idx="11">
                  <c:v>112.98497491979356</c:v>
                </c:pt>
                <c:pt idx="12">
                  <c:v>112.98095806946576</c:v>
                </c:pt>
                <c:pt idx="13">
                  <c:v>112.98095360580277</c:v>
                </c:pt>
                <c:pt idx="14">
                  <c:v>112.98094914213978</c:v>
                </c:pt>
                <c:pt idx="15">
                  <c:v>112.97738267540801</c:v>
                </c:pt>
                <c:pt idx="16">
                  <c:v>112.97381620867625</c:v>
                </c:pt>
                <c:pt idx="17">
                  <c:v>112.97381174501325</c:v>
                </c:pt>
                <c:pt idx="18">
                  <c:v>112.97380728135026</c:v>
                </c:pt>
                <c:pt idx="19">
                  <c:v>112.97113354721719</c:v>
                </c:pt>
                <c:pt idx="20">
                  <c:v>112.96845981308411</c:v>
                </c:pt>
                <c:pt idx="21">
                  <c:v>112.96845534942112</c:v>
                </c:pt>
                <c:pt idx="22">
                  <c:v>112.96845088575813</c:v>
                </c:pt>
                <c:pt idx="23">
                  <c:v>112.9640497140466</c:v>
                </c:pt>
                <c:pt idx="24">
                  <c:v>112.95964854233506</c:v>
                </c:pt>
                <c:pt idx="25">
                  <c:v>112.95524737062352</c:v>
                </c:pt>
                <c:pt idx="26">
                  <c:v>112.95084619891199</c:v>
                </c:pt>
                <c:pt idx="27">
                  <c:v>112.94644502720045</c:v>
                </c:pt>
                <c:pt idx="28">
                  <c:v>112.9420438554889</c:v>
                </c:pt>
                <c:pt idx="29">
                  <c:v>112.93764268377737</c:v>
                </c:pt>
                <c:pt idx="30">
                  <c:v>112.93324151206583</c:v>
                </c:pt>
                <c:pt idx="31">
                  <c:v>112.9288403403543</c:v>
                </c:pt>
                <c:pt idx="32">
                  <c:v>112.92443916864276</c:v>
                </c:pt>
                <c:pt idx="33">
                  <c:v>112.92003799693123</c:v>
                </c:pt>
                <c:pt idx="34">
                  <c:v>112.91563682521969</c:v>
                </c:pt>
                <c:pt idx="35">
                  <c:v>112.91123565350816</c:v>
                </c:pt>
                <c:pt idx="36">
                  <c:v>112.90683448179662</c:v>
                </c:pt>
                <c:pt idx="37">
                  <c:v>112.90243331008509</c:v>
                </c:pt>
                <c:pt idx="38">
                  <c:v>112.89803213837355</c:v>
                </c:pt>
                <c:pt idx="39">
                  <c:v>112.89363096666202</c:v>
                </c:pt>
                <c:pt idx="40">
                  <c:v>112.88922979495048</c:v>
                </c:pt>
                <c:pt idx="41">
                  <c:v>112.88922533128749</c:v>
                </c:pt>
                <c:pt idx="42">
                  <c:v>112.88922086762449</c:v>
                </c:pt>
                <c:pt idx="43">
                  <c:v>112.88551692007253</c:v>
                </c:pt>
                <c:pt idx="44">
                  <c:v>112.88181297252058</c:v>
                </c:pt>
                <c:pt idx="45">
                  <c:v>112.87810902496861</c:v>
                </c:pt>
                <c:pt idx="46">
                  <c:v>112.87440507741665</c:v>
                </c:pt>
                <c:pt idx="47">
                  <c:v>112.87070112986468</c:v>
                </c:pt>
                <c:pt idx="48">
                  <c:v>112.86699718231273</c:v>
                </c:pt>
                <c:pt idx="49">
                  <c:v>112.86329323476077</c:v>
                </c:pt>
                <c:pt idx="50">
                  <c:v>112.8595892872088</c:v>
                </c:pt>
                <c:pt idx="51">
                  <c:v>112.85588533965685</c:v>
                </c:pt>
                <c:pt idx="52">
                  <c:v>112.8521813921049</c:v>
                </c:pt>
                <c:pt idx="53">
                  <c:v>112.85217692844189</c:v>
                </c:pt>
                <c:pt idx="54">
                  <c:v>112.8521724647789</c:v>
                </c:pt>
                <c:pt idx="55">
                  <c:v>112.85173056214255</c:v>
                </c:pt>
                <c:pt idx="56">
                  <c:v>112.8512886595062</c:v>
                </c:pt>
                <c:pt idx="57">
                  <c:v>112.8512841958432</c:v>
                </c:pt>
                <c:pt idx="58">
                  <c:v>112.85127973218022</c:v>
                </c:pt>
                <c:pt idx="59">
                  <c:v>112.85360399556048</c:v>
                </c:pt>
                <c:pt idx="60">
                  <c:v>112.94121331853495</c:v>
                </c:pt>
                <c:pt idx="61">
                  <c:v>112.94150632630411</c:v>
                </c:pt>
                <c:pt idx="62">
                  <c:v>112.94179933407325</c:v>
                </c:pt>
                <c:pt idx="63">
                  <c:v>113.00010788013319</c:v>
                </c:pt>
                <c:pt idx="64">
                  <c:v>113.05841642619312</c:v>
                </c:pt>
                <c:pt idx="65">
                  <c:v>113.05841642619312</c:v>
                </c:pt>
                <c:pt idx="66">
                  <c:v>113.05841642619312</c:v>
                </c:pt>
                <c:pt idx="67">
                  <c:v>113.05841642619312</c:v>
                </c:pt>
                <c:pt idx="68">
                  <c:v>113.05841642619312</c:v>
                </c:pt>
                <c:pt idx="69">
                  <c:v>113.05841642619312</c:v>
                </c:pt>
                <c:pt idx="70">
                  <c:v>113.05841642619312</c:v>
                </c:pt>
                <c:pt idx="71">
                  <c:v>113.05841642619312</c:v>
                </c:pt>
                <c:pt idx="72">
                  <c:v>113.05841642619312</c:v>
                </c:pt>
                <c:pt idx="73">
                  <c:v>113.05841642619312</c:v>
                </c:pt>
                <c:pt idx="74">
                  <c:v>113.05841642619312</c:v>
                </c:pt>
                <c:pt idx="75">
                  <c:v>113.05841642619312</c:v>
                </c:pt>
                <c:pt idx="76">
                  <c:v>113.05841642619312</c:v>
                </c:pt>
                <c:pt idx="77">
                  <c:v>113.05841642619312</c:v>
                </c:pt>
                <c:pt idx="78">
                  <c:v>113.05841642619312</c:v>
                </c:pt>
                <c:pt idx="79">
                  <c:v>113.05841642619312</c:v>
                </c:pt>
                <c:pt idx="80">
                  <c:v>113.05841642619312</c:v>
                </c:pt>
                <c:pt idx="81">
                  <c:v>113.05841642619312</c:v>
                </c:pt>
                <c:pt idx="82">
                  <c:v>113.05841642619312</c:v>
                </c:pt>
                <c:pt idx="83">
                  <c:v>113.05841642619312</c:v>
                </c:pt>
                <c:pt idx="84">
                  <c:v>113.05841642619312</c:v>
                </c:pt>
                <c:pt idx="85">
                  <c:v>113.05841642619312</c:v>
                </c:pt>
                <c:pt idx="86">
                  <c:v>113.05841642619312</c:v>
                </c:pt>
                <c:pt idx="87">
                  <c:v>113.05841642619312</c:v>
                </c:pt>
                <c:pt idx="88">
                  <c:v>113.05841642619312</c:v>
                </c:pt>
                <c:pt idx="89">
                  <c:v>113.05841642619312</c:v>
                </c:pt>
                <c:pt idx="90">
                  <c:v>113.05841642619312</c:v>
                </c:pt>
                <c:pt idx="91">
                  <c:v>113.05841642619312</c:v>
                </c:pt>
                <c:pt idx="92">
                  <c:v>113.05841642619312</c:v>
                </c:pt>
                <c:pt idx="93">
                  <c:v>113.05841642619312</c:v>
                </c:pt>
                <c:pt idx="94">
                  <c:v>113.05841642619312</c:v>
                </c:pt>
                <c:pt idx="95">
                  <c:v>113.05841642619312</c:v>
                </c:pt>
                <c:pt idx="96">
                  <c:v>113.05841642619312</c:v>
                </c:pt>
                <c:pt idx="97">
                  <c:v>113.05841642619312</c:v>
                </c:pt>
                <c:pt idx="98">
                  <c:v>113.05841642619312</c:v>
                </c:pt>
                <c:pt idx="99">
                  <c:v>113.05841642619312</c:v>
                </c:pt>
                <c:pt idx="100">
                  <c:v>113.05841642619312</c:v>
                </c:pt>
                <c:pt idx="101">
                  <c:v>113.05841642619312</c:v>
                </c:pt>
                <c:pt idx="102">
                  <c:v>113.05841642619312</c:v>
                </c:pt>
                <c:pt idx="103">
                  <c:v>113.05841642619312</c:v>
                </c:pt>
                <c:pt idx="104">
                  <c:v>113.05841642619312</c:v>
                </c:pt>
                <c:pt idx="105">
                  <c:v>113.05841642619312</c:v>
                </c:pt>
                <c:pt idx="106">
                  <c:v>113.05841642619312</c:v>
                </c:pt>
                <c:pt idx="107">
                  <c:v>113.05841642619312</c:v>
                </c:pt>
                <c:pt idx="108">
                  <c:v>113.05841642619312</c:v>
                </c:pt>
                <c:pt idx="109">
                  <c:v>113.05841642619312</c:v>
                </c:pt>
                <c:pt idx="110">
                  <c:v>113.05841642619312</c:v>
                </c:pt>
                <c:pt idx="111">
                  <c:v>113.05841642619312</c:v>
                </c:pt>
                <c:pt idx="112">
                  <c:v>113.05841642619312</c:v>
                </c:pt>
                <c:pt idx="113">
                  <c:v>113.05841642619312</c:v>
                </c:pt>
                <c:pt idx="114">
                  <c:v>113.05841642619312</c:v>
                </c:pt>
                <c:pt idx="115">
                  <c:v>113.05841642619312</c:v>
                </c:pt>
                <c:pt idx="116">
                  <c:v>113.05841642619312</c:v>
                </c:pt>
                <c:pt idx="117">
                  <c:v>113.05841642619312</c:v>
                </c:pt>
                <c:pt idx="118">
                  <c:v>113.05841642619312</c:v>
                </c:pt>
                <c:pt idx="119">
                  <c:v>113.05841642619312</c:v>
                </c:pt>
                <c:pt idx="120">
                  <c:v>113.05841642619312</c:v>
                </c:pt>
                <c:pt idx="121">
                  <c:v>113.05841642619312</c:v>
                </c:pt>
                <c:pt idx="122">
                  <c:v>113.05841642619312</c:v>
                </c:pt>
                <c:pt idx="123">
                  <c:v>113.05841642619312</c:v>
                </c:pt>
                <c:pt idx="124">
                  <c:v>113.05841642619312</c:v>
                </c:pt>
                <c:pt idx="125">
                  <c:v>113.05841642619312</c:v>
                </c:pt>
                <c:pt idx="126">
                  <c:v>113.05841642619312</c:v>
                </c:pt>
                <c:pt idx="127">
                  <c:v>113.05841642619312</c:v>
                </c:pt>
                <c:pt idx="128">
                  <c:v>113.05841642619312</c:v>
                </c:pt>
                <c:pt idx="129">
                  <c:v>113.05841642619312</c:v>
                </c:pt>
                <c:pt idx="130">
                  <c:v>113.05841642619312</c:v>
                </c:pt>
              </c:numCache>
            </c:numRef>
          </c:xVal>
          <c:yVal>
            <c:numRef>
              <c:f>Sheet1!$B$268:$B$398</c:f>
              <c:numCache>
                <c:formatCode>General</c:formatCode>
                <c:ptCount val="131"/>
                <c:pt idx="0">
                  <c:v>2494.27</c:v>
                </c:pt>
                <c:pt idx="1">
                  <c:v>2515.0</c:v>
                </c:pt>
                <c:pt idx="2">
                  <c:v>2604.99</c:v>
                </c:pt>
                <c:pt idx="3">
                  <c:v>2606.0</c:v>
                </c:pt>
                <c:pt idx="4">
                  <c:v>2694.97</c:v>
                </c:pt>
                <c:pt idx="5">
                  <c:v>2784.96</c:v>
                </c:pt>
                <c:pt idx="6">
                  <c:v>2800.0</c:v>
                </c:pt>
                <c:pt idx="7">
                  <c:v>2874.94</c:v>
                </c:pt>
                <c:pt idx="8">
                  <c:v>2904.0</c:v>
                </c:pt>
                <c:pt idx="9">
                  <c:v>2964.93</c:v>
                </c:pt>
                <c:pt idx="10">
                  <c:v>3009.0</c:v>
                </c:pt>
                <c:pt idx="11">
                  <c:v>3054.91</c:v>
                </c:pt>
                <c:pt idx="12">
                  <c:v>3144.9</c:v>
                </c:pt>
                <c:pt idx="13">
                  <c:v>3145.0</c:v>
                </c:pt>
                <c:pt idx="14">
                  <c:v>3145.1</c:v>
                </c:pt>
                <c:pt idx="15">
                  <c:v>3225.0</c:v>
                </c:pt>
                <c:pt idx="16">
                  <c:v>3304.9</c:v>
                </c:pt>
                <c:pt idx="17">
                  <c:v>3305.0</c:v>
                </c:pt>
                <c:pt idx="18">
                  <c:v>3305.1</c:v>
                </c:pt>
                <c:pt idx="19">
                  <c:v>3365.0</c:v>
                </c:pt>
                <c:pt idx="20">
                  <c:v>3424.9</c:v>
                </c:pt>
                <c:pt idx="21">
                  <c:v>3425.0</c:v>
                </c:pt>
                <c:pt idx="22">
                  <c:v>3425.1</c:v>
                </c:pt>
                <c:pt idx="23">
                  <c:v>3523.7</c:v>
                </c:pt>
                <c:pt idx="24">
                  <c:v>3622.3</c:v>
                </c:pt>
                <c:pt idx="25">
                  <c:v>3720.9</c:v>
                </c:pt>
                <c:pt idx="26">
                  <c:v>3819.5</c:v>
                </c:pt>
                <c:pt idx="27">
                  <c:v>3918.1</c:v>
                </c:pt>
                <c:pt idx="28">
                  <c:v>4016.7</c:v>
                </c:pt>
                <c:pt idx="29">
                  <c:v>4115.3</c:v>
                </c:pt>
                <c:pt idx="30">
                  <c:v>4213.9</c:v>
                </c:pt>
                <c:pt idx="31">
                  <c:v>4312.5</c:v>
                </c:pt>
                <c:pt idx="32">
                  <c:v>4411.1</c:v>
                </c:pt>
                <c:pt idx="33">
                  <c:v>4509.7</c:v>
                </c:pt>
                <c:pt idx="34">
                  <c:v>4608.3</c:v>
                </c:pt>
                <c:pt idx="35">
                  <c:v>4706.9</c:v>
                </c:pt>
                <c:pt idx="36">
                  <c:v>4805.5</c:v>
                </c:pt>
                <c:pt idx="37">
                  <c:v>4904.1</c:v>
                </c:pt>
                <c:pt idx="38">
                  <c:v>5002.7</c:v>
                </c:pt>
                <c:pt idx="39">
                  <c:v>5101.3</c:v>
                </c:pt>
                <c:pt idx="40">
                  <c:v>5199.9</c:v>
                </c:pt>
                <c:pt idx="41">
                  <c:v>5200.0</c:v>
                </c:pt>
                <c:pt idx="42">
                  <c:v>5200.1</c:v>
                </c:pt>
                <c:pt idx="43">
                  <c:v>5283.08</c:v>
                </c:pt>
                <c:pt idx="44">
                  <c:v>5366.06</c:v>
                </c:pt>
                <c:pt idx="45">
                  <c:v>5449.04</c:v>
                </c:pt>
                <c:pt idx="46">
                  <c:v>5532.02</c:v>
                </c:pt>
                <c:pt idx="47">
                  <c:v>5615.0</c:v>
                </c:pt>
                <c:pt idx="48">
                  <c:v>5697.98</c:v>
                </c:pt>
                <c:pt idx="49">
                  <c:v>5780.96</c:v>
                </c:pt>
                <c:pt idx="50">
                  <c:v>5863.94</c:v>
                </c:pt>
                <c:pt idx="51">
                  <c:v>5946.92</c:v>
                </c:pt>
                <c:pt idx="52">
                  <c:v>6029.9</c:v>
                </c:pt>
                <c:pt idx="53">
                  <c:v>6030.0</c:v>
                </c:pt>
                <c:pt idx="54">
                  <c:v>6030.1</c:v>
                </c:pt>
                <c:pt idx="55">
                  <c:v>6040.0</c:v>
                </c:pt>
                <c:pt idx="56">
                  <c:v>6049.9</c:v>
                </c:pt>
                <c:pt idx="57">
                  <c:v>6050.0</c:v>
                </c:pt>
                <c:pt idx="58">
                  <c:v>6050.1</c:v>
                </c:pt>
                <c:pt idx="59">
                  <c:v>6080.0</c:v>
                </c:pt>
                <c:pt idx="60">
                  <c:v>6109.9</c:v>
                </c:pt>
                <c:pt idx="61">
                  <c:v>6110.0</c:v>
                </c:pt>
                <c:pt idx="62">
                  <c:v>6110.1</c:v>
                </c:pt>
                <c:pt idx="63">
                  <c:v>6130.0</c:v>
                </c:pt>
                <c:pt idx="64">
                  <c:v>6149.9</c:v>
                </c:pt>
                <c:pt idx="65">
                  <c:v>6149.9</c:v>
                </c:pt>
                <c:pt idx="66">
                  <c:v>6149.9</c:v>
                </c:pt>
                <c:pt idx="67">
                  <c:v>6149.9</c:v>
                </c:pt>
                <c:pt idx="68">
                  <c:v>6149.9</c:v>
                </c:pt>
                <c:pt idx="69">
                  <c:v>6149.9</c:v>
                </c:pt>
                <c:pt idx="70">
                  <c:v>6149.9</c:v>
                </c:pt>
                <c:pt idx="71">
                  <c:v>6149.9</c:v>
                </c:pt>
                <c:pt idx="72">
                  <c:v>6149.9</c:v>
                </c:pt>
                <c:pt idx="73">
                  <c:v>6149.9</c:v>
                </c:pt>
                <c:pt idx="74">
                  <c:v>6149.9</c:v>
                </c:pt>
                <c:pt idx="75">
                  <c:v>6149.9</c:v>
                </c:pt>
                <c:pt idx="76">
                  <c:v>6149.9</c:v>
                </c:pt>
                <c:pt idx="77">
                  <c:v>6149.9</c:v>
                </c:pt>
                <c:pt idx="78">
                  <c:v>6149.9</c:v>
                </c:pt>
                <c:pt idx="79">
                  <c:v>6149.9</c:v>
                </c:pt>
                <c:pt idx="80">
                  <c:v>6149.9</c:v>
                </c:pt>
                <c:pt idx="81">
                  <c:v>6149.9</c:v>
                </c:pt>
                <c:pt idx="82">
                  <c:v>6149.9</c:v>
                </c:pt>
                <c:pt idx="83">
                  <c:v>6149.9</c:v>
                </c:pt>
                <c:pt idx="84">
                  <c:v>6149.9</c:v>
                </c:pt>
                <c:pt idx="85">
                  <c:v>6149.9</c:v>
                </c:pt>
                <c:pt idx="86">
                  <c:v>6149.9</c:v>
                </c:pt>
                <c:pt idx="87">
                  <c:v>6149.9</c:v>
                </c:pt>
                <c:pt idx="88">
                  <c:v>6149.9</c:v>
                </c:pt>
                <c:pt idx="89">
                  <c:v>6149.9</c:v>
                </c:pt>
                <c:pt idx="90">
                  <c:v>6149.9</c:v>
                </c:pt>
                <c:pt idx="91">
                  <c:v>6149.9</c:v>
                </c:pt>
                <c:pt idx="92">
                  <c:v>6149.9</c:v>
                </c:pt>
                <c:pt idx="93">
                  <c:v>6149.9</c:v>
                </c:pt>
                <c:pt idx="94">
                  <c:v>6149.9</c:v>
                </c:pt>
                <c:pt idx="95">
                  <c:v>6149.9</c:v>
                </c:pt>
                <c:pt idx="96">
                  <c:v>6149.9</c:v>
                </c:pt>
                <c:pt idx="97">
                  <c:v>6149.9</c:v>
                </c:pt>
                <c:pt idx="98">
                  <c:v>6149.9</c:v>
                </c:pt>
                <c:pt idx="99">
                  <c:v>6149.9</c:v>
                </c:pt>
                <c:pt idx="100">
                  <c:v>6149.9</c:v>
                </c:pt>
                <c:pt idx="101">
                  <c:v>6149.9</c:v>
                </c:pt>
                <c:pt idx="102">
                  <c:v>6149.9</c:v>
                </c:pt>
                <c:pt idx="103">
                  <c:v>6149.9</c:v>
                </c:pt>
                <c:pt idx="104">
                  <c:v>6149.9</c:v>
                </c:pt>
                <c:pt idx="105">
                  <c:v>6149.9</c:v>
                </c:pt>
                <c:pt idx="106">
                  <c:v>6149.9</c:v>
                </c:pt>
                <c:pt idx="107">
                  <c:v>6149.9</c:v>
                </c:pt>
                <c:pt idx="108">
                  <c:v>6149.9</c:v>
                </c:pt>
                <c:pt idx="109">
                  <c:v>6149.9</c:v>
                </c:pt>
                <c:pt idx="110">
                  <c:v>6149.9</c:v>
                </c:pt>
                <c:pt idx="111">
                  <c:v>6149.9</c:v>
                </c:pt>
                <c:pt idx="112">
                  <c:v>6149.9</c:v>
                </c:pt>
                <c:pt idx="113">
                  <c:v>6149.9</c:v>
                </c:pt>
                <c:pt idx="114">
                  <c:v>6149.9</c:v>
                </c:pt>
                <c:pt idx="115">
                  <c:v>6149.9</c:v>
                </c:pt>
                <c:pt idx="116">
                  <c:v>6149.9</c:v>
                </c:pt>
                <c:pt idx="117">
                  <c:v>6149.9</c:v>
                </c:pt>
                <c:pt idx="118">
                  <c:v>6149.9</c:v>
                </c:pt>
                <c:pt idx="119">
                  <c:v>6149.9</c:v>
                </c:pt>
                <c:pt idx="120">
                  <c:v>6149.9</c:v>
                </c:pt>
                <c:pt idx="121">
                  <c:v>6149.9</c:v>
                </c:pt>
                <c:pt idx="122">
                  <c:v>6149.9</c:v>
                </c:pt>
                <c:pt idx="123">
                  <c:v>6149.9</c:v>
                </c:pt>
                <c:pt idx="124">
                  <c:v>6149.9</c:v>
                </c:pt>
                <c:pt idx="125">
                  <c:v>6149.9</c:v>
                </c:pt>
                <c:pt idx="126">
                  <c:v>6149.9</c:v>
                </c:pt>
                <c:pt idx="127">
                  <c:v>6149.9</c:v>
                </c:pt>
                <c:pt idx="128">
                  <c:v>6149.9</c:v>
                </c:pt>
                <c:pt idx="129">
                  <c:v>6149.9</c:v>
                </c:pt>
                <c:pt idx="130">
                  <c:v>6149.9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Sheet1!$B$400</c:f>
              <c:strCache>
                <c:ptCount val="1"/>
                <c:pt idx="0">
                  <c:v>Liner 10 3/4"</c:v>
                </c:pt>
              </c:strCache>
            </c:strRef>
          </c:tx>
          <c:spPr>
            <a:ln w="25400">
              <a:solidFill>
                <a:srgbClr val="2E8B57"/>
              </a:solidFill>
            </a:ln>
          </c:spPr>
          <c:marker>
            <c:symbol val="circle"/>
            <c:size val="4"/>
            <c:spPr>
              <a:solidFill>
                <a:srgbClr val="2E8B57"/>
              </a:solidFill>
              <a:ln>
                <a:solidFill>
                  <a:srgbClr val="2E8B57"/>
                </a:solidFill>
              </a:ln>
            </c:spPr>
          </c:marker>
          <c:xVal>
            <c:numRef>
              <c:f>Sheet1!$A$401:$A$531</c:f>
              <c:numCache>
                <c:formatCode>General</c:formatCode>
                <c:ptCount val="131"/>
                <c:pt idx="0">
                  <c:v>112.85</c:v>
                </c:pt>
                <c:pt idx="1">
                  <c:v>113.51</c:v>
                </c:pt>
                <c:pt idx="2">
                  <c:v>114.18</c:v>
                </c:pt>
                <c:pt idx="3">
                  <c:v>114.35</c:v>
                </c:pt>
                <c:pt idx="4">
                  <c:v>114.49</c:v>
                </c:pt>
                <c:pt idx="5">
                  <c:v>115.29</c:v>
                </c:pt>
                <c:pt idx="6">
                  <c:v>117.28</c:v>
                </c:pt>
                <c:pt idx="7">
                  <c:v>118.26</c:v>
                </c:pt>
                <c:pt idx="8">
                  <c:v>118.26</c:v>
                </c:pt>
                <c:pt idx="9">
                  <c:v>118.26</c:v>
                </c:pt>
                <c:pt idx="10">
                  <c:v>118.26</c:v>
                </c:pt>
                <c:pt idx="11">
                  <c:v>118.26</c:v>
                </c:pt>
                <c:pt idx="12">
                  <c:v>118.26</c:v>
                </c:pt>
                <c:pt idx="13">
                  <c:v>118.26</c:v>
                </c:pt>
                <c:pt idx="14">
                  <c:v>118.26</c:v>
                </c:pt>
                <c:pt idx="15">
                  <c:v>118.26</c:v>
                </c:pt>
                <c:pt idx="16">
                  <c:v>118.26</c:v>
                </c:pt>
                <c:pt idx="17">
                  <c:v>118.26</c:v>
                </c:pt>
                <c:pt idx="18">
                  <c:v>118.26</c:v>
                </c:pt>
                <c:pt idx="19">
                  <c:v>118.26</c:v>
                </c:pt>
                <c:pt idx="20">
                  <c:v>118.26</c:v>
                </c:pt>
                <c:pt idx="21">
                  <c:v>118.26</c:v>
                </c:pt>
                <c:pt idx="22">
                  <c:v>118.26</c:v>
                </c:pt>
                <c:pt idx="23">
                  <c:v>118.26</c:v>
                </c:pt>
                <c:pt idx="24">
                  <c:v>118.26</c:v>
                </c:pt>
                <c:pt idx="25">
                  <c:v>118.26</c:v>
                </c:pt>
                <c:pt idx="26">
                  <c:v>118.26</c:v>
                </c:pt>
                <c:pt idx="27">
                  <c:v>118.26</c:v>
                </c:pt>
                <c:pt idx="28">
                  <c:v>118.26</c:v>
                </c:pt>
                <c:pt idx="29">
                  <c:v>118.26</c:v>
                </c:pt>
                <c:pt idx="30">
                  <c:v>118.26</c:v>
                </c:pt>
                <c:pt idx="31">
                  <c:v>118.26</c:v>
                </c:pt>
                <c:pt idx="32">
                  <c:v>118.26</c:v>
                </c:pt>
                <c:pt idx="33">
                  <c:v>118.26</c:v>
                </c:pt>
                <c:pt idx="34">
                  <c:v>118.26</c:v>
                </c:pt>
                <c:pt idx="35">
                  <c:v>118.26</c:v>
                </c:pt>
                <c:pt idx="36">
                  <c:v>118.26</c:v>
                </c:pt>
                <c:pt idx="37">
                  <c:v>118.26</c:v>
                </c:pt>
                <c:pt idx="38">
                  <c:v>118.26</c:v>
                </c:pt>
                <c:pt idx="39">
                  <c:v>118.26</c:v>
                </c:pt>
                <c:pt idx="40">
                  <c:v>118.26</c:v>
                </c:pt>
                <c:pt idx="41">
                  <c:v>118.26</c:v>
                </c:pt>
                <c:pt idx="42">
                  <c:v>118.26</c:v>
                </c:pt>
                <c:pt idx="43">
                  <c:v>118.26</c:v>
                </c:pt>
                <c:pt idx="44">
                  <c:v>118.26</c:v>
                </c:pt>
                <c:pt idx="45">
                  <c:v>118.26</c:v>
                </c:pt>
                <c:pt idx="46">
                  <c:v>118.26</c:v>
                </c:pt>
                <c:pt idx="47">
                  <c:v>118.26</c:v>
                </c:pt>
                <c:pt idx="48">
                  <c:v>118.26</c:v>
                </c:pt>
                <c:pt idx="49">
                  <c:v>118.26</c:v>
                </c:pt>
                <c:pt idx="50">
                  <c:v>118.26</c:v>
                </c:pt>
                <c:pt idx="51">
                  <c:v>118.26</c:v>
                </c:pt>
                <c:pt idx="52">
                  <c:v>118.26</c:v>
                </c:pt>
                <c:pt idx="53">
                  <c:v>118.26</c:v>
                </c:pt>
                <c:pt idx="54">
                  <c:v>118.26</c:v>
                </c:pt>
                <c:pt idx="55">
                  <c:v>118.26</c:v>
                </c:pt>
                <c:pt idx="56">
                  <c:v>118.26</c:v>
                </c:pt>
                <c:pt idx="57">
                  <c:v>118.26</c:v>
                </c:pt>
                <c:pt idx="58">
                  <c:v>118.26</c:v>
                </c:pt>
                <c:pt idx="59">
                  <c:v>118.26</c:v>
                </c:pt>
                <c:pt idx="60">
                  <c:v>118.26</c:v>
                </c:pt>
                <c:pt idx="61">
                  <c:v>118.26</c:v>
                </c:pt>
                <c:pt idx="62">
                  <c:v>118.26</c:v>
                </c:pt>
                <c:pt idx="63">
                  <c:v>118.26</c:v>
                </c:pt>
                <c:pt idx="64">
                  <c:v>118.26</c:v>
                </c:pt>
                <c:pt idx="65">
                  <c:v>118.26</c:v>
                </c:pt>
                <c:pt idx="66">
                  <c:v>118.26</c:v>
                </c:pt>
                <c:pt idx="67">
                  <c:v>118.26</c:v>
                </c:pt>
                <c:pt idx="68">
                  <c:v>118.26</c:v>
                </c:pt>
                <c:pt idx="69">
                  <c:v>118.26</c:v>
                </c:pt>
                <c:pt idx="70">
                  <c:v>118.26</c:v>
                </c:pt>
                <c:pt idx="71">
                  <c:v>118.26</c:v>
                </c:pt>
                <c:pt idx="72">
                  <c:v>118.26</c:v>
                </c:pt>
                <c:pt idx="73">
                  <c:v>118.26</c:v>
                </c:pt>
                <c:pt idx="74">
                  <c:v>118.26</c:v>
                </c:pt>
                <c:pt idx="75">
                  <c:v>118.26</c:v>
                </c:pt>
                <c:pt idx="76">
                  <c:v>118.26</c:v>
                </c:pt>
                <c:pt idx="77">
                  <c:v>118.26</c:v>
                </c:pt>
                <c:pt idx="78">
                  <c:v>118.26</c:v>
                </c:pt>
                <c:pt idx="79">
                  <c:v>118.26</c:v>
                </c:pt>
                <c:pt idx="80">
                  <c:v>118.26</c:v>
                </c:pt>
                <c:pt idx="81">
                  <c:v>118.26</c:v>
                </c:pt>
                <c:pt idx="82">
                  <c:v>118.26</c:v>
                </c:pt>
                <c:pt idx="83">
                  <c:v>118.26</c:v>
                </c:pt>
                <c:pt idx="84">
                  <c:v>118.26</c:v>
                </c:pt>
                <c:pt idx="85">
                  <c:v>118.26</c:v>
                </c:pt>
                <c:pt idx="86">
                  <c:v>118.26</c:v>
                </c:pt>
                <c:pt idx="87">
                  <c:v>118.26</c:v>
                </c:pt>
                <c:pt idx="88">
                  <c:v>118.26</c:v>
                </c:pt>
                <c:pt idx="89">
                  <c:v>118.26</c:v>
                </c:pt>
                <c:pt idx="90">
                  <c:v>118.26</c:v>
                </c:pt>
                <c:pt idx="91">
                  <c:v>118.26</c:v>
                </c:pt>
                <c:pt idx="92">
                  <c:v>118.26</c:v>
                </c:pt>
                <c:pt idx="93">
                  <c:v>118.26</c:v>
                </c:pt>
                <c:pt idx="94">
                  <c:v>118.26</c:v>
                </c:pt>
                <c:pt idx="95">
                  <c:v>118.26</c:v>
                </c:pt>
                <c:pt idx="96">
                  <c:v>118.26</c:v>
                </c:pt>
                <c:pt idx="97">
                  <c:v>118.26</c:v>
                </c:pt>
                <c:pt idx="98">
                  <c:v>118.26</c:v>
                </c:pt>
                <c:pt idx="99">
                  <c:v>118.26</c:v>
                </c:pt>
                <c:pt idx="100">
                  <c:v>118.26</c:v>
                </c:pt>
                <c:pt idx="101">
                  <c:v>118.26</c:v>
                </c:pt>
                <c:pt idx="102">
                  <c:v>118.26</c:v>
                </c:pt>
                <c:pt idx="103">
                  <c:v>118.26</c:v>
                </c:pt>
                <c:pt idx="104">
                  <c:v>118.26</c:v>
                </c:pt>
                <c:pt idx="105">
                  <c:v>118.26</c:v>
                </c:pt>
                <c:pt idx="106">
                  <c:v>118.26</c:v>
                </c:pt>
                <c:pt idx="107">
                  <c:v>118.26</c:v>
                </c:pt>
                <c:pt idx="108">
                  <c:v>118.26</c:v>
                </c:pt>
                <c:pt idx="109">
                  <c:v>118.26</c:v>
                </c:pt>
                <c:pt idx="110">
                  <c:v>118.26</c:v>
                </c:pt>
                <c:pt idx="111">
                  <c:v>118.26</c:v>
                </c:pt>
                <c:pt idx="112">
                  <c:v>118.26</c:v>
                </c:pt>
                <c:pt idx="113">
                  <c:v>118.26</c:v>
                </c:pt>
                <c:pt idx="114">
                  <c:v>118.26</c:v>
                </c:pt>
                <c:pt idx="115">
                  <c:v>118.26</c:v>
                </c:pt>
                <c:pt idx="116">
                  <c:v>118.26</c:v>
                </c:pt>
                <c:pt idx="117">
                  <c:v>118.26</c:v>
                </c:pt>
                <c:pt idx="118">
                  <c:v>118.26</c:v>
                </c:pt>
                <c:pt idx="119">
                  <c:v>118.26</c:v>
                </c:pt>
                <c:pt idx="120">
                  <c:v>118.26</c:v>
                </c:pt>
                <c:pt idx="121">
                  <c:v>118.26</c:v>
                </c:pt>
                <c:pt idx="122">
                  <c:v>118.26</c:v>
                </c:pt>
                <c:pt idx="123">
                  <c:v>118.26</c:v>
                </c:pt>
                <c:pt idx="124">
                  <c:v>118.26</c:v>
                </c:pt>
                <c:pt idx="125">
                  <c:v>118.26</c:v>
                </c:pt>
                <c:pt idx="126">
                  <c:v>118.26</c:v>
                </c:pt>
                <c:pt idx="127">
                  <c:v>118.26</c:v>
                </c:pt>
                <c:pt idx="128">
                  <c:v>118.26</c:v>
                </c:pt>
                <c:pt idx="129">
                  <c:v>118.26</c:v>
                </c:pt>
                <c:pt idx="130">
                  <c:v>118.26</c:v>
                </c:pt>
              </c:numCache>
            </c:numRef>
          </c:xVal>
          <c:yVal>
            <c:numRef>
              <c:f>Sheet1!$B$401:$B$531</c:f>
              <c:numCache>
                <c:formatCode>General</c:formatCode>
                <c:ptCount val="131"/>
                <c:pt idx="0">
                  <c:v>6078.77</c:v>
                </c:pt>
                <c:pt idx="1">
                  <c:v>6304.02</c:v>
                </c:pt>
                <c:pt idx="2">
                  <c:v>6339.81</c:v>
                </c:pt>
                <c:pt idx="3">
                  <c:v>6435.12</c:v>
                </c:pt>
                <c:pt idx="4">
                  <c:v>6557.09</c:v>
                </c:pt>
                <c:pt idx="5">
                  <c:v>6641.8</c:v>
                </c:pt>
                <c:pt idx="6">
                  <c:v>6703.52</c:v>
                </c:pt>
                <c:pt idx="7">
                  <c:v>6732.0</c:v>
                </c:pt>
                <c:pt idx="8">
                  <c:v>6732.0</c:v>
                </c:pt>
                <c:pt idx="9">
                  <c:v>6732.0</c:v>
                </c:pt>
                <c:pt idx="10">
                  <c:v>6732.0</c:v>
                </c:pt>
                <c:pt idx="11">
                  <c:v>6732.0</c:v>
                </c:pt>
                <c:pt idx="12">
                  <c:v>6732.0</c:v>
                </c:pt>
                <c:pt idx="13">
                  <c:v>6732.0</c:v>
                </c:pt>
                <c:pt idx="14">
                  <c:v>6732.0</c:v>
                </c:pt>
                <c:pt idx="15">
                  <c:v>6732.0</c:v>
                </c:pt>
                <c:pt idx="16">
                  <c:v>6732.0</c:v>
                </c:pt>
                <c:pt idx="17">
                  <c:v>6732.0</c:v>
                </c:pt>
                <c:pt idx="18">
                  <c:v>6732.0</c:v>
                </c:pt>
                <c:pt idx="19">
                  <c:v>6732.0</c:v>
                </c:pt>
                <c:pt idx="20">
                  <c:v>6732.0</c:v>
                </c:pt>
                <c:pt idx="21">
                  <c:v>6732.0</c:v>
                </c:pt>
                <c:pt idx="22">
                  <c:v>6732.0</c:v>
                </c:pt>
                <c:pt idx="23">
                  <c:v>6732.0</c:v>
                </c:pt>
                <c:pt idx="24">
                  <c:v>6732.0</c:v>
                </c:pt>
                <c:pt idx="25">
                  <c:v>6732.0</c:v>
                </c:pt>
                <c:pt idx="26">
                  <c:v>6732.0</c:v>
                </c:pt>
                <c:pt idx="27">
                  <c:v>6732.0</c:v>
                </c:pt>
                <c:pt idx="28">
                  <c:v>6732.0</c:v>
                </c:pt>
                <c:pt idx="29">
                  <c:v>6732.0</c:v>
                </c:pt>
                <c:pt idx="30">
                  <c:v>6732.0</c:v>
                </c:pt>
                <c:pt idx="31">
                  <c:v>6732.0</c:v>
                </c:pt>
                <c:pt idx="32">
                  <c:v>6732.0</c:v>
                </c:pt>
                <c:pt idx="33">
                  <c:v>6732.0</c:v>
                </c:pt>
                <c:pt idx="34">
                  <c:v>6732.0</c:v>
                </c:pt>
                <c:pt idx="35">
                  <c:v>6732.0</c:v>
                </c:pt>
                <c:pt idx="36">
                  <c:v>6732.0</c:v>
                </c:pt>
                <c:pt idx="37">
                  <c:v>6732.0</c:v>
                </c:pt>
                <c:pt idx="38">
                  <c:v>6732.0</c:v>
                </c:pt>
                <c:pt idx="39">
                  <c:v>6732.0</c:v>
                </c:pt>
                <c:pt idx="40">
                  <c:v>6732.0</c:v>
                </c:pt>
                <c:pt idx="41">
                  <c:v>6732.0</c:v>
                </c:pt>
                <c:pt idx="42">
                  <c:v>6732.0</c:v>
                </c:pt>
                <c:pt idx="43">
                  <c:v>6732.0</c:v>
                </c:pt>
                <c:pt idx="44">
                  <c:v>6732.0</c:v>
                </c:pt>
                <c:pt idx="45">
                  <c:v>6732.0</c:v>
                </c:pt>
                <c:pt idx="46">
                  <c:v>6732.0</c:v>
                </c:pt>
                <c:pt idx="47">
                  <c:v>6732.0</c:v>
                </c:pt>
                <c:pt idx="48">
                  <c:v>6732.0</c:v>
                </c:pt>
                <c:pt idx="49">
                  <c:v>6732.0</c:v>
                </c:pt>
                <c:pt idx="50">
                  <c:v>6732.0</c:v>
                </c:pt>
                <c:pt idx="51">
                  <c:v>6732.0</c:v>
                </c:pt>
                <c:pt idx="52">
                  <c:v>6732.0</c:v>
                </c:pt>
                <c:pt idx="53">
                  <c:v>6732.0</c:v>
                </c:pt>
                <c:pt idx="54">
                  <c:v>6732.0</c:v>
                </c:pt>
                <c:pt idx="55">
                  <c:v>6732.0</c:v>
                </c:pt>
                <c:pt idx="56">
                  <c:v>6732.0</c:v>
                </c:pt>
                <c:pt idx="57">
                  <c:v>6732.0</c:v>
                </c:pt>
                <c:pt idx="58">
                  <c:v>6732.0</c:v>
                </c:pt>
                <c:pt idx="59">
                  <c:v>6732.0</c:v>
                </c:pt>
                <c:pt idx="60">
                  <c:v>6732.0</c:v>
                </c:pt>
                <c:pt idx="61">
                  <c:v>6732.0</c:v>
                </c:pt>
                <c:pt idx="62">
                  <c:v>6732.0</c:v>
                </c:pt>
                <c:pt idx="63">
                  <c:v>6732.0</c:v>
                </c:pt>
                <c:pt idx="64">
                  <c:v>6732.0</c:v>
                </c:pt>
                <c:pt idx="65">
                  <c:v>6732.0</c:v>
                </c:pt>
                <c:pt idx="66">
                  <c:v>6732.0</c:v>
                </c:pt>
                <c:pt idx="67">
                  <c:v>6732.0</c:v>
                </c:pt>
                <c:pt idx="68">
                  <c:v>6732.0</c:v>
                </c:pt>
                <c:pt idx="69">
                  <c:v>6732.0</c:v>
                </c:pt>
                <c:pt idx="70">
                  <c:v>6732.0</c:v>
                </c:pt>
                <c:pt idx="71">
                  <c:v>6732.0</c:v>
                </c:pt>
                <c:pt idx="72">
                  <c:v>6732.0</c:v>
                </c:pt>
                <c:pt idx="73">
                  <c:v>6732.0</c:v>
                </c:pt>
                <c:pt idx="74">
                  <c:v>6732.0</c:v>
                </c:pt>
                <c:pt idx="75">
                  <c:v>6732.0</c:v>
                </c:pt>
                <c:pt idx="76">
                  <c:v>6732.0</c:v>
                </c:pt>
                <c:pt idx="77">
                  <c:v>6732.0</c:v>
                </c:pt>
                <c:pt idx="78">
                  <c:v>6732.0</c:v>
                </c:pt>
                <c:pt idx="79">
                  <c:v>6732.0</c:v>
                </c:pt>
                <c:pt idx="80">
                  <c:v>6732.0</c:v>
                </c:pt>
                <c:pt idx="81">
                  <c:v>6732.0</c:v>
                </c:pt>
                <c:pt idx="82">
                  <c:v>6732.0</c:v>
                </c:pt>
                <c:pt idx="83">
                  <c:v>6732.0</c:v>
                </c:pt>
                <c:pt idx="84">
                  <c:v>6732.0</c:v>
                </c:pt>
                <c:pt idx="85">
                  <c:v>6732.0</c:v>
                </c:pt>
                <c:pt idx="86">
                  <c:v>6732.0</c:v>
                </c:pt>
                <c:pt idx="87">
                  <c:v>6732.0</c:v>
                </c:pt>
                <c:pt idx="88">
                  <c:v>6732.0</c:v>
                </c:pt>
                <c:pt idx="89">
                  <c:v>6732.0</c:v>
                </c:pt>
                <c:pt idx="90">
                  <c:v>6732.0</c:v>
                </c:pt>
                <c:pt idx="91">
                  <c:v>6732.0</c:v>
                </c:pt>
                <c:pt idx="92">
                  <c:v>6732.0</c:v>
                </c:pt>
                <c:pt idx="93">
                  <c:v>6732.0</c:v>
                </c:pt>
                <c:pt idx="94">
                  <c:v>6732.0</c:v>
                </c:pt>
                <c:pt idx="95">
                  <c:v>6732.0</c:v>
                </c:pt>
                <c:pt idx="96">
                  <c:v>6732.0</c:v>
                </c:pt>
                <c:pt idx="97">
                  <c:v>6732.0</c:v>
                </c:pt>
                <c:pt idx="98">
                  <c:v>6732.0</c:v>
                </c:pt>
                <c:pt idx="99">
                  <c:v>6732.0</c:v>
                </c:pt>
                <c:pt idx="100">
                  <c:v>6732.0</c:v>
                </c:pt>
                <c:pt idx="101">
                  <c:v>6732.0</c:v>
                </c:pt>
                <c:pt idx="102">
                  <c:v>6732.0</c:v>
                </c:pt>
                <c:pt idx="103">
                  <c:v>6732.0</c:v>
                </c:pt>
                <c:pt idx="104">
                  <c:v>6732.0</c:v>
                </c:pt>
                <c:pt idx="105">
                  <c:v>6732.0</c:v>
                </c:pt>
                <c:pt idx="106">
                  <c:v>6732.0</c:v>
                </c:pt>
                <c:pt idx="107">
                  <c:v>6732.0</c:v>
                </c:pt>
                <c:pt idx="108">
                  <c:v>6732.0</c:v>
                </c:pt>
                <c:pt idx="109">
                  <c:v>6732.0</c:v>
                </c:pt>
                <c:pt idx="110">
                  <c:v>6732.0</c:v>
                </c:pt>
                <c:pt idx="111">
                  <c:v>6732.0</c:v>
                </c:pt>
                <c:pt idx="112">
                  <c:v>6732.0</c:v>
                </c:pt>
                <c:pt idx="113">
                  <c:v>6732.0</c:v>
                </c:pt>
                <c:pt idx="114">
                  <c:v>6732.0</c:v>
                </c:pt>
                <c:pt idx="115">
                  <c:v>6732.0</c:v>
                </c:pt>
                <c:pt idx="116">
                  <c:v>6732.0</c:v>
                </c:pt>
                <c:pt idx="117">
                  <c:v>6732.0</c:v>
                </c:pt>
                <c:pt idx="118">
                  <c:v>6732.0</c:v>
                </c:pt>
                <c:pt idx="119">
                  <c:v>6732.0</c:v>
                </c:pt>
                <c:pt idx="120">
                  <c:v>6732.0</c:v>
                </c:pt>
                <c:pt idx="121">
                  <c:v>6732.0</c:v>
                </c:pt>
                <c:pt idx="122">
                  <c:v>6732.0</c:v>
                </c:pt>
                <c:pt idx="123">
                  <c:v>6732.0</c:v>
                </c:pt>
                <c:pt idx="124">
                  <c:v>6732.0</c:v>
                </c:pt>
                <c:pt idx="125">
                  <c:v>6732.0</c:v>
                </c:pt>
                <c:pt idx="126">
                  <c:v>6732.0</c:v>
                </c:pt>
                <c:pt idx="127">
                  <c:v>6732.0</c:v>
                </c:pt>
                <c:pt idx="128">
                  <c:v>6732.0</c:v>
                </c:pt>
                <c:pt idx="129">
                  <c:v>6732.0</c:v>
                </c:pt>
                <c:pt idx="130">
                  <c:v>6732.0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Sheet1!$B$533</c:f>
              <c:strCache>
                <c:ptCount val="1"/>
                <c:pt idx="0">
                  <c:v>Liner 10 3/4" est.</c:v>
                </c:pt>
              </c:strCache>
            </c:strRef>
          </c:tx>
          <c:spPr>
            <a:ln w="22225">
              <a:solidFill>
                <a:srgbClr val="2E8B57"/>
              </a:solidFill>
              <a:prstDash val="sysDot"/>
            </a:ln>
          </c:spPr>
          <c:marker>
            <c:symbol val="none"/>
          </c:marker>
          <c:xVal>
            <c:numRef>
              <c:f>Sheet1!$A$534:$A$664</c:f>
              <c:numCache>
                <c:formatCode>General</c:formatCode>
                <c:ptCount val="131"/>
                <c:pt idx="0">
                  <c:v>112.7657016648169</c:v>
                </c:pt>
                <c:pt idx="1">
                  <c:v>112.76599467258605</c:v>
                </c:pt>
                <c:pt idx="2">
                  <c:v>112.85</c:v>
                </c:pt>
                <c:pt idx="3">
                  <c:v>112.85</c:v>
                </c:pt>
                <c:pt idx="4">
                  <c:v>112.85</c:v>
                </c:pt>
                <c:pt idx="5">
                  <c:v>112.85</c:v>
                </c:pt>
                <c:pt idx="6">
                  <c:v>112.85</c:v>
                </c:pt>
                <c:pt idx="7">
                  <c:v>112.85</c:v>
                </c:pt>
                <c:pt idx="8">
                  <c:v>112.85</c:v>
                </c:pt>
                <c:pt idx="9">
                  <c:v>112.85</c:v>
                </c:pt>
                <c:pt idx="10">
                  <c:v>112.85</c:v>
                </c:pt>
                <c:pt idx="11">
                  <c:v>112.85</c:v>
                </c:pt>
                <c:pt idx="12">
                  <c:v>112.85</c:v>
                </c:pt>
                <c:pt idx="13">
                  <c:v>112.85</c:v>
                </c:pt>
                <c:pt idx="14">
                  <c:v>112.85</c:v>
                </c:pt>
                <c:pt idx="15">
                  <c:v>112.85</c:v>
                </c:pt>
                <c:pt idx="16">
                  <c:v>112.85</c:v>
                </c:pt>
                <c:pt idx="17">
                  <c:v>112.85</c:v>
                </c:pt>
                <c:pt idx="18">
                  <c:v>112.85</c:v>
                </c:pt>
                <c:pt idx="19">
                  <c:v>112.85</c:v>
                </c:pt>
                <c:pt idx="20">
                  <c:v>112.85</c:v>
                </c:pt>
                <c:pt idx="21">
                  <c:v>112.85</c:v>
                </c:pt>
                <c:pt idx="22">
                  <c:v>112.85</c:v>
                </c:pt>
                <c:pt idx="23">
                  <c:v>112.85</c:v>
                </c:pt>
                <c:pt idx="24">
                  <c:v>112.85</c:v>
                </c:pt>
                <c:pt idx="25">
                  <c:v>112.85</c:v>
                </c:pt>
                <c:pt idx="26">
                  <c:v>112.85</c:v>
                </c:pt>
                <c:pt idx="27">
                  <c:v>112.85</c:v>
                </c:pt>
                <c:pt idx="28">
                  <c:v>112.85</c:v>
                </c:pt>
                <c:pt idx="29">
                  <c:v>112.85</c:v>
                </c:pt>
                <c:pt idx="30">
                  <c:v>112.85</c:v>
                </c:pt>
                <c:pt idx="31">
                  <c:v>112.85</c:v>
                </c:pt>
                <c:pt idx="32">
                  <c:v>112.85</c:v>
                </c:pt>
                <c:pt idx="33">
                  <c:v>112.85</c:v>
                </c:pt>
                <c:pt idx="34">
                  <c:v>112.85</c:v>
                </c:pt>
                <c:pt idx="35">
                  <c:v>112.85</c:v>
                </c:pt>
                <c:pt idx="36">
                  <c:v>112.85</c:v>
                </c:pt>
                <c:pt idx="37">
                  <c:v>112.85</c:v>
                </c:pt>
                <c:pt idx="38">
                  <c:v>112.85</c:v>
                </c:pt>
                <c:pt idx="39">
                  <c:v>112.85</c:v>
                </c:pt>
                <c:pt idx="40">
                  <c:v>112.85</c:v>
                </c:pt>
                <c:pt idx="41">
                  <c:v>112.85</c:v>
                </c:pt>
                <c:pt idx="42">
                  <c:v>112.85</c:v>
                </c:pt>
                <c:pt idx="43">
                  <c:v>112.85</c:v>
                </c:pt>
                <c:pt idx="44">
                  <c:v>112.85</c:v>
                </c:pt>
                <c:pt idx="45">
                  <c:v>112.85</c:v>
                </c:pt>
                <c:pt idx="46">
                  <c:v>112.85</c:v>
                </c:pt>
                <c:pt idx="47">
                  <c:v>112.85</c:v>
                </c:pt>
                <c:pt idx="48">
                  <c:v>112.85</c:v>
                </c:pt>
                <c:pt idx="49">
                  <c:v>112.85</c:v>
                </c:pt>
                <c:pt idx="50">
                  <c:v>112.85</c:v>
                </c:pt>
                <c:pt idx="51">
                  <c:v>112.85</c:v>
                </c:pt>
                <c:pt idx="52">
                  <c:v>112.85</c:v>
                </c:pt>
                <c:pt idx="53">
                  <c:v>112.85</c:v>
                </c:pt>
                <c:pt idx="54">
                  <c:v>112.85</c:v>
                </c:pt>
                <c:pt idx="55">
                  <c:v>112.85</c:v>
                </c:pt>
                <c:pt idx="56">
                  <c:v>112.85</c:v>
                </c:pt>
                <c:pt idx="57">
                  <c:v>112.85</c:v>
                </c:pt>
                <c:pt idx="58">
                  <c:v>112.85</c:v>
                </c:pt>
                <c:pt idx="59">
                  <c:v>112.85</c:v>
                </c:pt>
                <c:pt idx="60">
                  <c:v>112.85</c:v>
                </c:pt>
                <c:pt idx="61">
                  <c:v>112.85</c:v>
                </c:pt>
                <c:pt idx="62">
                  <c:v>112.85</c:v>
                </c:pt>
                <c:pt idx="63">
                  <c:v>112.85</c:v>
                </c:pt>
                <c:pt idx="64">
                  <c:v>112.85</c:v>
                </c:pt>
                <c:pt idx="65">
                  <c:v>112.85</c:v>
                </c:pt>
                <c:pt idx="66">
                  <c:v>112.85</c:v>
                </c:pt>
                <c:pt idx="67">
                  <c:v>112.85</c:v>
                </c:pt>
                <c:pt idx="68">
                  <c:v>112.85</c:v>
                </c:pt>
                <c:pt idx="69">
                  <c:v>112.85</c:v>
                </c:pt>
                <c:pt idx="70">
                  <c:v>112.85</c:v>
                </c:pt>
                <c:pt idx="71">
                  <c:v>112.85</c:v>
                </c:pt>
                <c:pt idx="72">
                  <c:v>112.85</c:v>
                </c:pt>
                <c:pt idx="73">
                  <c:v>112.85</c:v>
                </c:pt>
                <c:pt idx="74">
                  <c:v>112.85</c:v>
                </c:pt>
                <c:pt idx="75">
                  <c:v>112.85</c:v>
                </c:pt>
                <c:pt idx="76">
                  <c:v>112.85</c:v>
                </c:pt>
                <c:pt idx="77">
                  <c:v>112.85</c:v>
                </c:pt>
                <c:pt idx="78">
                  <c:v>112.85</c:v>
                </c:pt>
                <c:pt idx="79">
                  <c:v>112.85</c:v>
                </c:pt>
                <c:pt idx="80">
                  <c:v>112.85</c:v>
                </c:pt>
                <c:pt idx="81">
                  <c:v>112.85</c:v>
                </c:pt>
                <c:pt idx="82">
                  <c:v>112.85</c:v>
                </c:pt>
                <c:pt idx="83">
                  <c:v>112.85</c:v>
                </c:pt>
                <c:pt idx="84">
                  <c:v>112.85</c:v>
                </c:pt>
                <c:pt idx="85">
                  <c:v>112.85</c:v>
                </c:pt>
                <c:pt idx="86">
                  <c:v>112.85</c:v>
                </c:pt>
                <c:pt idx="87">
                  <c:v>112.85</c:v>
                </c:pt>
                <c:pt idx="88">
                  <c:v>112.85</c:v>
                </c:pt>
                <c:pt idx="89">
                  <c:v>112.85</c:v>
                </c:pt>
                <c:pt idx="90">
                  <c:v>112.85</c:v>
                </c:pt>
                <c:pt idx="91">
                  <c:v>112.85</c:v>
                </c:pt>
                <c:pt idx="92">
                  <c:v>112.85</c:v>
                </c:pt>
                <c:pt idx="93">
                  <c:v>112.85</c:v>
                </c:pt>
                <c:pt idx="94">
                  <c:v>112.85</c:v>
                </c:pt>
                <c:pt idx="95">
                  <c:v>112.85</c:v>
                </c:pt>
                <c:pt idx="96">
                  <c:v>112.85</c:v>
                </c:pt>
                <c:pt idx="97">
                  <c:v>112.85</c:v>
                </c:pt>
                <c:pt idx="98">
                  <c:v>112.85</c:v>
                </c:pt>
                <c:pt idx="99">
                  <c:v>112.85</c:v>
                </c:pt>
                <c:pt idx="100">
                  <c:v>112.85</c:v>
                </c:pt>
                <c:pt idx="101">
                  <c:v>112.85</c:v>
                </c:pt>
                <c:pt idx="102">
                  <c:v>112.85</c:v>
                </c:pt>
                <c:pt idx="103">
                  <c:v>112.85</c:v>
                </c:pt>
                <c:pt idx="104">
                  <c:v>112.85</c:v>
                </c:pt>
                <c:pt idx="105">
                  <c:v>112.85</c:v>
                </c:pt>
                <c:pt idx="106">
                  <c:v>112.85</c:v>
                </c:pt>
                <c:pt idx="107">
                  <c:v>112.85</c:v>
                </c:pt>
                <c:pt idx="108">
                  <c:v>112.85</c:v>
                </c:pt>
                <c:pt idx="109">
                  <c:v>112.85</c:v>
                </c:pt>
                <c:pt idx="110">
                  <c:v>112.85</c:v>
                </c:pt>
                <c:pt idx="111">
                  <c:v>112.85</c:v>
                </c:pt>
                <c:pt idx="112">
                  <c:v>112.85</c:v>
                </c:pt>
                <c:pt idx="113">
                  <c:v>112.85</c:v>
                </c:pt>
                <c:pt idx="114">
                  <c:v>112.85</c:v>
                </c:pt>
                <c:pt idx="115">
                  <c:v>112.85</c:v>
                </c:pt>
                <c:pt idx="116">
                  <c:v>112.85</c:v>
                </c:pt>
                <c:pt idx="117">
                  <c:v>112.85</c:v>
                </c:pt>
                <c:pt idx="118">
                  <c:v>112.85</c:v>
                </c:pt>
                <c:pt idx="119">
                  <c:v>112.85</c:v>
                </c:pt>
                <c:pt idx="120">
                  <c:v>112.85</c:v>
                </c:pt>
                <c:pt idx="121">
                  <c:v>112.85</c:v>
                </c:pt>
                <c:pt idx="122">
                  <c:v>112.85</c:v>
                </c:pt>
                <c:pt idx="123">
                  <c:v>112.85</c:v>
                </c:pt>
                <c:pt idx="124">
                  <c:v>112.85</c:v>
                </c:pt>
                <c:pt idx="125">
                  <c:v>112.85</c:v>
                </c:pt>
                <c:pt idx="126">
                  <c:v>112.85</c:v>
                </c:pt>
                <c:pt idx="127">
                  <c:v>112.85</c:v>
                </c:pt>
                <c:pt idx="128">
                  <c:v>112.85</c:v>
                </c:pt>
                <c:pt idx="129">
                  <c:v>112.85</c:v>
                </c:pt>
                <c:pt idx="130">
                  <c:v>112.85</c:v>
                </c:pt>
              </c:numCache>
            </c:numRef>
          </c:xVal>
          <c:yVal>
            <c:numRef>
              <c:f>Sheet1!$B$534:$B$664</c:f>
              <c:numCache>
                <c:formatCode>General</c:formatCode>
                <c:ptCount val="131"/>
                <c:pt idx="0">
                  <c:v>6050.0</c:v>
                </c:pt>
                <c:pt idx="1">
                  <c:v>6050.1</c:v>
                </c:pt>
                <c:pt idx="2">
                  <c:v>6078.77</c:v>
                </c:pt>
                <c:pt idx="3">
                  <c:v>6078.77</c:v>
                </c:pt>
                <c:pt idx="4">
                  <c:v>6078.77</c:v>
                </c:pt>
                <c:pt idx="5">
                  <c:v>6078.77</c:v>
                </c:pt>
                <c:pt idx="6">
                  <c:v>6078.77</c:v>
                </c:pt>
                <c:pt idx="7">
                  <c:v>6078.77</c:v>
                </c:pt>
                <c:pt idx="8">
                  <c:v>6078.77</c:v>
                </c:pt>
                <c:pt idx="9">
                  <c:v>6078.77</c:v>
                </c:pt>
                <c:pt idx="10">
                  <c:v>6078.77</c:v>
                </c:pt>
                <c:pt idx="11">
                  <c:v>6078.77</c:v>
                </c:pt>
                <c:pt idx="12">
                  <c:v>6078.77</c:v>
                </c:pt>
                <c:pt idx="13">
                  <c:v>6078.77</c:v>
                </c:pt>
                <c:pt idx="14">
                  <c:v>6078.77</c:v>
                </c:pt>
                <c:pt idx="15">
                  <c:v>6078.77</c:v>
                </c:pt>
                <c:pt idx="16">
                  <c:v>6078.77</c:v>
                </c:pt>
                <c:pt idx="17">
                  <c:v>6078.77</c:v>
                </c:pt>
                <c:pt idx="18">
                  <c:v>6078.77</c:v>
                </c:pt>
                <c:pt idx="19">
                  <c:v>6078.77</c:v>
                </c:pt>
                <c:pt idx="20">
                  <c:v>6078.77</c:v>
                </c:pt>
                <c:pt idx="21">
                  <c:v>6078.77</c:v>
                </c:pt>
                <c:pt idx="22">
                  <c:v>6078.77</c:v>
                </c:pt>
                <c:pt idx="23">
                  <c:v>6078.77</c:v>
                </c:pt>
                <c:pt idx="24">
                  <c:v>6078.77</c:v>
                </c:pt>
                <c:pt idx="25">
                  <c:v>6078.77</c:v>
                </c:pt>
                <c:pt idx="26">
                  <c:v>6078.77</c:v>
                </c:pt>
                <c:pt idx="27">
                  <c:v>6078.77</c:v>
                </c:pt>
                <c:pt idx="28">
                  <c:v>6078.77</c:v>
                </c:pt>
                <c:pt idx="29">
                  <c:v>6078.77</c:v>
                </c:pt>
                <c:pt idx="30">
                  <c:v>6078.77</c:v>
                </c:pt>
                <c:pt idx="31">
                  <c:v>6078.77</c:v>
                </c:pt>
                <c:pt idx="32">
                  <c:v>6078.77</c:v>
                </c:pt>
                <c:pt idx="33">
                  <c:v>6078.77</c:v>
                </c:pt>
                <c:pt idx="34">
                  <c:v>6078.77</c:v>
                </c:pt>
                <c:pt idx="35">
                  <c:v>6078.77</c:v>
                </c:pt>
                <c:pt idx="36">
                  <c:v>6078.77</c:v>
                </c:pt>
                <c:pt idx="37">
                  <c:v>6078.77</c:v>
                </c:pt>
                <c:pt idx="38">
                  <c:v>6078.77</c:v>
                </c:pt>
                <c:pt idx="39">
                  <c:v>6078.77</c:v>
                </c:pt>
                <c:pt idx="40">
                  <c:v>6078.77</c:v>
                </c:pt>
                <c:pt idx="41">
                  <c:v>6078.77</c:v>
                </c:pt>
                <c:pt idx="42">
                  <c:v>6078.77</c:v>
                </c:pt>
                <c:pt idx="43">
                  <c:v>6078.77</c:v>
                </c:pt>
                <c:pt idx="44">
                  <c:v>6078.77</c:v>
                </c:pt>
                <c:pt idx="45">
                  <c:v>6078.77</c:v>
                </c:pt>
                <c:pt idx="46">
                  <c:v>6078.77</c:v>
                </c:pt>
                <c:pt idx="47">
                  <c:v>6078.77</c:v>
                </c:pt>
                <c:pt idx="48">
                  <c:v>6078.77</c:v>
                </c:pt>
                <c:pt idx="49">
                  <c:v>6078.77</c:v>
                </c:pt>
                <c:pt idx="50">
                  <c:v>6078.77</c:v>
                </c:pt>
                <c:pt idx="51">
                  <c:v>6078.77</c:v>
                </c:pt>
                <c:pt idx="52">
                  <c:v>6078.77</c:v>
                </c:pt>
                <c:pt idx="53">
                  <c:v>6078.77</c:v>
                </c:pt>
                <c:pt idx="54">
                  <c:v>6078.77</c:v>
                </c:pt>
                <c:pt idx="55">
                  <c:v>6078.77</c:v>
                </c:pt>
                <c:pt idx="56">
                  <c:v>6078.77</c:v>
                </c:pt>
                <c:pt idx="57">
                  <c:v>6078.77</c:v>
                </c:pt>
                <c:pt idx="58">
                  <c:v>6078.77</c:v>
                </c:pt>
                <c:pt idx="59">
                  <c:v>6078.77</c:v>
                </c:pt>
                <c:pt idx="60">
                  <c:v>6078.77</c:v>
                </c:pt>
                <c:pt idx="61">
                  <c:v>6078.77</c:v>
                </c:pt>
                <c:pt idx="62">
                  <c:v>6078.77</c:v>
                </c:pt>
                <c:pt idx="63">
                  <c:v>6078.77</c:v>
                </c:pt>
                <c:pt idx="64">
                  <c:v>6078.77</c:v>
                </c:pt>
                <c:pt idx="65">
                  <c:v>6078.77</c:v>
                </c:pt>
                <c:pt idx="66">
                  <c:v>6078.77</c:v>
                </c:pt>
                <c:pt idx="67">
                  <c:v>6078.77</c:v>
                </c:pt>
                <c:pt idx="68">
                  <c:v>6078.77</c:v>
                </c:pt>
                <c:pt idx="69">
                  <c:v>6078.77</c:v>
                </c:pt>
                <c:pt idx="70">
                  <c:v>6078.77</c:v>
                </c:pt>
                <c:pt idx="71">
                  <c:v>6078.77</c:v>
                </c:pt>
                <c:pt idx="72">
                  <c:v>6078.77</c:v>
                </c:pt>
                <c:pt idx="73">
                  <c:v>6078.77</c:v>
                </c:pt>
                <c:pt idx="74">
                  <c:v>6078.77</c:v>
                </c:pt>
                <c:pt idx="75">
                  <c:v>6078.77</c:v>
                </c:pt>
                <c:pt idx="76">
                  <c:v>6078.77</c:v>
                </c:pt>
                <c:pt idx="77">
                  <c:v>6078.77</c:v>
                </c:pt>
                <c:pt idx="78">
                  <c:v>6078.77</c:v>
                </c:pt>
                <c:pt idx="79">
                  <c:v>6078.77</c:v>
                </c:pt>
                <c:pt idx="80">
                  <c:v>6078.77</c:v>
                </c:pt>
                <c:pt idx="81">
                  <c:v>6078.77</c:v>
                </c:pt>
                <c:pt idx="82">
                  <c:v>6078.77</c:v>
                </c:pt>
                <c:pt idx="83">
                  <c:v>6078.77</c:v>
                </c:pt>
                <c:pt idx="84">
                  <c:v>6078.77</c:v>
                </c:pt>
                <c:pt idx="85">
                  <c:v>6078.77</c:v>
                </c:pt>
                <c:pt idx="86">
                  <c:v>6078.77</c:v>
                </c:pt>
                <c:pt idx="87">
                  <c:v>6078.77</c:v>
                </c:pt>
                <c:pt idx="88">
                  <c:v>6078.77</c:v>
                </c:pt>
                <c:pt idx="89">
                  <c:v>6078.77</c:v>
                </c:pt>
                <c:pt idx="90">
                  <c:v>6078.77</c:v>
                </c:pt>
                <c:pt idx="91">
                  <c:v>6078.77</c:v>
                </c:pt>
                <c:pt idx="92">
                  <c:v>6078.77</c:v>
                </c:pt>
                <c:pt idx="93">
                  <c:v>6078.77</c:v>
                </c:pt>
                <c:pt idx="94">
                  <c:v>6078.77</c:v>
                </c:pt>
                <c:pt idx="95">
                  <c:v>6078.77</c:v>
                </c:pt>
                <c:pt idx="96">
                  <c:v>6078.77</c:v>
                </c:pt>
                <c:pt idx="97">
                  <c:v>6078.77</c:v>
                </c:pt>
                <c:pt idx="98">
                  <c:v>6078.77</c:v>
                </c:pt>
                <c:pt idx="99">
                  <c:v>6078.77</c:v>
                </c:pt>
                <c:pt idx="100">
                  <c:v>6078.77</c:v>
                </c:pt>
                <c:pt idx="101">
                  <c:v>6078.77</c:v>
                </c:pt>
                <c:pt idx="102">
                  <c:v>6078.77</c:v>
                </c:pt>
                <c:pt idx="103">
                  <c:v>6078.77</c:v>
                </c:pt>
                <c:pt idx="104">
                  <c:v>6078.77</c:v>
                </c:pt>
                <c:pt idx="105">
                  <c:v>6078.77</c:v>
                </c:pt>
                <c:pt idx="106">
                  <c:v>6078.77</c:v>
                </c:pt>
                <c:pt idx="107">
                  <c:v>6078.77</c:v>
                </c:pt>
                <c:pt idx="108">
                  <c:v>6078.77</c:v>
                </c:pt>
                <c:pt idx="109">
                  <c:v>6078.77</c:v>
                </c:pt>
                <c:pt idx="110">
                  <c:v>6078.77</c:v>
                </c:pt>
                <c:pt idx="111">
                  <c:v>6078.77</c:v>
                </c:pt>
                <c:pt idx="112">
                  <c:v>6078.77</c:v>
                </c:pt>
                <c:pt idx="113">
                  <c:v>6078.77</c:v>
                </c:pt>
                <c:pt idx="114">
                  <c:v>6078.77</c:v>
                </c:pt>
                <c:pt idx="115">
                  <c:v>6078.77</c:v>
                </c:pt>
                <c:pt idx="116">
                  <c:v>6078.77</c:v>
                </c:pt>
                <c:pt idx="117">
                  <c:v>6078.77</c:v>
                </c:pt>
                <c:pt idx="118">
                  <c:v>6078.77</c:v>
                </c:pt>
                <c:pt idx="119">
                  <c:v>6078.77</c:v>
                </c:pt>
                <c:pt idx="120">
                  <c:v>6078.77</c:v>
                </c:pt>
                <c:pt idx="121">
                  <c:v>6078.77</c:v>
                </c:pt>
                <c:pt idx="122">
                  <c:v>6078.77</c:v>
                </c:pt>
                <c:pt idx="123">
                  <c:v>6078.77</c:v>
                </c:pt>
                <c:pt idx="124">
                  <c:v>6078.77</c:v>
                </c:pt>
                <c:pt idx="125">
                  <c:v>6078.77</c:v>
                </c:pt>
                <c:pt idx="126">
                  <c:v>6078.77</c:v>
                </c:pt>
                <c:pt idx="127">
                  <c:v>6078.77</c:v>
                </c:pt>
                <c:pt idx="128">
                  <c:v>6078.77</c:v>
                </c:pt>
                <c:pt idx="129">
                  <c:v>6078.77</c:v>
                </c:pt>
                <c:pt idx="130">
                  <c:v>6078.77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Sheet1!$B$666</c:f>
              <c:strCache>
                <c:ptCount val="1"/>
                <c:pt idx="0">
                  <c:v>COP/COI</c:v>
                </c:pt>
              </c:strCache>
            </c:strRef>
          </c:tx>
          <c:spPr>
            <a:ln w="25400">
              <a:solidFill>
                <a:srgbClr val="B23A48"/>
              </a:solidFill>
            </a:ln>
          </c:spPr>
          <c:marker>
            <c:symbol val="circle"/>
            <c:size val="4"/>
            <c:spPr>
              <a:solidFill>
                <a:srgbClr val="B23A48"/>
              </a:solidFill>
              <a:ln>
                <a:solidFill>
                  <a:srgbClr val="B23A48"/>
                </a:solidFill>
              </a:ln>
            </c:spPr>
          </c:marker>
          <c:xVal>
            <c:numRef>
              <c:f>Sheet1!$A$667:$A$797</c:f>
              <c:numCache>
                <c:formatCode>General</c:formatCode>
                <c:ptCount val="131"/>
                <c:pt idx="0">
                  <c:v>90.07</c:v>
                </c:pt>
                <c:pt idx="1">
                  <c:v>95.48</c:v>
                </c:pt>
                <c:pt idx="2">
                  <c:v>96.02</c:v>
                </c:pt>
                <c:pt idx="3">
                  <c:v>96.43</c:v>
                </c:pt>
                <c:pt idx="4">
                  <c:v>96.67</c:v>
                </c:pt>
                <c:pt idx="5">
                  <c:v>96.94</c:v>
                </c:pt>
                <c:pt idx="6">
                  <c:v>97.26</c:v>
                </c:pt>
                <c:pt idx="7">
                  <c:v>97.9</c:v>
                </c:pt>
                <c:pt idx="8">
                  <c:v>99.96</c:v>
                </c:pt>
                <c:pt idx="9">
                  <c:v>102.24</c:v>
                </c:pt>
                <c:pt idx="10">
                  <c:v>104.09</c:v>
                </c:pt>
                <c:pt idx="11">
                  <c:v>105.33</c:v>
                </c:pt>
                <c:pt idx="12">
                  <c:v>106.5</c:v>
                </c:pt>
                <c:pt idx="13">
                  <c:v>108.6</c:v>
                </c:pt>
                <c:pt idx="14">
                  <c:v>110.76</c:v>
                </c:pt>
                <c:pt idx="15">
                  <c:v>112.36</c:v>
                </c:pt>
                <c:pt idx="16">
                  <c:v>113.51</c:v>
                </c:pt>
                <c:pt idx="17">
                  <c:v>114.06</c:v>
                </c:pt>
                <c:pt idx="18">
                  <c:v>114.15</c:v>
                </c:pt>
                <c:pt idx="19">
                  <c:v>114.15</c:v>
                </c:pt>
                <c:pt idx="20">
                  <c:v>114.15</c:v>
                </c:pt>
                <c:pt idx="21">
                  <c:v>114.15</c:v>
                </c:pt>
                <c:pt idx="22">
                  <c:v>114.15</c:v>
                </c:pt>
                <c:pt idx="23">
                  <c:v>114.15</c:v>
                </c:pt>
                <c:pt idx="24">
                  <c:v>114.15</c:v>
                </c:pt>
                <c:pt idx="25">
                  <c:v>114.15</c:v>
                </c:pt>
                <c:pt idx="26">
                  <c:v>114.15</c:v>
                </c:pt>
                <c:pt idx="27">
                  <c:v>114.15</c:v>
                </c:pt>
                <c:pt idx="28">
                  <c:v>114.15</c:v>
                </c:pt>
                <c:pt idx="29">
                  <c:v>114.15</c:v>
                </c:pt>
                <c:pt idx="30">
                  <c:v>114.15</c:v>
                </c:pt>
                <c:pt idx="31">
                  <c:v>114.15</c:v>
                </c:pt>
                <c:pt idx="32">
                  <c:v>114.15</c:v>
                </c:pt>
                <c:pt idx="33">
                  <c:v>114.15</c:v>
                </c:pt>
                <c:pt idx="34">
                  <c:v>114.15</c:v>
                </c:pt>
                <c:pt idx="35">
                  <c:v>114.15</c:v>
                </c:pt>
                <c:pt idx="36">
                  <c:v>114.15</c:v>
                </c:pt>
                <c:pt idx="37">
                  <c:v>114.15</c:v>
                </c:pt>
                <c:pt idx="38">
                  <c:v>114.15</c:v>
                </c:pt>
                <c:pt idx="39">
                  <c:v>114.15</c:v>
                </c:pt>
                <c:pt idx="40">
                  <c:v>114.15</c:v>
                </c:pt>
                <c:pt idx="41">
                  <c:v>114.15</c:v>
                </c:pt>
                <c:pt idx="42">
                  <c:v>114.15</c:v>
                </c:pt>
                <c:pt idx="43">
                  <c:v>114.15</c:v>
                </c:pt>
                <c:pt idx="44">
                  <c:v>114.15</c:v>
                </c:pt>
                <c:pt idx="45">
                  <c:v>114.15</c:v>
                </c:pt>
                <c:pt idx="46">
                  <c:v>114.15</c:v>
                </c:pt>
                <c:pt idx="47">
                  <c:v>114.15</c:v>
                </c:pt>
                <c:pt idx="48">
                  <c:v>114.15</c:v>
                </c:pt>
                <c:pt idx="49">
                  <c:v>114.15</c:v>
                </c:pt>
                <c:pt idx="50">
                  <c:v>114.15</c:v>
                </c:pt>
                <c:pt idx="51">
                  <c:v>114.15</c:v>
                </c:pt>
                <c:pt idx="52">
                  <c:v>114.15</c:v>
                </c:pt>
                <c:pt idx="53">
                  <c:v>114.15</c:v>
                </c:pt>
                <c:pt idx="54">
                  <c:v>114.15</c:v>
                </c:pt>
                <c:pt idx="55">
                  <c:v>114.15</c:v>
                </c:pt>
                <c:pt idx="56">
                  <c:v>114.15</c:v>
                </c:pt>
                <c:pt idx="57">
                  <c:v>114.15</c:v>
                </c:pt>
                <c:pt idx="58">
                  <c:v>114.15</c:v>
                </c:pt>
                <c:pt idx="59">
                  <c:v>114.15</c:v>
                </c:pt>
                <c:pt idx="60">
                  <c:v>114.15</c:v>
                </c:pt>
                <c:pt idx="61">
                  <c:v>114.15</c:v>
                </c:pt>
                <c:pt idx="62">
                  <c:v>114.15</c:v>
                </c:pt>
                <c:pt idx="63">
                  <c:v>114.15</c:v>
                </c:pt>
                <c:pt idx="64">
                  <c:v>114.15</c:v>
                </c:pt>
                <c:pt idx="65">
                  <c:v>114.15</c:v>
                </c:pt>
                <c:pt idx="66">
                  <c:v>114.15</c:v>
                </c:pt>
                <c:pt idx="67">
                  <c:v>114.15</c:v>
                </c:pt>
                <c:pt idx="68">
                  <c:v>114.15</c:v>
                </c:pt>
                <c:pt idx="69">
                  <c:v>114.15</c:v>
                </c:pt>
                <c:pt idx="70">
                  <c:v>114.15</c:v>
                </c:pt>
                <c:pt idx="71">
                  <c:v>114.15</c:v>
                </c:pt>
                <c:pt idx="72">
                  <c:v>114.15</c:v>
                </c:pt>
                <c:pt idx="73">
                  <c:v>114.15</c:v>
                </c:pt>
                <c:pt idx="74">
                  <c:v>114.15</c:v>
                </c:pt>
                <c:pt idx="75">
                  <c:v>114.15</c:v>
                </c:pt>
                <c:pt idx="76">
                  <c:v>114.15</c:v>
                </c:pt>
                <c:pt idx="77">
                  <c:v>114.15</c:v>
                </c:pt>
                <c:pt idx="78">
                  <c:v>114.15</c:v>
                </c:pt>
                <c:pt idx="79">
                  <c:v>114.15</c:v>
                </c:pt>
                <c:pt idx="80">
                  <c:v>114.15</c:v>
                </c:pt>
                <c:pt idx="81">
                  <c:v>114.15</c:v>
                </c:pt>
                <c:pt idx="82">
                  <c:v>114.15</c:v>
                </c:pt>
                <c:pt idx="83">
                  <c:v>114.15</c:v>
                </c:pt>
                <c:pt idx="84">
                  <c:v>114.15</c:v>
                </c:pt>
                <c:pt idx="85">
                  <c:v>114.15</c:v>
                </c:pt>
                <c:pt idx="86">
                  <c:v>114.15</c:v>
                </c:pt>
                <c:pt idx="87">
                  <c:v>114.15</c:v>
                </c:pt>
                <c:pt idx="88">
                  <c:v>114.15</c:v>
                </c:pt>
                <c:pt idx="89">
                  <c:v>114.15</c:v>
                </c:pt>
                <c:pt idx="90">
                  <c:v>114.15</c:v>
                </c:pt>
                <c:pt idx="91">
                  <c:v>114.15</c:v>
                </c:pt>
                <c:pt idx="92">
                  <c:v>114.15</c:v>
                </c:pt>
                <c:pt idx="93">
                  <c:v>114.15</c:v>
                </c:pt>
                <c:pt idx="94">
                  <c:v>114.15</c:v>
                </c:pt>
                <c:pt idx="95">
                  <c:v>114.15</c:v>
                </c:pt>
                <c:pt idx="96">
                  <c:v>114.15</c:v>
                </c:pt>
                <c:pt idx="97">
                  <c:v>114.15</c:v>
                </c:pt>
                <c:pt idx="98">
                  <c:v>114.15</c:v>
                </c:pt>
                <c:pt idx="99">
                  <c:v>114.15</c:v>
                </c:pt>
                <c:pt idx="100">
                  <c:v>114.15</c:v>
                </c:pt>
                <c:pt idx="101">
                  <c:v>114.15</c:v>
                </c:pt>
                <c:pt idx="102">
                  <c:v>114.15</c:v>
                </c:pt>
                <c:pt idx="103">
                  <c:v>114.15</c:v>
                </c:pt>
                <c:pt idx="104">
                  <c:v>114.15</c:v>
                </c:pt>
                <c:pt idx="105">
                  <c:v>114.15</c:v>
                </c:pt>
                <c:pt idx="106">
                  <c:v>114.15</c:v>
                </c:pt>
                <c:pt idx="107">
                  <c:v>114.15</c:v>
                </c:pt>
                <c:pt idx="108">
                  <c:v>114.15</c:v>
                </c:pt>
                <c:pt idx="109">
                  <c:v>114.15</c:v>
                </c:pt>
                <c:pt idx="110">
                  <c:v>114.15</c:v>
                </c:pt>
                <c:pt idx="111">
                  <c:v>114.15</c:v>
                </c:pt>
                <c:pt idx="112">
                  <c:v>114.15</c:v>
                </c:pt>
                <c:pt idx="113">
                  <c:v>114.15</c:v>
                </c:pt>
                <c:pt idx="114">
                  <c:v>114.15</c:v>
                </c:pt>
                <c:pt idx="115">
                  <c:v>114.15</c:v>
                </c:pt>
                <c:pt idx="116">
                  <c:v>114.15</c:v>
                </c:pt>
                <c:pt idx="117">
                  <c:v>114.15</c:v>
                </c:pt>
                <c:pt idx="118">
                  <c:v>114.15</c:v>
                </c:pt>
                <c:pt idx="119">
                  <c:v>114.15</c:v>
                </c:pt>
                <c:pt idx="120">
                  <c:v>114.15</c:v>
                </c:pt>
                <c:pt idx="121">
                  <c:v>114.15</c:v>
                </c:pt>
                <c:pt idx="122">
                  <c:v>114.15</c:v>
                </c:pt>
                <c:pt idx="123">
                  <c:v>114.15</c:v>
                </c:pt>
                <c:pt idx="124">
                  <c:v>114.15</c:v>
                </c:pt>
                <c:pt idx="125">
                  <c:v>114.15</c:v>
                </c:pt>
                <c:pt idx="126">
                  <c:v>114.15</c:v>
                </c:pt>
                <c:pt idx="127">
                  <c:v>114.15</c:v>
                </c:pt>
                <c:pt idx="128">
                  <c:v>114.15</c:v>
                </c:pt>
                <c:pt idx="129">
                  <c:v>114.15</c:v>
                </c:pt>
                <c:pt idx="130">
                  <c:v>114.15</c:v>
                </c:pt>
              </c:numCache>
            </c:numRef>
          </c:xVal>
          <c:yVal>
            <c:numRef>
              <c:f>Sheet1!$B$667:$B$797</c:f>
              <c:numCache>
                <c:formatCode>General</c:formatCode>
                <c:ptCount val="131"/>
                <c:pt idx="0">
                  <c:v>1785.0</c:v>
                </c:pt>
                <c:pt idx="1">
                  <c:v>1785.31</c:v>
                </c:pt>
                <c:pt idx="2">
                  <c:v>1785.65</c:v>
                </c:pt>
                <c:pt idx="3">
                  <c:v>1786.31</c:v>
                </c:pt>
                <c:pt idx="4">
                  <c:v>1786.86</c:v>
                </c:pt>
                <c:pt idx="5">
                  <c:v>1787.53</c:v>
                </c:pt>
                <c:pt idx="6">
                  <c:v>1788.51</c:v>
                </c:pt>
                <c:pt idx="7">
                  <c:v>1789.8</c:v>
                </c:pt>
                <c:pt idx="8">
                  <c:v>1792.93</c:v>
                </c:pt>
                <c:pt idx="9">
                  <c:v>1802.64</c:v>
                </c:pt>
                <c:pt idx="10">
                  <c:v>1809.89</c:v>
                </c:pt>
                <c:pt idx="11">
                  <c:v>1811.09</c:v>
                </c:pt>
                <c:pt idx="12">
                  <c:v>1871.91</c:v>
                </c:pt>
                <c:pt idx="13">
                  <c:v>2015.49</c:v>
                </c:pt>
                <c:pt idx="14">
                  <c:v>2039.3</c:v>
                </c:pt>
                <c:pt idx="15">
                  <c:v>2065.02</c:v>
                </c:pt>
                <c:pt idx="16">
                  <c:v>2259.42</c:v>
                </c:pt>
                <c:pt idx="17">
                  <c:v>2331.72</c:v>
                </c:pt>
                <c:pt idx="18">
                  <c:v>2359.34</c:v>
                </c:pt>
                <c:pt idx="19">
                  <c:v>2359.34</c:v>
                </c:pt>
                <c:pt idx="20">
                  <c:v>2359.34</c:v>
                </c:pt>
                <c:pt idx="21">
                  <c:v>2359.34</c:v>
                </c:pt>
                <c:pt idx="22">
                  <c:v>2359.34</c:v>
                </c:pt>
                <c:pt idx="23">
                  <c:v>2359.34</c:v>
                </c:pt>
                <c:pt idx="24">
                  <c:v>2359.34</c:v>
                </c:pt>
                <c:pt idx="25">
                  <c:v>2359.34</c:v>
                </c:pt>
                <c:pt idx="26">
                  <c:v>2359.34</c:v>
                </c:pt>
                <c:pt idx="27">
                  <c:v>2359.34</c:v>
                </c:pt>
                <c:pt idx="28">
                  <c:v>2359.34</c:v>
                </c:pt>
                <c:pt idx="29">
                  <c:v>2359.34</c:v>
                </c:pt>
                <c:pt idx="30">
                  <c:v>2359.34</c:v>
                </c:pt>
                <c:pt idx="31">
                  <c:v>2359.34</c:v>
                </c:pt>
                <c:pt idx="32">
                  <c:v>2359.34</c:v>
                </c:pt>
                <c:pt idx="33">
                  <c:v>2359.34</c:v>
                </c:pt>
                <c:pt idx="34">
                  <c:v>2359.34</c:v>
                </c:pt>
                <c:pt idx="35">
                  <c:v>2359.34</c:v>
                </c:pt>
                <c:pt idx="36">
                  <c:v>2359.34</c:v>
                </c:pt>
                <c:pt idx="37">
                  <c:v>2359.34</c:v>
                </c:pt>
                <c:pt idx="38">
                  <c:v>2359.34</c:v>
                </c:pt>
                <c:pt idx="39">
                  <c:v>2359.34</c:v>
                </c:pt>
                <c:pt idx="40">
                  <c:v>2359.34</c:v>
                </c:pt>
                <c:pt idx="41">
                  <c:v>2359.34</c:v>
                </c:pt>
                <c:pt idx="42">
                  <c:v>2359.34</c:v>
                </c:pt>
                <c:pt idx="43">
                  <c:v>2359.34</c:v>
                </c:pt>
                <c:pt idx="44">
                  <c:v>2359.34</c:v>
                </c:pt>
                <c:pt idx="45">
                  <c:v>2359.34</c:v>
                </c:pt>
                <c:pt idx="46">
                  <c:v>2359.34</c:v>
                </c:pt>
                <c:pt idx="47">
                  <c:v>2359.34</c:v>
                </c:pt>
                <c:pt idx="48">
                  <c:v>2359.34</c:v>
                </c:pt>
                <c:pt idx="49">
                  <c:v>2359.34</c:v>
                </c:pt>
                <c:pt idx="50">
                  <c:v>2359.34</c:v>
                </c:pt>
                <c:pt idx="51">
                  <c:v>2359.34</c:v>
                </c:pt>
                <c:pt idx="52">
                  <c:v>2359.34</c:v>
                </c:pt>
                <c:pt idx="53">
                  <c:v>2359.34</c:v>
                </c:pt>
                <c:pt idx="54">
                  <c:v>2359.34</c:v>
                </c:pt>
                <c:pt idx="55">
                  <c:v>2359.34</c:v>
                </c:pt>
                <c:pt idx="56">
                  <c:v>2359.34</c:v>
                </c:pt>
                <c:pt idx="57">
                  <c:v>2359.34</c:v>
                </c:pt>
                <c:pt idx="58">
                  <c:v>2359.34</c:v>
                </c:pt>
                <c:pt idx="59">
                  <c:v>2359.34</c:v>
                </c:pt>
                <c:pt idx="60">
                  <c:v>2359.34</c:v>
                </c:pt>
                <c:pt idx="61">
                  <c:v>2359.34</c:v>
                </c:pt>
                <c:pt idx="62">
                  <c:v>2359.34</c:v>
                </c:pt>
                <c:pt idx="63">
                  <c:v>2359.34</c:v>
                </c:pt>
                <c:pt idx="64">
                  <c:v>2359.34</c:v>
                </c:pt>
                <c:pt idx="65">
                  <c:v>2359.34</c:v>
                </c:pt>
                <c:pt idx="66">
                  <c:v>2359.34</c:v>
                </c:pt>
                <c:pt idx="67">
                  <c:v>2359.34</c:v>
                </c:pt>
                <c:pt idx="68">
                  <c:v>2359.34</c:v>
                </c:pt>
                <c:pt idx="69">
                  <c:v>2359.34</c:v>
                </c:pt>
                <c:pt idx="70">
                  <c:v>2359.34</c:v>
                </c:pt>
                <c:pt idx="71">
                  <c:v>2359.34</c:v>
                </c:pt>
                <c:pt idx="72">
                  <c:v>2359.34</c:v>
                </c:pt>
                <c:pt idx="73">
                  <c:v>2359.34</c:v>
                </c:pt>
                <c:pt idx="74">
                  <c:v>2359.34</c:v>
                </c:pt>
                <c:pt idx="75">
                  <c:v>2359.34</c:v>
                </c:pt>
                <c:pt idx="76">
                  <c:v>2359.34</c:v>
                </c:pt>
                <c:pt idx="77">
                  <c:v>2359.34</c:v>
                </c:pt>
                <c:pt idx="78">
                  <c:v>2359.34</c:v>
                </c:pt>
                <c:pt idx="79">
                  <c:v>2359.34</c:v>
                </c:pt>
                <c:pt idx="80">
                  <c:v>2359.34</c:v>
                </c:pt>
                <c:pt idx="81">
                  <c:v>2359.34</c:v>
                </c:pt>
                <c:pt idx="82">
                  <c:v>2359.34</c:v>
                </c:pt>
                <c:pt idx="83">
                  <c:v>2359.34</c:v>
                </c:pt>
                <c:pt idx="84">
                  <c:v>2359.34</c:v>
                </c:pt>
                <c:pt idx="85">
                  <c:v>2359.34</c:v>
                </c:pt>
                <c:pt idx="86">
                  <c:v>2359.34</c:v>
                </c:pt>
                <c:pt idx="87">
                  <c:v>2359.34</c:v>
                </c:pt>
                <c:pt idx="88">
                  <c:v>2359.34</c:v>
                </c:pt>
                <c:pt idx="89">
                  <c:v>2359.34</c:v>
                </c:pt>
                <c:pt idx="90">
                  <c:v>2359.34</c:v>
                </c:pt>
                <c:pt idx="91">
                  <c:v>2359.34</c:v>
                </c:pt>
                <c:pt idx="92">
                  <c:v>2359.34</c:v>
                </c:pt>
                <c:pt idx="93">
                  <c:v>2359.34</c:v>
                </c:pt>
                <c:pt idx="94">
                  <c:v>2359.34</c:v>
                </c:pt>
                <c:pt idx="95">
                  <c:v>2359.34</c:v>
                </c:pt>
                <c:pt idx="96">
                  <c:v>2359.34</c:v>
                </c:pt>
                <c:pt idx="97">
                  <c:v>2359.34</c:v>
                </c:pt>
                <c:pt idx="98">
                  <c:v>2359.34</c:v>
                </c:pt>
                <c:pt idx="99">
                  <c:v>2359.34</c:v>
                </c:pt>
                <c:pt idx="100">
                  <c:v>2359.34</c:v>
                </c:pt>
                <c:pt idx="101">
                  <c:v>2359.34</c:v>
                </c:pt>
                <c:pt idx="102">
                  <c:v>2359.34</c:v>
                </c:pt>
                <c:pt idx="103">
                  <c:v>2359.34</c:v>
                </c:pt>
                <c:pt idx="104">
                  <c:v>2359.34</c:v>
                </c:pt>
                <c:pt idx="105">
                  <c:v>2359.34</c:v>
                </c:pt>
                <c:pt idx="106">
                  <c:v>2359.34</c:v>
                </c:pt>
                <c:pt idx="107">
                  <c:v>2359.34</c:v>
                </c:pt>
                <c:pt idx="108">
                  <c:v>2359.34</c:v>
                </c:pt>
                <c:pt idx="109">
                  <c:v>2359.34</c:v>
                </c:pt>
                <c:pt idx="110">
                  <c:v>2359.34</c:v>
                </c:pt>
                <c:pt idx="111">
                  <c:v>2359.34</c:v>
                </c:pt>
                <c:pt idx="112">
                  <c:v>2359.34</c:v>
                </c:pt>
                <c:pt idx="113">
                  <c:v>2359.34</c:v>
                </c:pt>
                <c:pt idx="114">
                  <c:v>2359.34</c:v>
                </c:pt>
                <c:pt idx="115">
                  <c:v>2359.34</c:v>
                </c:pt>
                <c:pt idx="116">
                  <c:v>2359.34</c:v>
                </c:pt>
                <c:pt idx="117">
                  <c:v>2359.34</c:v>
                </c:pt>
                <c:pt idx="118">
                  <c:v>2359.34</c:v>
                </c:pt>
                <c:pt idx="119">
                  <c:v>2359.34</c:v>
                </c:pt>
                <c:pt idx="120">
                  <c:v>2359.34</c:v>
                </c:pt>
                <c:pt idx="121">
                  <c:v>2359.34</c:v>
                </c:pt>
                <c:pt idx="122">
                  <c:v>2359.34</c:v>
                </c:pt>
                <c:pt idx="123">
                  <c:v>2359.34</c:v>
                </c:pt>
                <c:pt idx="124">
                  <c:v>2359.34</c:v>
                </c:pt>
                <c:pt idx="125">
                  <c:v>2359.34</c:v>
                </c:pt>
                <c:pt idx="126">
                  <c:v>2359.34</c:v>
                </c:pt>
                <c:pt idx="127">
                  <c:v>2359.34</c:v>
                </c:pt>
                <c:pt idx="128">
                  <c:v>2359.34</c:v>
                </c:pt>
                <c:pt idx="129">
                  <c:v>2359.34</c:v>
                </c:pt>
                <c:pt idx="130">
                  <c:v>2359.34</c:v>
                </c:pt>
              </c:numCache>
            </c:numRef>
          </c:yVal>
          <c:smooth val="0"/>
        </c:ser>
        <c:ser>
          <c:idx val="6"/>
          <c:order val="6"/>
          <c:tx>
            <c:strRef>
              <c:f>Sheet1!$B$799</c:f>
              <c:strCache>
                <c:ptCount val="1"/>
                <c:pt idx="0">
                  <c:v>COP/COI est.</c:v>
                </c:pt>
              </c:strCache>
            </c:strRef>
          </c:tx>
          <c:spPr>
            <a:ln w="22225">
              <a:solidFill>
                <a:srgbClr val="B23A48"/>
              </a:solidFill>
              <a:prstDash val="sysDot"/>
            </a:ln>
          </c:spPr>
          <c:marker>
            <c:symbol val="none"/>
          </c:marker>
          <c:xVal>
            <c:numRef>
              <c:f>Sheet1!$A$800:$A$930</c:f>
              <c:numCache>
                <c:formatCode>General</c:formatCode>
                <c:ptCount val="131"/>
                <c:pt idx="0">
                  <c:v>114.15</c:v>
                </c:pt>
                <c:pt idx="1">
                  <c:v>114.12704728950405</c:v>
                </c:pt>
                <c:pt idx="2">
                  <c:v>114.10328370207263</c:v>
                </c:pt>
                <c:pt idx="3">
                  <c:v>114.09559435182273</c:v>
                </c:pt>
                <c:pt idx="4">
                  <c:v>114.06414141414142</c:v>
                </c:pt>
                <c:pt idx="5">
                  <c:v>114.06378840306176</c:v>
                </c:pt>
                <c:pt idx="6">
                  <c:v>114.03269197161931</c:v>
                </c:pt>
                <c:pt idx="7">
                  <c:v>114.001239033938</c:v>
                </c:pt>
                <c:pt idx="8">
                  <c:v>113.99598231449443</c:v>
                </c:pt>
                <c:pt idx="9">
                  <c:v>113.96978959141589</c:v>
                </c:pt>
                <c:pt idx="10">
                  <c:v>113.95963265876762</c:v>
                </c:pt>
                <c:pt idx="11">
                  <c:v>113.93833665373458</c:v>
                </c:pt>
                <c:pt idx="12">
                  <c:v>113.92293348712035</c:v>
                </c:pt>
                <c:pt idx="13">
                  <c:v>113.90688721121248</c:v>
                </c:pt>
                <c:pt idx="14">
                  <c:v>113.87543427353117</c:v>
                </c:pt>
                <c:pt idx="15">
                  <c:v>113.87539932193911</c:v>
                </c:pt>
                <c:pt idx="16">
                  <c:v>113.87536437034707</c:v>
                </c:pt>
                <c:pt idx="17">
                  <c:v>113.8474380483031</c:v>
                </c:pt>
                <c:pt idx="18">
                  <c:v>113.81951172625914</c:v>
                </c:pt>
                <c:pt idx="19">
                  <c:v>113.8194767746671</c:v>
                </c:pt>
                <c:pt idx="20">
                  <c:v>113.81944182307504</c:v>
                </c:pt>
                <c:pt idx="21">
                  <c:v>113.79850581944008</c:v>
                </c:pt>
                <c:pt idx="22">
                  <c:v>113.77756981580511</c:v>
                </c:pt>
                <c:pt idx="23">
                  <c:v>113.77753486421307</c:v>
                </c:pt>
                <c:pt idx="24">
                  <c:v>113.77749991262102</c:v>
                </c:pt>
                <c:pt idx="25">
                  <c:v>113.74303764286464</c:v>
                </c:pt>
                <c:pt idx="26">
                  <c:v>113.70857537310825</c:v>
                </c:pt>
                <c:pt idx="27">
                  <c:v>113.67411310335186</c:v>
                </c:pt>
                <c:pt idx="28">
                  <c:v>113.63965083359547</c:v>
                </c:pt>
                <c:pt idx="29">
                  <c:v>113.60518856383908</c:v>
                </c:pt>
                <c:pt idx="30">
                  <c:v>113.57072629408269</c:v>
                </c:pt>
                <c:pt idx="31">
                  <c:v>113.53626402432631</c:v>
                </c:pt>
                <c:pt idx="32">
                  <c:v>113.50180175456993</c:v>
                </c:pt>
                <c:pt idx="33">
                  <c:v>113.46733948481354</c:v>
                </c:pt>
                <c:pt idx="34">
                  <c:v>113.43287721505715</c:v>
                </c:pt>
                <c:pt idx="35">
                  <c:v>113.39841494530076</c:v>
                </c:pt>
                <c:pt idx="36">
                  <c:v>113.36395267554437</c:v>
                </c:pt>
                <c:pt idx="37">
                  <c:v>113.32949040578798</c:v>
                </c:pt>
                <c:pt idx="38">
                  <c:v>113.29502813603159</c:v>
                </c:pt>
                <c:pt idx="39">
                  <c:v>113.2605658662752</c:v>
                </c:pt>
                <c:pt idx="40">
                  <c:v>113.22610359651883</c:v>
                </c:pt>
                <c:pt idx="41">
                  <c:v>113.19164132676244</c:v>
                </c:pt>
                <c:pt idx="42">
                  <c:v>113.15717905700605</c:v>
                </c:pt>
                <c:pt idx="43">
                  <c:v>113.157144105414</c:v>
                </c:pt>
                <c:pt idx="44">
                  <c:v>113.15710915382195</c:v>
                </c:pt>
                <c:pt idx="45">
                  <c:v>113.128106322743</c:v>
                </c:pt>
                <c:pt idx="46">
                  <c:v>113.09910349166404</c:v>
                </c:pt>
                <c:pt idx="47">
                  <c:v>113.07010066058508</c:v>
                </c:pt>
                <c:pt idx="48">
                  <c:v>113.04109782950613</c:v>
                </c:pt>
                <c:pt idx="49">
                  <c:v>113.01209499842717</c:v>
                </c:pt>
                <c:pt idx="50">
                  <c:v>112.98309216734822</c:v>
                </c:pt>
                <c:pt idx="51">
                  <c:v>112.95408933626926</c:v>
                </c:pt>
                <c:pt idx="52">
                  <c:v>112.92508650519031</c:v>
                </c:pt>
                <c:pt idx="53">
                  <c:v>112.89608367411135</c:v>
                </c:pt>
                <c:pt idx="54">
                  <c:v>112.8670808430324</c:v>
                </c:pt>
                <c:pt idx="55">
                  <c:v>112.86704589144036</c:v>
                </c:pt>
                <c:pt idx="56">
                  <c:v>112.8670109398483</c:v>
                </c:pt>
                <c:pt idx="57">
                  <c:v>112.86355073223585</c:v>
                </c:pt>
                <c:pt idx="58">
                  <c:v>112.86009052462339</c:v>
                </c:pt>
                <c:pt idx="59">
                  <c:v>112.86005557303135</c:v>
                </c:pt>
                <c:pt idx="60">
                  <c:v>112.8600206214393</c:v>
                </c:pt>
                <c:pt idx="61">
                  <c:v>112.85360399556048</c:v>
                </c:pt>
                <c:pt idx="62">
                  <c:v>112.94121331853495</c:v>
                </c:pt>
                <c:pt idx="63">
                  <c:v>112.94150632630411</c:v>
                </c:pt>
                <c:pt idx="64">
                  <c:v>112.94179933407325</c:v>
                </c:pt>
                <c:pt idx="65">
                  <c:v>113.00010788013319</c:v>
                </c:pt>
                <c:pt idx="66">
                  <c:v>113.05841642619312</c:v>
                </c:pt>
                <c:pt idx="67">
                  <c:v>113.05870943396226</c:v>
                </c:pt>
                <c:pt idx="68">
                  <c:v>113.05900244173141</c:v>
                </c:pt>
                <c:pt idx="69">
                  <c:v>113.2022832408435</c:v>
                </c:pt>
                <c:pt idx="70">
                  <c:v>113.3455640399556</c:v>
                </c:pt>
                <c:pt idx="71">
                  <c:v>113.34585704772475</c:v>
                </c:pt>
                <c:pt idx="72">
                  <c:v>113.3461500554939</c:v>
                </c:pt>
                <c:pt idx="73">
                  <c:v>113.37369278579357</c:v>
                </c:pt>
                <c:pt idx="74">
                  <c:v>113.40123551609324</c:v>
                </c:pt>
                <c:pt idx="75">
                  <c:v>113.40152852386238</c:v>
                </c:pt>
                <c:pt idx="76">
                  <c:v>113.40182153163153</c:v>
                </c:pt>
                <c:pt idx="77">
                  <c:v>113.47478046614873</c:v>
                </c:pt>
                <c:pt idx="78">
                  <c:v>113.75111763062307</c:v>
                </c:pt>
                <c:pt idx="79">
                  <c:v>113.75111763062307</c:v>
                </c:pt>
                <c:pt idx="80">
                  <c:v>113.75111763062307</c:v>
                </c:pt>
                <c:pt idx="81">
                  <c:v>113.75111763062307</c:v>
                </c:pt>
                <c:pt idx="82">
                  <c:v>113.75111763062307</c:v>
                </c:pt>
                <c:pt idx="83">
                  <c:v>113.75111763062307</c:v>
                </c:pt>
                <c:pt idx="84">
                  <c:v>113.75111763062307</c:v>
                </c:pt>
                <c:pt idx="85">
                  <c:v>113.75111763062307</c:v>
                </c:pt>
                <c:pt idx="86">
                  <c:v>113.75111763062307</c:v>
                </c:pt>
                <c:pt idx="87">
                  <c:v>113.75111763062307</c:v>
                </c:pt>
                <c:pt idx="88">
                  <c:v>113.75111763062307</c:v>
                </c:pt>
                <c:pt idx="89">
                  <c:v>113.75111763062307</c:v>
                </c:pt>
                <c:pt idx="90">
                  <c:v>113.75111763062307</c:v>
                </c:pt>
                <c:pt idx="91">
                  <c:v>113.75111763062307</c:v>
                </c:pt>
                <c:pt idx="92">
                  <c:v>113.75111763062307</c:v>
                </c:pt>
                <c:pt idx="93">
                  <c:v>113.75111763062307</c:v>
                </c:pt>
                <c:pt idx="94">
                  <c:v>113.75111763062307</c:v>
                </c:pt>
                <c:pt idx="95">
                  <c:v>113.75111763062307</c:v>
                </c:pt>
                <c:pt idx="96">
                  <c:v>113.75111763062307</c:v>
                </c:pt>
                <c:pt idx="97">
                  <c:v>113.75111763062307</c:v>
                </c:pt>
                <c:pt idx="98">
                  <c:v>113.75111763062307</c:v>
                </c:pt>
                <c:pt idx="99">
                  <c:v>113.75111763062307</c:v>
                </c:pt>
                <c:pt idx="100">
                  <c:v>113.75111763062307</c:v>
                </c:pt>
                <c:pt idx="101">
                  <c:v>113.75111763062307</c:v>
                </c:pt>
                <c:pt idx="102">
                  <c:v>113.75111763062307</c:v>
                </c:pt>
                <c:pt idx="103">
                  <c:v>113.75111763062307</c:v>
                </c:pt>
                <c:pt idx="104">
                  <c:v>113.75111763062307</c:v>
                </c:pt>
                <c:pt idx="105">
                  <c:v>113.75111763062307</c:v>
                </c:pt>
                <c:pt idx="106">
                  <c:v>113.75111763062307</c:v>
                </c:pt>
                <c:pt idx="107">
                  <c:v>113.75111763062307</c:v>
                </c:pt>
                <c:pt idx="108">
                  <c:v>113.75111763062307</c:v>
                </c:pt>
                <c:pt idx="109">
                  <c:v>113.75111763062307</c:v>
                </c:pt>
                <c:pt idx="110">
                  <c:v>113.75111763062307</c:v>
                </c:pt>
                <c:pt idx="111">
                  <c:v>113.75111763062307</c:v>
                </c:pt>
                <c:pt idx="112">
                  <c:v>113.75111763062307</c:v>
                </c:pt>
                <c:pt idx="113">
                  <c:v>113.75111763062307</c:v>
                </c:pt>
                <c:pt idx="114">
                  <c:v>113.75111763062307</c:v>
                </c:pt>
                <c:pt idx="115">
                  <c:v>113.75111763062307</c:v>
                </c:pt>
                <c:pt idx="116">
                  <c:v>113.75111763062307</c:v>
                </c:pt>
                <c:pt idx="117">
                  <c:v>113.75111763062307</c:v>
                </c:pt>
                <c:pt idx="118">
                  <c:v>113.75111763062307</c:v>
                </c:pt>
                <c:pt idx="119">
                  <c:v>113.75111763062307</c:v>
                </c:pt>
                <c:pt idx="120">
                  <c:v>113.75111763062307</c:v>
                </c:pt>
                <c:pt idx="121">
                  <c:v>113.75111763062307</c:v>
                </c:pt>
                <c:pt idx="122">
                  <c:v>113.75111763062307</c:v>
                </c:pt>
                <c:pt idx="123">
                  <c:v>113.75111763062307</c:v>
                </c:pt>
                <c:pt idx="124">
                  <c:v>113.75111763062307</c:v>
                </c:pt>
                <c:pt idx="125">
                  <c:v>113.75111763062307</c:v>
                </c:pt>
                <c:pt idx="126">
                  <c:v>113.75111763062307</c:v>
                </c:pt>
                <c:pt idx="127">
                  <c:v>113.75111763062307</c:v>
                </c:pt>
                <c:pt idx="128">
                  <c:v>113.75111763062307</c:v>
                </c:pt>
                <c:pt idx="129">
                  <c:v>113.75111763062307</c:v>
                </c:pt>
                <c:pt idx="130">
                  <c:v>113.75111763062307</c:v>
                </c:pt>
              </c:numCache>
            </c:numRef>
          </c:xVal>
          <c:yVal>
            <c:numRef>
              <c:f>Sheet1!$B$800:$B$930</c:f>
              <c:numCache>
                <c:formatCode>General</c:formatCode>
                <c:ptCount val="131"/>
                <c:pt idx="0">
                  <c:v>2359.34</c:v>
                </c:pt>
                <c:pt idx="1">
                  <c:v>2425.01</c:v>
                </c:pt>
                <c:pt idx="2">
                  <c:v>2493.0</c:v>
                </c:pt>
                <c:pt idx="3">
                  <c:v>2515.0</c:v>
                </c:pt>
                <c:pt idx="4">
                  <c:v>2604.99</c:v>
                </c:pt>
                <c:pt idx="5">
                  <c:v>2606.0</c:v>
                </c:pt>
                <c:pt idx="6">
                  <c:v>2694.97</c:v>
                </c:pt>
                <c:pt idx="7">
                  <c:v>2784.96</c:v>
                </c:pt>
                <c:pt idx="8">
                  <c:v>2800.0</c:v>
                </c:pt>
                <c:pt idx="9">
                  <c:v>2874.94</c:v>
                </c:pt>
                <c:pt idx="10">
                  <c:v>2904.0</c:v>
                </c:pt>
                <c:pt idx="11">
                  <c:v>2964.93</c:v>
                </c:pt>
                <c:pt idx="12">
                  <c:v>3009.0</c:v>
                </c:pt>
                <c:pt idx="13">
                  <c:v>3054.91</c:v>
                </c:pt>
                <c:pt idx="14">
                  <c:v>3144.9</c:v>
                </c:pt>
                <c:pt idx="15">
                  <c:v>3145.0</c:v>
                </c:pt>
                <c:pt idx="16">
                  <c:v>3145.1</c:v>
                </c:pt>
                <c:pt idx="17">
                  <c:v>3225.0</c:v>
                </c:pt>
                <c:pt idx="18">
                  <c:v>3304.9</c:v>
                </c:pt>
                <c:pt idx="19">
                  <c:v>3305.0</c:v>
                </c:pt>
                <c:pt idx="20">
                  <c:v>3305.1</c:v>
                </c:pt>
                <c:pt idx="21">
                  <c:v>3365.0</c:v>
                </c:pt>
                <c:pt idx="22">
                  <c:v>3424.9</c:v>
                </c:pt>
                <c:pt idx="23">
                  <c:v>3425.0</c:v>
                </c:pt>
                <c:pt idx="24">
                  <c:v>3425.1</c:v>
                </c:pt>
                <c:pt idx="25">
                  <c:v>3523.7</c:v>
                </c:pt>
                <c:pt idx="26">
                  <c:v>3622.3</c:v>
                </c:pt>
                <c:pt idx="27">
                  <c:v>3720.9</c:v>
                </c:pt>
                <c:pt idx="28">
                  <c:v>3819.5</c:v>
                </c:pt>
                <c:pt idx="29">
                  <c:v>3918.1</c:v>
                </c:pt>
                <c:pt idx="30">
                  <c:v>4016.7</c:v>
                </c:pt>
                <c:pt idx="31">
                  <c:v>4115.3</c:v>
                </c:pt>
                <c:pt idx="32">
                  <c:v>4213.9</c:v>
                </c:pt>
                <c:pt idx="33">
                  <c:v>4312.5</c:v>
                </c:pt>
                <c:pt idx="34">
                  <c:v>4411.1</c:v>
                </c:pt>
                <c:pt idx="35">
                  <c:v>4509.7</c:v>
                </c:pt>
                <c:pt idx="36">
                  <c:v>4608.3</c:v>
                </c:pt>
                <c:pt idx="37">
                  <c:v>4706.9</c:v>
                </c:pt>
                <c:pt idx="38">
                  <c:v>4805.5</c:v>
                </c:pt>
                <c:pt idx="39">
                  <c:v>4904.1</c:v>
                </c:pt>
                <c:pt idx="40">
                  <c:v>5002.7</c:v>
                </c:pt>
                <c:pt idx="41">
                  <c:v>5101.3</c:v>
                </c:pt>
                <c:pt idx="42">
                  <c:v>5199.9</c:v>
                </c:pt>
                <c:pt idx="43">
                  <c:v>5200.0</c:v>
                </c:pt>
                <c:pt idx="44">
                  <c:v>5200.1</c:v>
                </c:pt>
                <c:pt idx="45">
                  <c:v>5283.08</c:v>
                </c:pt>
                <c:pt idx="46">
                  <c:v>5366.06</c:v>
                </c:pt>
                <c:pt idx="47">
                  <c:v>5449.04</c:v>
                </c:pt>
                <c:pt idx="48">
                  <c:v>5532.02</c:v>
                </c:pt>
                <c:pt idx="49">
                  <c:v>5615.0</c:v>
                </c:pt>
                <c:pt idx="50">
                  <c:v>5697.98</c:v>
                </c:pt>
                <c:pt idx="51">
                  <c:v>5780.96</c:v>
                </c:pt>
                <c:pt idx="52">
                  <c:v>5863.94</c:v>
                </c:pt>
                <c:pt idx="53">
                  <c:v>5946.92</c:v>
                </c:pt>
                <c:pt idx="54">
                  <c:v>6029.9</c:v>
                </c:pt>
                <c:pt idx="55">
                  <c:v>6030.0</c:v>
                </c:pt>
                <c:pt idx="56">
                  <c:v>6030.1</c:v>
                </c:pt>
                <c:pt idx="57">
                  <c:v>6040.0</c:v>
                </c:pt>
                <c:pt idx="58">
                  <c:v>6049.9</c:v>
                </c:pt>
                <c:pt idx="59">
                  <c:v>6050.0</c:v>
                </c:pt>
                <c:pt idx="60">
                  <c:v>6050.1</c:v>
                </c:pt>
                <c:pt idx="61">
                  <c:v>6080.0</c:v>
                </c:pt>
                <c:pt idx="62">
                  <c:v>6109.9</c:v>
                </c:pt>
                <c:pt idx="63">
                  <c:v>6110.0</c:v>
                </c:pt>
                <c:pt idx="64">
                  <c:v>6110.1</c:v>
                </c:pt>
                <c:pt idx="65">
                  <c:v>6130.0</c:v>
                </c:pt>
                <c:pt idx="66">
                  <c:v>6149.9</c:v>
                </c:pt>
                <c:pt idx="67">
                  <c:v>6150.0</c:v>
                </c:pt>
                <c:pt idx="68">
                  <c:v>6150.1</c:v>
                </c:pt>
                <c:pt idx="69">
                  <c:v>6199.0</c:v>
                </c:pt>
                <c:pt idx="70">
                  <c:v>6247.9</c:v>
                </c:pt>
                <c:pt idx="71">
                  <c:v>6248.0</c:v>
                </c:pt>
                <c:pt idx="72">
                  <c:v>6248.1</c:v>
                </c:pt>
                <c:pt idx="73">
                  <c:v>6257.5</c:v>
                </c:pt>
                <c:pt idx="74">
                  <c:v>6266.9</c:v>
                </c:pt>
                <c:pt idx="75">
                  <c:v>6267.0</c:v>
                </c:pt>
                <c:pt idx="76">
                  <c:v>6267.1</c:v>
                </c:pt>
                <c:pt idx="77">
                  <c:v>6292.0</c:v>
                </c:pt>
                <c:pt idx="78">
                  <c:v>6316.9</c:v>
                </c:pt>
                <c:pt idx="79">
                  <c:v>6316.9</c:v>
                </c:pt>
                <c:pt idx="80">
                  <c:v>6316.9</c:v>
                </c:pt>
                <c:pt idx="81">
                  <c:v>6316.9</c:v>
                </c:pt>
                <c:pt idx="82">
                  <c:v>6316.9</c:v>
                </c:pt>
                <c:pt idx="83">
                  <c:v>6316.9</c:v>
                </c:pt>
                <c:pt idx="84">
                  <c:v>6316.9</c:v>
                </c:pt>
                <c:pt idx="85">
                  <c:v>6316.9</c:v>
                </c:pt>
                <c:pt idx="86">
                  <c:v>6316.9</c:v>
                </c:pt>
                <c:pt idx="87">
                  <c:v>6316.9</c:v>
                </c:pt>
                <c:pt idx="88">
                  <c:v>6316.9</c:v>
                </c:pt>
                <c:pt idx="89">
                  <c:v>6316.9</c:v>
                </c:pt>
                <c:pt idx="90">
                  <c:v>6316.9</c:v>
                </c:pt>
                <c:pt idx="91">
                  <c:v>6316.9</c:v>
                </c:pt>
                <c:pt idx="92">
                  <c:v>6316.9</c:v>
                </c:pt>
                <c:pt idx="93">
                  <c:v>6316.9</c:v>
                </c:pt>
                <c:pt idx="94">
                  <c:v>6316.9</c:v>
                </c:pt>
                <c:pt idx="95">
                  <c:v>6316.9</c:v>
                </c:pt>
                <c:pt idx="96">
                  <c:v>6316.9</c:v>
                </c:pt>
                <c:pt idx="97">
                  <c:v>6316.9</c:v>
                </c:pt>
                <c:pt idx="98">
                  <c:v>6316.9</c:v>
                </c:pt>
                <c:pt idx="99">
                  <c:v>6316.9</c:v>
                </c:pt>
                <c:pt idx="100">
                  <c:v>6316.9</c:v>
                </c:pt>
                <c:pt idx="101">
                  <c:v>6316.9</c:v>
                </c:pt>
                <c:pt idx="102">
                  <c:v>6316.9</c:v>
                </c:pt>
                <c:pt idx="103">
                  <c:v>6316.9</c:v>
                </c:pt>
                <c:pt idx="104">
                  <c:v>6316.9</c:v>
                </c:pt>
                <c:pt idx="105">
                  <c:v>6316.9</c:v>
                </c:pt>
                <c:pt idx="106">
                  <c:v>6316.9</c:v>
                </c:pt>
                <c:pt idx="107">
                  <c:v>6316.9</c:v>
                </c:pt>
                <c:pt idx="108">
                  <c:v>6316.9</c:v>
                </c:pt>
                <c:pt idx="109">
                  <c:v>6316.9</c:v>
                </c:pt>
                <c:pt idx="110">
                  <c:v>6316.9</c:v>
                </c:pt>
                <c:pt idx="111">
                  <c:v>6316.9</c:v>
                </c:pt>
                <c:pt idx="112">
                  <c:v>6316.9</c:v>
                </c:pt>
                <c:pt idx="113">
                  <c:v>6316.9</c:v>
                </c:pt>
                <c:pt idx="114">
                  <c:v>6316.9</c:v>
                </c:pt>
                <c:pt idx="115">
                  <c:v>6316.9</c:v>
                </c:pt>
                <c:pt idx="116">
                  <c:v>6316.9</c:v>
                </c:pt>
                <c:pt idx="117">
                  <c:v>6316.9</c:v>
                </c:pt>
                <c:pt idx="118">
                  <c:v>6316.9</c:v>
                </c:pt>
                <c:pt idx="119">
                  <c:v>6316.9</c:v>
                </c:pt>
                <c:pt idx="120">
                  <c:v>6316.9</c:v>
                </c:pt>
                <c:pt idx="121">
                  <c:v>6316.9</c:v>
                </c:pt>
                <c:pt idx="122">
                  <c:v>6316.9</c:v>
                </c:pt>
                <c:pt idx="123">
                  <c:v>6316.9</c:v>
                </c:pt>
                <c:pt idx="124">
                  <c:v>6316.9</c:v>
                </c:pt>
                <c:pt idx="125">
                  <c:v>6316.9</c:v>
                </c:pt>
                <c:pt idx="126">
                  <c:v>6316.9</c:v>
                </c:pt>
                <c:pt idx="127">
                  <c:v>6316.9</c:v>
                </c:pt>
                <c:pt idx="128">
                  <c:v>6316.9</c:v>
                </c:pt>
                <c:pt idx="129">
                  <c:v>6316.9</c:v>
                </c:pt>
                <c:pt idx="130">
                  <c:v>6316.9</c:v>
                </c:pt>
              </c:numCache>
            </c:numRef>
          </c:yVal>
          <c:smooth val="0"/>
        </c:ser>
        <c:ser>
          <c:idx val="7"/>
          <c:order val="7"/>
          <c:tx>
            <c:strRef>
              <c:f>Sheet1!$B$932</c:f>
              <c:strCache>
                <c:ptCount val="1"/>
                <c:pt idx="0">
                  <c:v>Geotérmico</c:v>
                </c:pt>
              </c:strCache>
            </c:strRef>
          </c:tx>
          <c:spPr>
            <a:ln w="15875">
              <a:solidFill>
                <a:srgbClr val="9AA5AE"/>
              </a:solidFill>
              <a:prstDash val="dash"/>
            </a:ln>
          </c:spPr>
          <c:marker>
            <c:symbol val="none"/>
          </c:marker>
          <c:xVal>
            <c:numRef>
              <c:f>Sheet1!$A$933:$A$1063</c:f>
              <c:numCache>
                <c:formatCode>General</c:formatCode>
                <c:ptCount val="131"/>
                <c:pt idx="0">
                  <c:v>4.0</c:v>
                </c:pt>
                <c:pt idx="1">
                  <c:v>4.64</c:v>
                </c:pt>
                <c:pt idx="2">
                  <c:v>5.28</c:v>
                </c:pt>
                <c:pt idx="3">
                  <c:v>5.28</c:v>
                </c:pt>
                <c:pt idx="4">
                  <c:v>5.29</c:v>
                </c:pt>
                <c:pt idx="5">
                  <c:v>7.32</c:v>
                </c:pt>
                <c:pt idx="6">
                  <c:v>9.35</c:v>
                </c:pt>
                <c:pt idx="7">
                  <c:v>9.35</c:v>
                </c:pt>
                <c:pt idx="8">
                  <c:v>9.36</c:v>
                </c:pt>
                <c:pt idx="9">
                  <c:v>14.18</c:v>
                </c:pt>
                <c:pt idx="10">
                  <c:v>18.99</c:v>
                </c:pt>
                <c:pt idx="11">
                  <c:v>23.81</c:v>
                </c:pt>
                <c:pt idx="12">
                  <c:v>28.63</c:v>
                </c:pt>
                <c:pt idx="13">
                  <c:v>29.0</c:v>
                </c:pt>
                <c:pt idx="14">
                  <c:v>32.79</c:v>
                </c:pt>
                <c:pt idx="15">
                  <c:v>36.9</c:v>
                </c:pt>
                <c:pt idx="16">
                  <c:v>40.0</c:v>
                </c:pt>
                <c:pt idx="17">
                  <c:v>40.97</c:v>
                </c:pt>
                <c:pt idx="18">
                  <c:v>44.96</c:v>
                </c:pt>
                <c:pt idx="19">
                  <c:v>45.0</c:v>
                </c:pt>
                <c:pt idx="20">
                  <c:v>49.13</c:v>
                </c:pt>
                <c:pt idx="21">
                  <c:v>53.3</c:v>
                </c:pt>
                <c:pt idx="22">
                  <c:v>54.0</c:v>
                </c:pt>
                <c:pt idx="23">
                  <c:v>56.88</c:v>
                </c:pt>
                <c:pt idx="24">
                  <c:v>58.0</c:v>
                </c:pt>
                <c:pt idx="25">
                  <c:v>60.9</c:v>
                </c:pt>
                <c:pt idx="26">
                  <c:v>63.0</c:v>
                </c:pt>
                <c:pt idx="27">
                  <c:v>63.67</c:v>
                </c:pt>
                <c:pt idx="28">
                  <c:v>64.97</c:v>
                </c:pt>
                <c:pt idx="29">
                  <c:v>64.98</c:v>
                </c:pt>
                <c:pt idx="30">
                  <c:v>64.98</c:v>
                </c:pt>
                <c:pt idx="31">
                  <c:v>66.14</c:v>
                </c:pt>
                <c:pt idx="32">
                  <c:v>67.3</c:v>
                </c:pt>
                <c:pt idx="33">
                  <c:v>67.3</c:v>
                </c:pt>
                <c:pt idx="34">
                  <c:v>67.3</c:v>
                </c:pt>
                <c:pt idx="35">
                  <c:v>68.17</c:v>
                </c:pt>
                <c:pt idx="36">
                  <c:v>69.04</c:v>
                </c:pt>
                <c:pt idx="37">
                  <c:v>69.04</c:v>
                </c:pt>
                <c:pt idx="38">
                  <c:v>69.05</c:v>
                </c:pt>
                <c:pt idx="39">
                  <c:v>70.48</c:v>
                </c:pt>
                <c:pt idx="40">
                  <c:v>71.9</c:v>
                </c:pt>
                <c:pt idx="41">
                  <c:v>73.32</c:v>
                </c:pt>
                <c:pt idx="42">
                  <c:v>74.72</c:v>
                </c:pt>
                <c:pt idx="43">
                  <c:v>76.1</c:v>
                </c:pt>
                <c:pt idx="44">
                  <c:v>77.46</c:v>
                </c:pt>
                <c:pt idx="45">
                  <c:v>78.81</c:v>
                </c:pt>
                <c:pt idx="46">
                  <c:v>80.15</c:v>
                </c:pt>
                <c:pt idx="47">
                  <c:v>81.5</c:v>
                </c:pt>
                <c:pt idx="48">
                  <c:v>82.84</c:v>
                </c:pt>
                <c:pt idx="49">
                  <c:v>84.19</c:v>
                </c:pt>
                <c:pt idx="50">
                  <c:v>85.54</c:v>
                </c:pt>
                <c:pt idx="51">
                  <c:v>86.88</c:v>
                </c:pt>
                <c:pt idx="52">
                  <c:v>88.23</c:v>
                </c:pt>
                <c:pt idx="53">
                  <c:v>89.57</c:v>
                </c:pt>
                <c:pt idx="54">
                  <c:v>90.92</c:v>
                </c:pt>
                <c:pt idx="55">
                  <c:v>92.27</c:v>
                </c:pt>
                <c:pt idx="56">
                  <c:v>93.61</c:v>
                </c:pt>
                <c:pt idx="57">
                  <c:v>93.61</c:v>
                </c:pt>
                <c:pt idx="58">
                  <c:v>93.61</c:v>
                </c:pt>
                <c:pt idx="59">
                  <c:v>94.75</c:v>
                </c:pt>
                <c:pt idx="60">
                  <c:v>95.88</c:v>
                </c:pt>
                <c:pt idx="61">
                  <c:v>97.01</c:v>
                </c:pt>
                <c:pt idx="62">
                  <c:v>98.16</c:v>
                </c:pt>
                <c:pt idx="63">
                  <c:v>99.33</c:v>
                </c:pt>
                <c:pt idx="64">
                  <c:v>100.5</c:v>
                </c:pt>
                <c:pt idx="65">
                  <c:v>101.69</c:v>
                </c:pt>
                <c:pt idx="66">
                  <c:v>102.89</c:v>
                </c:pt>
                <c:pt idx="67">
                  <c:v>104.09</c:v>
                </c:pt>
                <c:pt idx="68">
                  <c:v>105.3</c:v>
                </c:pt>
                <c:pt idx="69">
                  <c:v>105.3</c:v>
                </c:pt>
                <c:pt idx="70">
                  <c:v>105.3</c:v>
                </c:pt>
                <c:pt idx="71">
                  <c:v>105.44</c:v>
                </c:pt>
                <c:pt idx="72">
                  <c:v>105.59</c:v>
                </c:pt>
                <c:pt idx="73">
                  <c:v>105.59</c:v>
                </c:pt>
                <c:pt idx="74">
                  <c:v>105.59</c:v>
                </c:pt>
                <c:pt idx="75">
                  <c:v>106.03</c:v>
                </c:pt>
                <c:pt idx="76">
                  <c:v>106.46</c:v>
                </c:pt>
                <c:pt idx="77">
                  <c:v>106.46</c:v>
                </c:pt>
                <c:pt idx="78">
                  <c:v>106.46</c:v>
                </c:pt>
                <c:pt idx="79">
                  <c:v>106.75</c:v>
                </c:pt>
                <c:pt idx="80">
                  <c:v>107.04</c:v>
                </c:pt>
                <c:pt idx="81">
                  <c:v>107.04</c:v>
                </c:pt>
                <c:pt idx="82">
                  <c:v>107.04</c:v>
                </c:pt>
                <c:pt idx="83">
                  <c:v>107.75</c:v>
                </c:pt>
                <c:pt idx="84">
                  <c:v>108.46</c:v>
                </c:pt>
                <c:pt idx="85">
                  <c:v>108.47</c:v>
                </c:pt>
                <c:pt idx="86">
                  <c:v>108.47</c:v>
                </c:pt>
                <c:pt idx="87">
                  <c:v>108.6</c:v>
                </c:pt>
                <c:pt idx="88">
                  <c:v>108.74</c:v>
                </c:pt>
                <c:pt idx="89">
                  <c:v>108.74</c:v>
                </c:pt>
                <c:pt idx="90">
                  <c:v>108.74</c:v>
                </c:pt>
                <c:pt idx="91">
                  <c:v>109.11</c:v>
                </c:pt>
                <c:pt idx="92">
                  <c:v>109.47</c:v>
                </c:pt>
                <c:pt idx="93">
                  <c:v>109.47</c:v>
                </c:pt>
                <c:pt idx="94">
                  <c:v>109.47</c:v>
                </c:pt>
                <c:pt idx="95">
                  <c:v>109.84</c:v>
                </c:pt>
                <c:pt idx="96">
                  <c:v>110.2</c:v>
                </c:pt>
                <c:pt idx="97">
                  <c:v>110.2</c:v>
                </c:pt>
                <c:pt idx="98">
                  <c:v>110.21</c:v>
                </c:pt>
                <c:pt idx="99">
                  <c:v>111.0</c:v>
                </c:pt>
                <c:pt idx="100">
                  <c:v>111.06</c:v>
                </c:pt>
                <c:pt idx="101">
                  <c:v>112.22</c:v>
                </c:pt>
                <c:pt idx="102">
                  <c:v>113.38</c:v>
                </c:pt>
                <c:pt idx="103">
                  <c:v>114.53</c:v>
                </c:pt>
                <c:pt idx="104">
                  <c:v>114.66</c:v>
                </c:pt>
                <c:pt idx="105">
                  <c:v>114.79</c:v>
                </c:pt>
                <c:pt idx="106">
                  <c:v>114.79</c:v>
                </c:pt>
                <c:pt idx="107">
                  <c:v>114.79</c:v>
                </c:pt>
                <c:pt idx="108">
                  <c:v>115.0</c:v>
                </c:pt>
                <c:pt idx="109">
                  <c:v>116.48</c:v>
                </c:pt>
                <c:pt idx="110">
                  <c:v>118.26</c:v>
                </c:pt>
                <c:pt idx="111">
                  <c:v>118.26</c:v>
                </c:pt>
                <c:pt idx="112">
                  <c:v>118.26</c:v>
                </c:pt>
                <c:pt idx="113">
                  <c:v>118.26</c:v>
                </c:pt>
                <c:pt idx="114">
                  <c:v>118.26</c:v>
                </c:pt>
                <c:pt idx="115">
                  <c:v>118.26</c:v>
                </c:pt>
                <c:pt idx="116">
                  <c:v>118.26</c:v>
                </c:pt>
                <c:pt idx="117">
                  <c:v>118.26</c:v>
                </c:pt>
                <c:pt idx="118">
                  <c:v>118.26</c:v>
                </c:pt>
                <c:pt idx="119">
                  <c:v>118.26</c:v>
                </c:pt>
                <c:pt idx="120">
                  <c:v>118.26</c:v>
                </c:pt>
                <c:pt idx="121">
                  <c:v>118.26</c:v>
                </c:pt>
                <c:pt idx="122">
                  <c:v>118.26</c:v>
                </c:pt>
                <c:pt idx="123">
                  <c:v>118.26</c:v>
                </c:pt>
                <c:pt idx="124">
                  <c:v>118.26</c:v>
                </c:pt>
                <c:pt idx="125">
                  <c:v>118.26</c:v>
                </c:pt>
                <c:pt idx="126">
                  <c:v>118.26</c:v>
                </c:pt>
                <c:pt idx="127">
                  <c:v>118.26</c:v>
                </c:pt>
                <c:pt idx="128">
                  <c:v>118.26</c:v>
                </c:pt>
                <c:pt idx="129">
                  <c:v>118.26</c:v>
                </c:pt>
                <c:pt idx="130">
                  <c:v>118.26</c:v>
                </c:pt>
              </c:numCache>
            </c:numRef>
          </c:xVal>
          <c:yVal>
            <c:numRef>
              <c:f>Sheet1!$B$933:$B$1063</c:f>
              <c:numCache>
                <c:formatCode>General</c:formatCode>
                <c:ptCount val="131"/>
                <c:pt idx="0">
                  <c:v>1785.0</c:v>
                </c:pt>
                <c:pt idx="1">
                  <c:v>1796.95</c:v>
                </c:pt>
                <c:pt idx="2">
                  <c:v>1808.9</c:v>
                </c:pt>
                <c:pt idx="3">
                  <c:v>1809.0</c:v>
                </c:pt>
                <c:pt idx="4">
                  <c:v>1809.1</c:v>
                </c:pt>
                <c:pt idx="5">
                  <c:v>1847.0</c:v>
                </c:pt>
                <c:pt idx="6">
                  <c:v>1884.9</c:v>
                </c:pt>
                <c:pt idx="7">
                  <c:v>1885.0</c:v>
                </c:pt>
                <c:pt idx="8">
                  <c:v>1885.1</c:v>
                </c:pt>
                <c:pt idx="9">
                  <c:v>1975.09</c:v>
                </c:pt>
                <c:pt idx="10">
                  <c:v>2065.07</c:v>
                </c:pt>
                <c:pt idx="11">
                  <c:v>2155.06</c:v>
                </c:pt>
                <c:pt idx="12">
                  <c:v>2245.04</c:v>
                </c:pt>
                <c:pt idx="13">
                  <c:v>2252.0</c:v>
                </c:pt>
                <c:pt idx="14">
                  <c:v>2335.03</c:v>
                </c:pt>
                <c:pt idx="15">
                  <c:v>2425.01</c:v>
                </c:pt>
                <c:pt idx="16">
                  <c:v>2493.0</c:v>
                </c:pt>
                <c:pt idx="17">
                  <c:v>2515.0</c:v>
                </c:pt>
                <c:pt idx="18">
                  <c:v>2604.99</c:v>
                </c:pt>
                <c:pt idx="19">
                  <c:v>2606.0</c:v>
                </c:pt>
                <c:pt idx="20">
                  <c:v>2694.97</c:v>
                </c:pt>
                <c:pt idx="21">
                  <c:v>2784.96</c:v>
                </c:pt>
                <c:pt idx="22">
                  <c:v>2800.0</c:v>
                </c:pt>
                <c:pt idx="23">
                  <c:v>2874.94</c:v>
                </c:pt>
                <c:pt idx="24">
                  <c:v>2904.0</c:v>
                </c:pt>
                <c:pt idx="25">
                  <c:v>2964.93</c:v>
                </c:pt>
                <c:pt idx="26">
                  <c:v>3009.0</c:v>
                </c:pt>
                <c:pt idx="27">
                  <c:v>3054.91</c:v>
                </c:pt>
                <c:pt idx="28">
                  <c:v>3144.9</c:v>
                </c:pt>
                <c:pt idx="29">
                  <c:v>3145.0</c:v>
                </c:pt>
                <c:pt idx="30">
                  <c:v>3145.1</c:v>
                </c:pt>
                <c:pt idx="31">
                  <c:v>3225.0</c:v>
                </c:pt>
                <c:pt idx="32">
                  <c:v>3304.9</c:v>
                </c:pt>
                <c:pt idx="33">
                  <c:v>3305.0</c:v>
                </c:pt>
                <c:pt idx="34">
                  <c:v>3305.1</c:v>
                </c:pt>
                <c:pt idx="35">
                  <c:v>3365.0</c:v>
                </c:pt>
                <c:pt idx="36">
                  <c:v>3424.9</c:v>
                </c:pt>
                <c:pt idx="37">
                  <c:v>3425.0</c:v>
                </c:pt>
                <c:pt idx="38">
                  <c:v>3425.1</c:v>
                </c:pt>
                <c:pt idx="39">
                  <c:v>3523.7</c:v>
                </c:pt>
                <c:pt idx="40">
                  <c:v>3622.3</c:v>
                </c:pt>
                <c:pt idx="41">
                  <c:v>3720.9</c:v>
                </c:pt>
                <c:pt idx="42">
                  <c:v>3819.5</c:v>
                </c:pt>
                <c:pt idx="43">
                  <c:v>3918.1</c:v>
                </c:pt>
                <c:pt idx="44">
                  <c:v>4016.7</c:v>
                </c:pt>
                <c:pt idx="45">
                  <c:v>4115.3</c:v>
                </c:pt>
                <c:pt idx="46">
                  <c:v>4213.9</c:v>
                </c:pt>
                <c:pt idx="47">
                  <c:v>4312.5</c:v>
                </c:pt>
                <c:pt idx="48">
                  <c:v>4411.1</c:v>
                </c:pt>
                <c:pt idx="49">
                  <c:v>4509.7</c:v>
                </c:pt>
                <c:pt idx="50">
                  <c:v>4608.3</c:v>
                </c:pt>
                <c:pt idx="51">
                  <c:v>4706.9</c:v>
                </c:pt>
                <c:pt idx="52">
                  <c:v>4805.5</c:v>
                </c:pt>
                <c:pt idx="53">
                  <c:v>4904.1</c:v>
                </c:pt>
                <c:pt idx="54">
                  <c:v>5002.7</c:v>
                </c:pt>
                <c:pt idx="55">
                  <c:v>5101.3</c:v>
                </c:pt>
                <c:pt idx="56">
                  <c:v>5199.9</c:v>
                </c:pt>
                <c:pt idx="57">
                  <c:v>5200.0</c:v>
                </c:pt>
                <c:pt idx="58">
                  <c:v>5200.1</c:v>
                </c:pt>
                <c:pt idx="59">
                  <c:v>5283.08</c:v>
                </c:pt>
                <c:pt idx="60">
                  <c:v>5366.06</c:v>
                </c:pt>
                <c:pt idx="61">
                  <c:v>5449.04</c:v>
                </c:pt>
                <c:pt idx="62">
                  <c:v>5532.02</c:v>
                </c:pt>
                <c:pt idx="63">
                  <c:v>5615.0</c:v>
                </c:pt>
                <c:pt idx="64">
                  <c:v>5697.98</c:v>
                </c:pt>
                <c:pt idx="65">
                  <c:v>5780.96</c:v>
                </c:pt>
                <c:pt idx="66">
                  <c:v>5863.94</c:v>
                </c:pt>
                <c:pt idx="67">
                  <c:v>5946.92</c:v>
                </c:pt>
                <c:pt idx="68">
                  <c:v>6029.9</c:v>
                </c:pt>
                <c:pt idx="69">
                  <c:v>6030.0</c:v>
                </c:pt>
                <c:pt idx="70">
                  <c:v>6030.1</c:v>
                </c:pt>
                <c:pt idx="71">
                  <c:v>6040.0</c:v>
                </c:pt>
                <c:pt idx="72">
                  <c:v>6049.9</c:v>
                </c:pt>
                <c:pt idx="73">
                  <c:v>6050.0</c:v>
                </c:pt>
                <c:pt idx="74">
                  <c:v>6050.1</c:v>
                </c:pt>
                <c:pt idx="75">
                  <c:v>6080.0</c:v>
                </c:pt>
                <c:pt idx="76">
                  <c:v>6109.9</c:v>
                </c:pt>
                <c:pt idx="77">
                  <c:v>6110.0</c:v>
                </c:pt>
                <c:pt idx="78">
                  <c:v>6110.1</c:v>
                </c:pt>
                <c:pt idx="79">
                  <c:v>6130.0</c:v>
                </c:pt>
                <c:pt idx="80">
                  <c:v>6149.9</c:v>
                </c:pt>
                <c:pt idx="81">
                  <c:v>6150.0</c:v>
                </c:pt>
                <c:pt idx="82">
                  <c:v>6150.1</c:v>
                </c:pt>
                <c:pt idx="83">
                  <c:v>6199.0</c:v>
                </c:pt>
                <c:pt idx="84">
                  <c:v>6247.9</c:v>
                </c:pt>
                <c:pt idx="85">
                  <c:v>6248.0</c:v>
                </c:pt>
                <c:pt idx="86">
                  <c:v>6248.1</c:v>
                </c:pt>
                <c:pt idx="87">
                  <c:v>6257.5</c:v>
                </c:pt>
                <c:pt idx="88">
                  <c:v>6266.9</c:v>
                </c:pt>
                <c:pt idx="89">
                  <c:v>6267.0</c:v>
                </c:pt>
                <c:pt idx="90">
                  <c:v>6267.1</c:v>
                </c:pt>
                <c:pt idx="91">
                  <c:v>6292.0</c:v>
                </c:pt>
                <c:pt idx="92">
                  <c:v>6316.9</c:v>
                </c:pt>
                <c:pt idx="93">
                  <c:v>6317.0</c:v>
                </c:pt>
                <c:pt idx="94">
                  <c:v>6317.1</c:v>
                </c:pt>
                <c:pt idx="95">
                  <c:v>6342.33</c:v>
                </c:pt>
                <c:pt idx="96">
                  <c:v>6367.55</c:v>
                </c:pt>
                <c:pt idx="97">
                  <c:v>6367.65</c:v>
                </c:pt>
                <c:pt idx="98">
                  <c:v>6367.75</c:v>
                </c:pt>
                <c:pt idx="99">
                  <c:v>6422.42</c:v>
                </c:pt>
                <c:pt idx="100">
                  <c:v>6425.56</c:v>
                </c:pt>
                <c:pt idx="101">
                  <c:v>6483.38</c:v>
                </c:pt>
                <c:pt idx="102">
                  <c:v>6541.19</c:v>
                </c:pt>
                <c:pt idx="103">
                  <c:v>6599.0</c:v>
                </c:pt>
                <c:pt idx="104">
                  <c:v>6605.45</c:v>
                </c:pt>
                <c:pt idx="105">
                  <c:v>6611.9</c:v>
                </c:pt>
                <c:pt idx="106">
                  <c:v>6612.0</c:v>
                </c:pt>
                <c:pt idx="107">
                  <c:v>6612.1</c:v>
                </c:pt>
                <c:pt idx="108">
                  <c:v>6622.42</c:v>
                </c:pt>
                <c:pt idx="109">
                  <c:v>6672.05</c:v>
                </c:pt>
                <c:pt idx="110">
                  <c:v>6732.0</c:v>
                </c:pt>
                <c:pt idx="111">
                  <c:v>6732.0</c:v>
                </c:pt>
                <c:pt idx="112">
                  <c:v>6732.0</c:v>
                </c:pt>
                <c:pt idx="113">
                  <c:v>6732.0</c:v>
                </c:pt>
                <c:pt idx="114">
                  <c:v>6732.0</c:v>
                </c:pt>
                <c:pt idx="115">
                  <c:v>6732.0</c:v>
                </c:pt>
                <c:pt idx="116">
                  <c:v>6732.0</c:v>
                </c:pt>
                <c:pt idx="117">
                  <c:v>6732.0</c:v>
                </c:pt>
                <c:pt idx="118">
                  <c:v>6732.0</c:v>
                </c:pt>
                <c:pt idx="119">
                  <c:v>6732.0</c:v>
                </c:pt>
                <c:pt idx="120">
                  <c:v>6732.0</c:v>
                </c:pt>
                <c:pt idx="121">
                  <c:v>6732.0</c:v>
                </c:pt>
                <c:pt idx="122">
                  <c:v>6732.0</c:v>
                </c:pt>
                <c:pt idx="123">
                  <c:v>6732.0</c:v>
                </c:pt>
                <c:pt idx="124">
                  <c:v>6732.0</c:v>
                </c:pt>
                <c:pt idx="125">
                  <c:v>6732.0</c:v>
                </c:pt>
                <c:pt idx="126">
                  <c:v>6732.0</c:v>
                </c:pt>
                <c:pt idx="127">
                  <c:v>6732.0</c:v>
                </c:pt>
                <c:pt idx="128">
                  <c:v>6732.0</c:v>
                </c:pt>
                <c:pt idx="129">
                  <c:v>6732.0</c:v>
                </c:pt>
                <c:pt idx="130">
                  <c:v>6732.0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40.0"/>
          <c:min val="-20.0"/>
        </c:scaling>
        <c:delete val="0"/>
        <c:axPos val="b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Temperatura (°C)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  <c:majorUnit val="20.0"/>
      </c:valAx>
      <c:valAx>
        <c:axId val="-2129643912"/>
        <c:scaling>
          <c:orientation val="maxMin"/>
          <c:max val="7000.0"/>
          <c:min val="1500.0"/>
        </c:scaling>
        <c:delete val="0"/>
        <c:axPos val="l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MD (m)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  <c:majorUnit val="500.0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5B6B76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B2B36"/>
                </a:solidFill>
                <a:latin typeface="Calibri"/>
              </a:rPr>
              <a:t>SCORE-PySafe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SCORE-PySafe</c:v>
                </c:pt>
              </c:strCache>
            </c:strRef>
          </c:tx>
          <c:spPr>
            <a:ln w="25400">
              <a:solidFill>
                <a:srgbClr val="0F7C8C"/>
              </a:solidFill>
            </a:ln>
          </c:spPr>
          <c:marker>
            <c:symbol val="none"/>
          </c:marker>
          <c:xVal>
            <c:numRef>
              <c:f>Sheet1!$A$2:$A$41</c:f>
              <c:numCache>
                <c:formatCode>General</c:formatCode>
                <c:ptCount val="40"/>
                <c:pt idx="0">
                  <c:v>86.34</c:v>
                </c:pt>
                <c:pt idx="1">
                  <c:v>86.44</c:v>
                </c:pt>
                <c:pt idx="2">
                  <c:v>86.53</c:v>
                </c:pt>
                <c:pt idx="3">
                  <c:v>86.53</c:v>
                </c:pt>
                <c:pt idx="4">
                  <c:v>86.53</c:v>
                </c:pt>
                <c:pt idx="5">
                  <c:v>86.83</c:v>
                </c:pt>
                <c:pt idx="6">
                  <c:v>87.12</c:v>
                </c:pt>
                <c:pt idx="7">
                  <c:v>87.09</c:v>
                </c:pt>
                <c:pt idx="8">
                  <c:v>87.05</c:v>
                </c:pt>
                <c:pt idx="9">
                  <c:v>87.75</c:v>
                </c:pt>
                <c:pt idx="10">
                  <c:v>88.44</c:v>
                </c:pt>
                <c:pt idx="11">
                  <c:v>89.12</c:v>
                </c:pt>
                <c:pt idx="12">
                  <c:v>89.79</c:v>
                </c:pt>
                <c:pt idx="13">
                  <c:v>89.84</c:v>
                </c:pt>
                <c:pt idx="14">
                  <c:v>90.43</c:v>
                </c:pt>
                <c:pt idx="15">
                  <c:v>91.06</c:v>
                </c:pt>
                <c:pt idx="16">
                  <c:v>91.52</c:v>
                </c:pt>
                <c:pt idx="17">
                  <c:v>91.67</c:v>
                </c:pt>
                <c:pt idx="18">
                  <c:v>92.28</c:v>
                </c:pt>
                <c:pt idx="19">
                  <c:v>92.28</c:v>
                </c:pt>
                <c:pt idx="20">
                  <c:v>92.92</c:v>
                </c:pt>
                <c:pt idx="21">
                  <c:v>93.55</c:v>
                </c:pt>
                <c:pt idx="22">
                  <c:v>93.52</c:v>
                </c:pt>
                <c:pt idx="23">
                  <c:v>93.37</c:v>
                </c:pt>
                <c:pt idx="24">
                  <c:v>93.3</c:v>
                </c:pt>
                <c:pt idx="25">
                  <c:v>93.16</c:v>
                </c:pt>
                <c:pt idx="26">
                  <c:v>93.51</c:v>
                </c:pt>
                <c:pt idx="27">
                  <c:v>93.86</c:v>
                </c:pt>
                <c:pt idx="28">
                  <c:v>94.57</c:v>
                </c:pt>
                <c:pt idx="29">
                  <c:v>94.57</c:v>
                </c:pt>
                <c:pt idx="30">
                  <c:v>94.57</c:v>
                </c:pt>
                <c:pt idx="31">
                  <c:v>95.13</c:v>
                </c:pt>
                <c:pt idx="32">
                  <c:v>95.69</c:v>
                </c:pt>
                <c:pt idx="33">
                  <c:v>95.69</c:v>
                </c:pt>
                <c:pt idx="34">
                  <c:v>95.69</c:v>
                </c:pt>
                <c:pt idx="35">
                  <c:v>96.11</c:v>
                </c:pt>
                <c:pt idx="36">
                  <c:v>96.52</c:v>
                </c:pt>
                <c:pt idx="37">
                  <c:v>96.52</c:v>
                </c:pt>
                <c:pt idx="38">
                  <c:v>96.52</c:v>
                </c:pt>
                <c:pt idx="39">
                  <c:v>96.52</c:v>
                </c:pt>
              </c:numCache>
            </c:numRef>
          </c:xVal>
          <c:yVal>
            <c:numRef>
              <c:f>Sheet1!$B$2:$B$41</c:f>
              <c:numCache>
                <c:formatCode>General</c:formatCode>
                <c:ptCount val="40"/>
                <c:pt idx="0">
                  <c:v>1785.0</c:v>
                </c:pt>
                <c:pt idx="1">
                  <c:v>1796.95</c:v>
                </c:pt>
                <c:pt idx="2">
                  <c:v>1808.9</c:v>
                </c:pt>
                <c:pt idx="3">
                  <c:v>1809.0</c:v>
                </c:pt>
                <c:pt idx="4">
                  <c:v>1809.1</c:v>
                </c:pt>
                <c:pt idx="5">
                  <c:v>1847.0</c:v>
                </c:pt>
                <c:pt idx="6">
                  <c:v>1884.9</c:v>
                </c:pt>
                <c:pt idx="7">
                  <c:v>1885.0</c:v>
                </c:pt>
                <c:pt idx="8">
                  <c:v>1885.1</c:v>
                </c:pt>
                <c:pt idx="9">
                  <c:v>1975.09</c:v>
                </c:pt>
                <c:pt idx="10">
                  <c:v>2065.07</c:v>
                </c:pt>
                <c:pt idx="11">
                  <c:v>2155.06</c:v>
                </c:pt>
                <c:pt idx="12">
                  <c:v>2245.04</c:v>
                </c:pt>
                <c:pt idx="13">
                  <c:v>2252.0</c:v>
                </c:pt>
                <c:pt idx="14">
                  <c:v>2335.03</c:v>
                </c:pt>
                <c:pt idx="15">
                  <c:v>2425.01</c:v>
                </c:pt>
                <c:pt idx="16">
                  <c:v>2493.0</c:v>
                </c:pt>
                <c:pt idx="17">
                  <c:v>2515.0</c:v>
                </c:pt>
                <c:pt idx="18">
                  <c:v>2604.99</c:v>
                </c:pt>
                <c:pt idx="19">
                  <c:v>2606.0</c:v>
                </c:pt>
                <c:pt idx="20">
                  <c:v>2694.97</c:v>
                </c:pt>
                <c:pt idx="21">
                  <c:v>2784.96</c:v>
                </c:pt>
                <c:pt idx="22">
                  <c:v>2800.0</c:v>
                </c:pt>
                <c:pt idx="23">
                  <c:v>2874.94</c:v>
                </c:pt>
                <c:pt idx="24">
                  <c:v>2904.0</c:v>
                </c:pt>
                <c:pt idx="25">
                  <c:v>2964.93</c:v>
                </c:pt>
                <c:pt idx="26">
                  <c:v>3009.0</c:v>
                </c:pt>
                <c:pt idx="27">
                  <c:v>3054.91</c:v>
                </c:pt>
                <c:pt idx="28">
                  <c:v>3144.9</c:v>
                </c:pt>
                <c:pt idx="29">
                  <c:v>3145.0</c:v>
                </c:pt>
                <c:pt idx="30">
                  <c:v>3145.1</c:v>
                </c:pt>
                <c:pt idx="31">
                  <c:v>3225.0</c:v>
                </c:pt>
                <c:pt idx="32">
                  <c:v>3304.9</c:v>
                </c:pt>
                <c:pt idx="33">
                  <c:v>3305.0</c:v>
                </c:pt>
                <c:pt idx="34">
                  <c:v>3305.1</c:v>
                </c:pt>
                <c:pt idx="35">
                  <c:v>3365.0</c:v>
                </c:pt>
                <c:pt idx="36">
                  <c:v>3424.9</c:v>
                </c:pt>
                <c:pt idx="37">
                  <c:v>3424.9</c:v>
                </c:pt>
                <c:pt idx="38">
                  <c:v>3424.9</c:v>
                </c:pt>
                <c:pt idx="39">
                  <c:v>3424.9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Sheet1!$B$43</c:f>
              <c:strCache>
                <c:ptCount val="1"/>
                <c:pt idx="0">
                  <c:v>Geotérmico</c:v>
                </c:pt>
              </c:strCache>
            </c:strRef>
          </c:tx>
          <c:spPr>
            <a:ln w="15875">
              <a:solidFill>
                <a:srgbClr val="9AA5AE"/>
              </a:solidFill>
              <a:prstDash val="dash"/>
            </a:ln>
          </c:spPr>
          <c:marker>
            <c:symbol val="none"/>
          </c:marker>
          <c:xVal>
            <c:numRef>
              <c:f>Sheet1!$A$44:$A$83</c:f>
              <c:numCache>
                <c:formatCode>General</c:formatCode>
                <c:ptCount val="40"/>
                <c:pt idx="0">
                  <c:v>4.0</c:v>
                </c:pt>
                <c:pt idx="1">
                  <c:v>4.64</c:v>
                </c:pt>
                <c:pt idx="2">
                  <c:v>5.28</c:v>
                </c:pt>
                <c:pt idx="3">
                  <c:v>5.28</c:v>
                </c:pt>
                <c:pt idx="4">
                  <c:v>5.29</c:v>
                </c:pt>
                <c:pt idx="5">
                  <c:v>7.32</c:v>
                </c:pt>
                <c:pt idx="6">
                  <c:v>9.35</c:v>
                </c:pt>
                <c:pt idx="7">
                  <c:v>9.35</c:v>
                </c:pt>
                <c:pt idx="8">
                  <c:v>9.36</c:v>
                </c:pt>
                <c:pt idx="9">
                  <c:v>14.18</c:v>
                </c:pt>
                <c:pt idx="10">
                  <c:v>18.99</c:v>
                </c:pt>
                <c:pt idx="11">
                  <c:v>23.81</c:v>
                </c:pt>
                <c:pt idx="12">
                  <c:v>28.63</c:v>
                </c:pt>
                <c:pt idx="13">
                  <c:v>29.0</c:v>
                </c:pt>
                <c:pt idx="14">
                  <c:v>32.79</c:v>
                </c:pt>
                <c:pt idx="15">
                  <c:v>36.9</c:v>
                </c:pt>
                <c:pt idx="16">
                  <c:v>40.0</c:v>
                </c:pt>
                <c:pt idx="17">
                  <c:v>40.97</c:v>
                </c:pt>
                <c:pt idx="18">
                  <c:v>44.96</c:v>
                </c:pt>
                <c:pt idx="19">
                  <c:v>45.0</c:v>
                </c:pt>
                <c:pt idx="20">
                  <c:v>49.13</c:v>
                </c:pt>
                <c:pt idx="21">
                  <c:v>53.3</c:v>
                </c:pt>
                <c:pt idx="22">
                  <c:v>54.0</c:v>
                </c:pt>
                <c:pt idx="23">
                  <c:v>56.88</c:v>
                </c:pt>
                <c:pt idx="24">
                  <c:v>58.0</c:v>
                </c:pt>
                <c:pt idx="25">
                  <c:v>60.9</c:v>
                </c:pt>
                <c:pt idx="26">
                  <c:v>63.0</c:v>
                </c:pt>
                <c:pt idx="27">
                  <c:v>63.67</c:v>
                </c:pt>
                <c:pt idx="28">
                  <c:v>64.97</c:v>
                </c:pt>
                <c:pt idx="29">
                  <c:v>64.98</c:v>
                </c:pt>
                <c:pt idx="30">
                  <c:v>64.98</c:v>
                </c:pt>
                <c:pt idx="31">
                  <c:v>66.14</c:v>
                </c:pt>
                <c:pt idx="32">
                  <c:v>67.3</c:v>
                </c:pt>
                <c:pt idx="33">
                  <c:v>67.3</c:v>
                </c:pt>
                <c:pt idx="34">
                  <c:v>67.3</c:v>
                </c:pt>
                <c:pt idx="35">
                  <c:v>68.17</c:v>
                </c:pt>
                <c:pt idx="36">
                  <c:v>69.04</c:v>
                </c:pt>
                <c:pt idx="37">
                  <c:v>69.04</c:v>
                </c:pt>
                <c:pt idx="38">
                  <c:v>69.05</c:v>
                </c:pt>
                <c:pt idx="39">
                  <c:v>70.48</c:v>
                </c:pt>
              </c:numCache>
            </c:numRef>
          </c:xVal>
          <c:yVal>
            <c:numRef>
              <c:f>Sheet1!$B$44:$B$83</c:f>
              <c:numCache>
                <c:formatCode>General</c:formatCode>
                <c:ptCount val="40"/>
                <c:pt idx="0">
                  <c:v>1785.0</c:v>
                </c:pt>
                <c:pt idx="1">
                  <c:v>1796.95</c:v>
                </c:pt>
                <c:pt idx="2">
                  <c:v>1808.9</c:v>
                </c:pt>
                <c:pt idx="3">
                  <c:v>1809.0</c:v>
                </c:pt>
                <c:pt idx="4">
                  <c:v>1809.1</c:v>
                </c:pt>
                <c:pt idx="5">
                  <c:v>1847.0</c:v>
                </c:pt>
                <c:pt idx="6">
                  <c:v>1884.9</c:v>
                </c:pt>
                <c:pt idx="7">
                  <c:v>1885.0</c:v>
                </c:pt>
                <c:pt idx="8">
                  <c:v>1885.1</c:v>
                </c:pt>
                <c:pt idx="9">
                  <c:v>1975.09</c:v>
                </c:pt>
                <c:pt idx="10">
                  <c:v>2065.07</c:v>
                </c:pt>
                <c:pt idx="11">
                  <c:v>2155.06</c:v>
                </c:pt>
                <c:pt idx="12">
                  <c:v>2245.04</c:v>
                </c:pt>
                <c:pt idx="13">
                  <c:v>2252.0</c:v>
                </c:pt>
                <c:pt idx="14">
                  <c:v>2335.03</c:v>
                </c:pt>
                <c:pt idx="15">
                  <c:v>2425.01</c:v>
                </c:pt>
                <c:pt idx="16">
                  <c:v>2493.0</c:v>
                </c:pt>
                <c:pt idx="17">
                  <c:v>2515.0</c:v>
                </c:pt>
                <c:pt idx="18">
                  <c:v>2604.99</c:v>
                </c:pt>
                <c:pt idx="19">
                  <c:v>2606.0</c:v>
                </c:pt>
                <c:pt idx="20">
                  <c:v>2694.97</c:v>
                </c:pt>
                <c:pt idx="21">
                  <c:v>2784.96</c:v>
                </c:pt>
                <c:pt idx="22">
                  <c:v>2800.0</c:v>
                </c:pt>
                <c:pt idx="23">
                  <c:v>2874.94</c:v>
                </c:pt>
                <c:pt idx="24">
                  <c:v>2904.0</c:v>
                </c:pt>
                <c:pt idx="25">
                  <c:v>2964.93</c:v>
                </c:pt>
                <c:pt idx="26">
                  <c:v>3009.0</c:v>
                </c:pt>
                <c:pt idx="27">
                  <c:v>3054.91</c:v>
                </c:pt>
                <c:pt idx="28">
                  <c:v>3144.9</c:v>
                </c:pt>
                <c:pt idx="29">
                  <c:v>3145.0</c:v>
                </c:pt>
                <c:pt idx="30">
                  <c:v>3145.1</c:v>
                </c:pt>
                <c:pt idx="31">
                  <c:v>3225.0</c:v>
                </c:pt>
                <c:pt idx="32">
                  <c:v>3304.9</c:v>
                </c:pt>
                <c:pt idx="33">
                  <c:v>3305.0</c:v>
                </c:pt>
                <c:pt idx="34">
                  <c:v>3305.1</c:v>
                </c:pt>
                <c:pt idx="35">
                  <c:v>3365.0</c:v>
                </c:pt>
                <c:pt idx="36">
                  <c:v>3424.9</c:v>
                </c:pt>
                <c:pt idx="37">
                  <c:v>3425.0</c:v>
                </c:pt>
                <c:pt idx="38">
                  <c:v>3425.1</c:v>
                </c:pt>
                <c:pt idx="39">
                  <c:v>3523.7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20.0"/>
          <c:min val="0.0"/>
        </c:scaling>
        <c:delete val="0"/>
        <c:axPos val="b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Temperatura (°C)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  <c:majorUnit val="20.0"/>
      </c:valAx>
      <c:valAx>
        <c:axId val="-2129643912"/>
        <c:scaling>
          <c:orientation val="maxMin"/>
          <c:max val="3600.0"/>
          <c:min val="1600.0"/>
        </c:scaling>
        <c:delete val="0"/>
        <c:axPos val="l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MD (m)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  <c:majorUnit val="200.0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5B6B76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B2B36"/>
                </a:solidFill>
                <a:latin typeface="Calibri"/>
              </a:rPr>
              <a:t>WellCat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WellCat</c:v>
                </c:pt>
              </c:strCache>
            </c:strRef>
          </c:tx>
          <c:spPr>
            <a:ln w="25400">
              <a:solidFill>
                <a:srgbClr val="D9822B"/>
              </a:solidFill>
            </a:ln>
          </c:spPr>
          <c:marker>
            <c:symbol val="none"/>
          </c:marker>
          <c:xVal>
            <c:numRef>
              <c:f>Sheet1!$A$2:$A$132</c:f>
              <c:numCache>
                <c:formatCode>General</c:formatCode>
                <c:ptCount val="131"/>
                <c:pt idx="0">
                  <c:v>29.85</c:v>
                </c:pt>
                <c:pt idx="1">
                  <c:v>49.98</c:v>
                </c:pt>
                <c:pt idx="2">
                  <c:v>61.84</c:v>
                </c:pt>
                <c:pt idx="3">
                  <c:v>65.08</c:v>
                </c:pt>
                <c:pt idx="4">
                  <c:v>67.94</c:v>
                </c:pt>
                <c:pt idx="5">
                  <c:v>69.13</c:v>
                </c:pt>
                <c:pt idx="6">
                  <c:v>70.23</c:v>
                </c:pt>
                <c:pt idx="7">
                  <c:v>71.24</c:v>
                </c:pt>
                <c:pt idx="8">
                  <c:v>71.76</c:v>
                </c:pt>
                <c:pt idx="9">
                  <c:v>72.28</c:v>
                </c:pt>
                <c:pt idx="10">
                  <c:v>72.63</c:v>
                </c:pt>
                <c:pt idx="11">
                  <c:v>73.08</c:v>
                </c:pt>
                <c:pt idx="12">
                  <c:v>73.33</c:v>
                </c:pt>
                <c:pt idx="13">
                  <c:v>73.46</c:v>
                </c:pt>
                <c:pt idx="14">
                  <c:v>73.51</c:v>
                </c:pt>
                <c:pt idx="15">
                  <c:v>73.55</c:v>
                </c:pt>
                <c:pt idx="16">
                  <c:v>73.58</c:v>
                </c:pt>
                <c:pt idx="17">
                  <c:v>73.62</c:v>
                </c:pt>
                <c:pt idx="18">
                  <c:v>73.65</c:v>
                </c:pt>
                <c:pt idx="19">
                  <c:v>73.72</c:v>
                </c:pt>
                <c:pt idx="20">
                  <c:v>73.82</c:v>
                </c:pt>
                <c:pt idx="21">
                  <c:v>73.91</c:v>
                </c:pt>
                <c:pt idx="22">
                  <c:v>74.08</c:v>
                </c:pt>
                <c:pt idx="23">
                  <c:v>74.29</c:v>
                </c:pt>
                <c:pt idx="24">
                  <c:v>74.51</c:v>
                </c:pt>
                <c:pt idx="25">
                  <c:v>74.73</c:v>
                </c:pt>
                <c:pt idx="26">
                  <c:v>74.86</c:v>
                </c:pt>
                <c:pt idx="27">
                  <c:v>74.94</c:v>
                </c:pt>
                <c:pt idx="28">
                  <c:v>74.98</c:v>
                </c:pt>
                <c:pt idx="29">
                  <c:v>75.02</c:v>
                </c:pt>
                <c:pt idx="30">
                  <c:v>75.04</c:v>
                </c:pt>
                <c:pt idx="31">
                  <c:v>75.08</c:v>
                </c:pt>
                <c:pt idx="32">
                  <c:v>75.11</c:v>
                </c:pt>
                <c:pt idx="33">
                  <c:v>75.21</c:v>
                </c:pt>
                <c:pt idx="34">
                  <c:v>75.45</c:v>
                </c:pt>
                <c:pt idx="35">
                  <c:v>68.25</c:v>
                </c:pt>
                <c:pt idx="36">
                  <c:v>68.84</c:v>
                </c:pt>
                <c:pt idx="37">
                  <c:v>69.4</c:v>
                </c:pt>
                <c:pt idx="38">
                  <c:v>69.94</c:v>
                </c:pt>
                <c:pt idx="39">
                  <c:v>70.47</c:v>
                </c:pt>
                <c:pt idx="40">
                  <c:v>71.0</c:v>
                </c:pt>
                <c:pt idx="41">
                  <c:v>71.53</c:v>
                </c:pt>
                <c:pt idx="42">
                  <c:v>72.06</c:v>
                </c:pt>
                <c:pt idx="43">
                  <c:v>72.66</c:v>
                </c:pt>
                <c:pt idx="44">
                  <c:v>73.27</c:v>
                </c:pt>
                <c:pt idx="45">
                  <c:v>73.88</c:v>
                </c:pt>
                <c:pt idx="46">
                  <c:v>74.48</c:v>
                </c:pt>
                <c:pt idx="47">
                  <c:v>75.09</c:v>
                </c:pt>
                <c:pt idx="48">
                  <c:v>75.69</c:v>
                </c:pt>
                <c:pt idx="49">
                  <c:v>76.28</c:v>
                </c:pt>
                <c:pt idx="50">
                  <c:v>76.57</c:v>
                </c:pt>
                <c:pt idx="51">
                  <c:v>76.63</c:v>
                </c:pt>
                <c:pt idx="52">
                  <c:v>76.6</c:v>
                </c:pt>
                <c:pt idx="53">
                  <c:v>76.55</c:v>
                </c:pt>
                <c:pt idx="54">
                  <c:v>76.52</c:v>
                </c:pt>
                <c:pt idx="55">
                  <c:v>76.51</c:v>
                </c:pt>
                <c:pt idx="56">
                  <c:v>76.51</c:v>
                </c:pt>
                <c:pt idx="57">
                  <c:v>76.51</c:v>
                </c:pt>
                <c:pt idx="58">
                  <c:v>76.53</c:v>
                </c:pt>
                <c:pt idx="59">
                  <c:v>76.56</c:v>
                </c:pt>
                <c:pt idx="60">
                  <c:v>76.63</c:v>
                </c:pt>
                <c:pt idx="61">
                  <c:v>76.75</c:v>
                </c:pt>
                <c:pt idx="62">
                  <c:v>76.92</c:v>
                </c:pt>
                <c:pt idx="63">
                  <c:v>77.14</c:v>
                </c:pt>
                <c:pt idx="64">
                  <c:v>77.42</c:v>
                </c:pt>
                <c:pt idx="65">
                  <c:v>77.93</c:v>
                </c:pt>
                <c:pt idx="66">
                  <c:v>78.45</c:v>
                </c:pt>
                <c:pt idx="67">
                  <c:v>78.97</c:v>
                </c:pt>
                <c:pt idx="68">
                  <c:v>79.55</c:v>
                </c:pt>
                <c:pt idx="69">
                  <c:v>80.14</c:v>
                </c:pt>
                <c:pt idx="70">
                  <c:v>80.72</c:v>
                </c:pt>
                <c:pt idx="71">
                  <c:v>81.3</c:v>
                </c:pt>
                <c:pt idx="72">
                  <c:v>81.57</c:v>
                </c:pt>
                <c:pt idx="73">
                  <c:v>81.89</c:v>
                </c:pt>
                <c:pt idx="74">
                  <c:v>82.44</c:v>
                </c:pt>
                <c:pt idx="75">
                  <c:v>83.0</c:v>
                </c:pt>
                <c:pt idx="76">
                  <c:v>83.3</c:v>
                </c:pt>
                <c:pt idx="77">
                  <c:v>83.45</c:v>
                </c:pt>
                <c:pt idx="78">
                  <c:v>83.59</c:v>
                </c:pt>
                <c:pt idx="79">
                  <c:v>83.66</c:v>
                </c:pt>
                <c:pt idx="80">
                  <c:v>83.78</c:v>
                </c:pt>
                <c:pt idx="81">
                  <c:v>83.91</c:v>
                </c:pt>
                <c:pt idx="82">
                  <c:v>84.15</c:v>
                </c:pt>
                <c:pt idx="83">
                  <c:v>84.7</c:v>
                </c:pt>
                <c:pt idx="84">
                  <c:v>85.28</c:v>
                </c:pt>
                <c:pt idx="85">
                  <c:v>85.85</c:v>
                </c:pt>
                <c:pt idx="86">
                  <c:v>86.48</c:v>
                </c:pt>
                <c:pt idx="87">
                  <c:v>86.82</c:v>
                </c:pt>
                <c:pt idx="88">
                  <c:v>87.13</c:v>
                </c:pt>
                <c:pt idx="89">
                  <c:v>87.27</c:v>
                </c:pt>
                <c:pt idx="90">
                  <c:v>87.49</c:v>
                </c:pt>
                <c:pt idx="91">
                  <c:v>87.7</c:v>
                </c:pt>
                <c:pt idx="92">
                  <c:v>87.97</c:v>
                </c:pt>
                <c:pt idx="93">
                  <c:v>88.24</c:v>
                </c:pt>
                <c:pt idx="94">
                  <c:v>88.5</c:v>
                </c:pt>
                <c:pt idx="95">
                  <c:v>88.78</c:v>
                </c:pt>
                <c:pt idx="96">
                  <c:v>88.92</c:v>
                </c:pt>
                <c:pt idx="97">
                  <c:v>89.15</c:v>
                </c:pt>
                <c:pt idx="98">
                  <c:v>89.39</c:v>
                </c:pt>
                <c:pt idx="99">
                  <c:v>89.7</c:v>
                </c:pt>
                <c:pt idx="100">
                  <c:v>90.02</c:v>
                </c:pt>
                <c:pt idx="101">
                  <c:v>90.33</c:v>
                </c:pt>
                <c:pt idx="102">
                  <c:v>90.64</c:v>
                </c:pt>
                <c:pt idx="103">
                  <c:v>90.82</c:v>
                </c:pt>
                <c:pt idx="104">
                  <c:v>90.92</c:v>
                </c:pt>
                <c:pt idx="105">
                  <c:v>90.97</c:v>
                </c:pt>
                <c:pt idx="106">
                  <c:v>91.0</c:v>
                </c:pt>
                <c:pt idx="107">
                  <c:v>91.02</c:v>
                </c:pt>
                <c:pt idx="108">
                  <c:v>91.03</c:v>
                </c:pt>
                <c:pt idx="109">
                  <c:v>91.05</c:v>
                </c:pt>
                <c:pt idx="110">
                  <c:v>91.07</c:v>
                </c:pt>
                <c:pt idx="111">
                  <c:v>91.11</c:v>
                </c:pt>
                <c:pt idx="112">
                  <c:v>91.17</c:v>
                </c:pt>
                <c:pt idx="113">
                  <c:v>91.31</c:v>
                </c:pt>
                <c:pt idx="114">
                  <c:v>91.58</c:v>
                </c:pt>
                <c:pt idx="115">
                  <c:v>91.86</c:v>
                </c:pt>
                <c:pt idx="116">
                  <c:v>92.15</c:v>
                </c:pt>
                <c:pt idx="117">
                  <c:v>92.43</c:v>
                </c:pt>
                <c:pt idx="118">
                  <c:v>92.72</c:v>
                </c:pt>
                <c:pt idx="119">
                  <c:v>93.0</c:v>
                </c:pt>
                <c:pt idx="120">
                  <c:v>93.28</c:v>
                </c:pt>
                <c:pt idx="121">
                  <c:v>93.56</c:v>
                </c:pt>
                <c:pt idx="122">
                  <c:v>93.73</c:v>
                </c:pt>
                <c:pt idx="123">
                  <c:v>93.82</c:v>
                </c:pt>
                <c:pt idx="124">
                  <c:v>93.87</c:v>
                </c:pt>
                <c:pt idx="125">
                  <c:v>93.9</c:v>
                </c:pt>
                <c:pt idx="126">
                  <c:v>93.94</c:v>
                </c:pt>
                <c:pt idx="127">
                  <c:v>93.97</c:v>
                </c:pt>
                <c:pt idx="128">
                  <c:v>94.05</c:v>
                </c:pt>
                <c:pt idx="129">
                  <c:v>94.21</c:v>
                </c:pt>
                <c:pt idx="130">
                  <c:v>94.21</c:v>
                </c:pt>
              </c:numCache>
            </c:numRef>
          </c:xVal>
          <c:yVal>
            <c:numRef>
              <c:f>Sheet1!$B$2:$B$132</c:f>
              <c:numCache>
                <c:formatCode>General</c:formatCode>
                <c:ptCount val="131"/>
                <c:pt idx="0">
                  <c:v>1785.0</c:v>
                </c:pt>
                <c:pt idx="1">
                  <c:v>1785.31</c:v>
                </c:pt>
                <c:pt idx="2">
                  <c:v>1785.65</c:v>
                </c:pt>
                <c:pt idx="3">
                  <c:v>1786.31</c:v>
                </c:pt>
                <c:pt idx="4">
                  <c:v>1786.86</c:v>
                </c:pt>
                <c:pt idx="5">
                  <c:v>1787.53</c:v>
                </c:pt>
                <c:pt idx="6">
                  <c:v>1788.51</c:v>
                </c:pt>
                <c:pt idx="7">
                  <c:v>1789.8</c:v>
                </c:pt>
                <c:pt idx="8">
                  <c:v>1791.25</c:v>
                </c:pt>
                <c:pt idx="9">
                  <c:v>1792.93</c:v>
                </c:pt>
                <c:pt idx="10">
                  <c:v>1795.32</c:v>
                </c:pt>
                <c:pt idx="11">
                  <c:v>1798.83</c:v>
                </c:pt>
                <c:pt idx="12">
                  <c:v>1802.64</c:v>
                </c:pt>
                <c:pt idx="13">
                  <c:v>1805.56</c:v>
                </c:pt>
                <c:pt idx="14">
                  <c:v>1807.46</c:v>
                </c:pt>
                <c:pt idx="15">
                  <c:v>1808.8</c:v>
                </c:pt>
                <c:pt idx="16">
                  <c:v>1809.89</c:v>
                </c:pt>
                <c:pt idx="17">
                  <c:v>1811.09</c:v>
                </c:pt>
                <c:pt idx="18">
                  <c:v>1812.76</c:v>
                </c:pt>
                <c:pt idx="19">
                  <c:v>1815.52</c:v>
                </c:pt>
                <c:pt idx="20">
                  <c:v>1819.47</c:v>
                </c:pt>
                <c:pt idx="21">
                  <c:v>1824.95</c:v>
                </c:pt>
                <c:pt idx="22">
                  <c:v>1833.28</c:v>
                </c:pt>
                <c:pt idx="23">
                  <c:v>1844.04</c:v>
                </c:pt>
                <c:pt idx="24">
                  <c:v>1855.47</c:v>
                </c:pt>
                <c:pt idx="25">
                  <c:v>1865.48</c:v>
                </c:pt>
                <c:pt idx="26">
                  <c:v>1871.91</c:v>
                </c:pt>
                <c:pt idx="27">
                  <c:v>1875.11</c:v>
                </c:pt>
                <c:pt idx="28">
                  <c:v>1876.9</c:v>
                </c:pt>
                <c:pt idx="29">
                  <c:v>1878.12</c:v>
                </c:pt>
                <c:pt idx="30">
                  <c:v>1878.95</c:v>
                </c:pt>
                <c:pt idx="31">
                  <c:v>1879.67</c:v>
                </c:pt>
                <c:pt idx="32">
                  <c:v>1880.62</c:v>
                </c:pt>
                <c:pt idx="33">
                  <c:v>1882.34</c:v>
                </c:pt>
                <c:pt idx="34">
                  <c:v>1885.77</c:v>
                </c:pt>
                <c:pt idx="35">
                  <c:v>1892.1</c:v>
                </c:pt>
                <c:pt idx="36">
                  <c:v>1904.38</c:v>
                </c:pt>
                <c:pt idx="37">
                  <c:v>1924.05</c:v>
                </c:pt>
                <c:pt idx="38">
                  <c:v>1946.91</c:v>
                </c:pt>
                <c:pt idx="39">
                  <c:v>1969.77</c:v>
                </c:pt>
                <c:pt idx="40">
                  <c:v>1992.63</c:v>
                </c:pt>
                <c:pt idx="41">
                  <c:v>2015.49</c:v>
                </c:pt>
                <c:pt idx="42">
                  <c:v>2039.3</c:v>
                </c:pt>
                <c:pt idx="43">
                  <c:v>2065.02</c:v>
                </c:pt>
                <c:pt idx="44">
                  <c:v>2091.69</c:v>
                </c:pt>
                <c:pt idx="45">
                  <c:v>2118.36</c:v>
                </c:pt>
                <c:pt idx="46">
                  <c:v>2145.03</c:v>
                </c:pt>
                <c:pt idx="47">
                  <c:v>2171.7</c:v>
                </c:pt>
                <c:pt idx="48">
                  <c:v>2198.37</c:v>
                </c:pt>
                <c:pt idx="49">
                  <c:v>2221.71</c:v>
                </c:pt>
                <c:pt idx="50">
                  <c:v>2236.71</c:v>
                </c:pt>
                <c:pt idx="51">
                  <c:v>2244.21</c:v>
                </c:pt>
                <c:pt idx="52">
                  <c:v>2247.96</c:v>
                </c:pt>
                <c:pt idx="53">
                  <c:v>2249.84</c:v>
                </c:pt>
                <c:pt idx="54">
                  <c:v>2250.77</c:v>
                </c:pt>
                <c:pt idx="55">
                  <c:v>2251.29</c:v>
                </c:pt>
                <c:pt idx="56">
                  <c:v>2251.68</c:v>
                </c:pt>
                <c:pt idx="57">
                  <c:v>2252.0</c:v>
                </c:pt>
                <c:pt idx="58">
                  <c:v>2252.42</c:v>
                </c:pt>
                <c:pt idx="59">
                  <c:v>2252.94</c:v>
                </c:pt>
                <c:pt idx="60">
                  <c:v>2253.87</c:v>
                </c:pt>
                <c:pt idx="61">
                  <c:v>2255.72</c:v>
                </c:pt>
                <c:pt idx="62">
                  <c:v>2259.42</c:v>
                </c:pt>
                <c:pt idx="63">
                  <c:v>2266.84</c:v>
                </c:pt>
                <c:pt idx="64">
                  <c:v>2281.75</c:v>
                </c:pt>
                <c:pt idx="65">
                  <c:v>2305.05</c:v>
                </c:pt>
                <c:pt idx="66">
                  <c:v>2331.72</c:v>
                </c:pt>
                <c:pt idx="67">
                  <c:v>2359.34</c:v>
                </c:pt>
                <c:pt idx="68">
                  <c:v>2388.87</c:v>
                </c:pt>
                <c:pt idx="69">
                  <c:v>2419.35</c:v>
                </c:pt>
                <c:pt idx="70">
                  <c:v>2449.83</c:v>
                </c:pt>
                <c:pt idx="71">
                  <c:v>2475.86</c:v>
                </c:pt>
                <c:pt idx="72">
                  <c:v>2494.27</c:v>
                </c:pt>
                <c:pt idx="73">
                  <c:v>2513.96</c:v>
                </c:pt>
                <c:pt idx="74">
                  <c:v>2541.27</c:v>
                </c:pt>
                <c:pt idx="75">
                  <c:v>2567.94</c:v>
                </c:pt>
                <c:pt idx="76">
                  <c:v>2585.09</c:v>
                </c:pt>
                <c:pt idx="77">
                  <c:v>2594.61</c:v>
                </c:pt>
                <c:pt idx="78">
                  <c:v>2601.27</c:v>
                </c:pt>
                <c:pt idx="79">
                  <c:v>2606.73</c:v>
                </c:pt>
                <c:pt idx="80">
                  <c:v>2612.68</c:v>
                </c:pt>
                <c:pt idx="81">
                  <c:v>2621.03</c:v>
                </c:pt>
                <c:pt idx="82">
                  <c:v>2636.99</c:v>
                </c:pt>
                <c:pt idx="83">
                  <c:v>2663.19</c:v>
                </c:pt>
                <c:pt idx="84">
                  <c:v>2693.67</c:v>
                </c:pt>
                <c:pt idx="85">
                  <c:v>2725.1</c:v>
                </c:pt>
                <c:pt idx="86">
                  <c:v>2754.15</c:v>
                </c:pt>
                <c:pt idx="87">
                  <c:v>2775.58</c:v>
                </c:pt>
                <c:pt idx="88">
                  <c:v>2790.25</c:v>
                </c:pt>
                <c:pt idx="89">
                  <c:v>2801.55</c:v>
                </c:pt>
                <c:pt idx="90">
                  <c:v>2813.51</c:v>
                </c:pt>
                <c:pt idx="91">
                  <c:v>2827.93</c:v>
                </c:pt>
                <c:pt idx="92">
                  <c:v>2844.16</c:v>
                </c:pt>
                <c:pt idx="93">
                  <c:v>2861.31</c:v>
                </c:pt>
                <c:pt idx="94">
                  <c:v>2878.46</c:v>
                </c:pt>
                <c:pt idx="95">
                  <c:v>2893.42</c:v>
                </c:pt>
                <c:pt idx="96">
                  <c:v>2905.14</c:v>
                </c:pt>
                <c:pt idx="97">
                  <c:v>2916.94</c:v>
                </c:pt>
                <c:pt idx="98">
                  <c:v>2930.94</c:v>
                </c:pt>
                <c:pt idx="99">
                  <c:v>2947.04</c:v>
                </c:pt>
                <c:pt idx="100">
                  <c:v>2964.18</c:v>
                </c:pt>
                <c:pt idx="101">
                  <c:v>2981.32</c:v>
                </c:pt>
                <c:pt idx="102">
                  <c:v>2996.81</c:v>
                </c:pt>
                <c:pt idx="103">
                  <c:v>3009.0</c:v>
                </c:pt>
                <c:pt idx="104">
                  <c:v>3017.94</c:v>
                </c:pt>
                <c:pt idx="105">
                  <c:v>3024.23</c:v>
                </c:pt>
                <c:pt idx="106">
                  <c:v>3028.04</c:v>
                </c:pt>
                <c:pt idx="107">
                  <c:v>3030.74</c:v>
                </c:pt>
                <c:pt idx="108">
                  <c:v>3032.94</c:v>
                </c:pt>
                <c:pt idx="109">
                  <c:v>3035.14</c:v>
                </c:pt>
                <c:pt idx="110">
                  <c:v>3038.11</c:v>
                </c:pt>
                <c:pt idx="111">
                  <c:v>3043.47</c:v>
                </c:pt>
                <c:pt idx="112">
                  <c:v>3054.19</c:v>
                </c:pt>
                <c:pt idx="113">
                  <c:v>3075.62</c:v>
                </c:pt>
                <c:pt idx="114">
                  <c:v>3108.96</c:v>
                </c:pt>
                <c:pt idx="115">
                  <c:v>3147.06</c:v>
                </c:pt>
                <c:pt idx="116">
                  <c:v>3185.16</c:v>
                </c:pt>
                <c:pt idx="117">
                  <c:v>3223.26</c:v>
                </c:pt>
                <c:pt idx="118">
                  <c:v>3261.36</c:v>
                </c:pt>
                <c:pt idx="119">
                  <c:v>3299.46</c:v>
                </c:pt>
                <c:pt idx="120">
                  <c:v>3337.56</c:v>
                </c:pt>
                <c:pt idx="121">
                  <c:v>3371.38</c:v>
                </c:pt>
                <c:pt idx="122">
                  <c:v>3394.0</c:v>
                </c:pt>
                <c:pt idx="123">
                  <c:v>3405.78</c:v>
                </c:pt>
                <c:pt idx="124">
                  <c:v>3411.51</c:v>
                </c:pt>
                <c:pt idx="125">
                  <c:v>3414.95</c:v>
                </c:pt>
                <c:pt idx="126">
                  <c:v>3417.25</c:v>
                </c:pt>
                <c:pt idx="127">
                  <c:v>3419.34</c:v>
                </c:pt>
                <c:pt idx="128">
                  <c:v>3421.96</c:v>
                </c:pt>
                <c:pt idx="129">
                  <c:v>3424.24</c:v>
                </c:pt>
                <c:pt idx="130">
                  <c:v>3425.0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Sheet1!$B$134</c:f>
              <c:strCache>
                <c:ptCount val="1"/>
                <c:pt idx="0">
                  <c:v>Geotérmico</c:v>
                </c:pt>
              </c:strCache>
            </c:strRef>
          </c:tx>
          <c:spPr>
            <a:ln w="15875">
              <a:solidFill>
                <a:srgbClr val="9AA5AE"/>
              </a:solidFill>
              <a:prstDash val="dash"/>
            </a:ln>
          </c:spPr>
          <c:marker>
            <c:symbol val="none"/>
          </c:marker>
          <c:xVal>
            <c:numRef>
              <c:f>Sheet1!$A$135:$A$265</c:f>
              <c:numCache>
                <c:formatCode>General</c:formatCode>
                <c:ptCount val="131"/>
                <c:pt idx="0">
                  <c:v>4.0</c:v>
                </c:pt>
                <c:pt idx="1">
                  <c:v>4.64</c:v>
                </c:pt>
                <c:pt idx="2">
                  <c:v>5.28</c:v>
                </c:pt>
                <c:pt idx="3">
                  <c:v>5.28</c:v>
                </c:pt>
                <c:pt idx="4">
                  <c:v>5.29</c:v>
                </c:pt>
                <c:pt idx="5">
                  <c:v>7.32</c:v>
                </c:pt>
                <c:pt idx="6">
                  <c:v>9.35</c:v>
                </c:pt>
                <c:pt idx="7">
                  <c:v>9.35</c:v>
                </c:pt>
                <c:pt idx="8">
                  <c:v>9.36</c:v>
                </c:pt>
                <c:pt idx="9">
                  <c:v>14.18</c:v>
                </c:pt>
                <c:pt idx="10">
                  <c:v>18.99</c:v>
                </c:pt>
                <c:pt idx="11">
                  <c:v>23.81</c:v>
                </c:pt>
                <c:pt idx="12">
                  <c:v>28.63</c:v>
                </c:pt>
                <c:pt idx="13">
                  <c:v>29.0</c:v>
                </c:pt>
                <c:pt idx="14">
                  <c:v>32.79</c:v>
                </c:pt>
                <c:pt idx="15">
                  <c:v>36.9</c:v>
                </c:pt>
                <c:pt idx="16">
                  <c:v>40.0</c:v>
                </c:pt>
                <c:pt idx="17">
                  <c:v>40.97</c:v>
                </c:pt>
                <c:pt idx="18">
                  <c:v>44.96</c:v>
                </c:pt>
                <c:pt idx="19">
                  <c:v>45.0</c:v>
                </c:pt>
                <c:pt idx="20">
                  <c:v>49.13</c:v>
                </c:pt>
                <c:pt idx="21">
                  <c:v>53.3</c:v>
                </c:pt>
                <c:pt idx="22">
                  <c:v>54.0</c:v>
                </c:pt>
                <c:pt idx="23">
                  <c:v>56.88</c:v>
                </c:pt>
                <c:pt idx="24">
                  <c:v>58.0</c:v>
                </c:pt>
                <c:pt idx="25">
                  <c:v>60.9</c:v>
                </c:pt>
                <c:pt idx="26">
                  <c:v>63.0</c:v>
                </c:pt>
                <c:pt idx="27">
                  <c:v>63.67</c:v>
                </c:pt>
                <c:pt idx="28">
                  <c:v>64.97</c:v>
                </c:pt>
                <c:pt idx="29">
                  <c:v>64.98</c:v>
                </c:pt>
                <c:pt idx="30">
                  <c:v>64.98</c:v>
                </c:pt>
                <c:pt idx="31">
                  <c:v>66.14</c:v>
                </c:pt>
                <c:pt idx="32">
                  <c:v>67.3</c:v>
                </c:pt>
                <c:pt idx="33">
                  <c:v>67.3</c:v>
                </c:pt>
                <c:pt idx="34">
                  <c:v>67.3</c:v>
                </c:pt>
                <c:pt idx="35">
                  <c:v>68.17</c:v>
                </c:pt>
                <c:pt idx="36">
                  <c:v>69.04</c:v>
                </c:pt>
                <c:pt idx="37">
                  <c:v>69.04</c:v>
                </c:pt>
                <c:pt idx="38">
                  <c:v>69.05</c:v>
                </c:pt>
                <c:pt idx="39">
                  <c:v>70.48</c:v>
                </c:pt>
                <c:pt idx="40">
                  <c:v>70.48</c:v>
                </c:pt>
                <c:pt idx="41">
                  <c:v>70.48</c:v>
                </c:pt>
                <c:pt idx="42">
                  <c:v>70.48</c:v>
                </c:pt>
                <c:pt idx="43">
                  <c:v>70.48</c:v>
                </c:pt>
                <c:pt idx="44">
                  <c:v>70.48</c:v>
                </c:pt>
                <c:pt idx="45">
                  <c:v>70.48</c:v>
                </c:pt>
                <c:pt idx="46">
                  <c:v>70.48</c:v>
                </c:pt>
                <c:pt idx="47">
                  <c:v>70.48</c:v>
                </c:pt>
                <c:pt idx="48">
                  <c:v>70.48</c:v>
                </c:pt>
                <c:pt idx="49">
                  <c:v>70.48</c:v>
                </c:pt>
                <c:pt idx="50">
                  <c:v>70.48</c:v>
                </c:pt>
                <c:pt idx="51">
                  <c:v>70.48</c:v>
                </c:pt>
                <c:pt idx="52">
                  <c:v>70.48</c:v>
                </c:pt>
                <c:pt idx="53">
                  <c:v>70.48</c:v>
                </c:pt>
                <c:pt idx="54">
                  <c:v>70.48</c:v>
                </c:pt>
                <c:pt idx="55">
                  <c:v>70.48</c:v>
                </c:pt>
                <c:pt idx="56">
                  <c:v>70.48</c:v>
                </c:pt>
                <c:pt idx="57">
                  <c:v>70.48</c:v>
                </c:pt>
                <c:pt idx="58">
                  <c:v>70.48</c:v>
                </c:pt>
                <c:pt idx="59">
                  <c:v>70.48</c:v>
                </c:pt>
                <c:pt idx="60">
                  <c:v>70.48</c:v>
                </c:pt>
                <c:pt idx="61">
                  <c:v>70.48</c:v>
                </c:pt>
                <c:pt idx="62">
                  <c:v>70.48</c:v>
                </c:pt>
                <c:pt idx="63">
                  <c:v>70.48</c:v>
                </c:pt>
                <c:pt idx="64">
                  <c:v>70.48</c:v>
                </c:pt>
                <c:pt idx="65">
                  <c:v>70.48</c:v>
                </c:pt>
                <c:pt idx="66">
                  <c:v>70.48</c:v>
                </c:pt>
                <c:pt idx="67">
                  <c:v>70.48</c:v>
                </c:pt>
                <c:pt idx="68">
                  <c:v>70.48</c:v>
                </c:pt>
                <c:pt idx="69">
                  <c:v>70.48</c:v>
                </c:pt>
                <c:pt idx="70">
                  <c:v>70.48</c:v>
                </c:pt>
                <c:pt idx="71">
                  <c:v>70.48</c:v>
                </c:pt>
                <c:pt idx="72">
                  <c:v>70.48</c:v>
                </c:pt>
                <c:pt idx="73">
                  <c:v>70.48</c:v>
                </c:pt>
                <c:pt idx="74">
                  <c:v>70.48</c:v>
                </c:pt>
                <c:pt idx="75">
                  <c:v>70.48</c:v>
                </c:pt>
                <c:pt idx="76">
                  <c:v>70.48</c:v>
                </c:pt>
                <c:pt idx="77">
                  <c:v>70.48</c:v>
                </c:pt>
                <c:pt idx="78">
                  <c:v>70.48</c:v>
                </c:pt>
                <c:pt idx="79">
                  <c:v>70.48</c:v>
                </c:pt>
                <c:pt idx="80">
                  <c:v>70.48</c:v>
                </c:pt>
                <c:pt idx="81">
                  <c:v>70.48</c:v>
                </c:pt>
                <c:pt idx="82">
                  <c:v>70.48</c:v>
                </c:pt>
                <c:pt idx="83">
                  <c:v>70.48</c:v>
                </c:pt>
                <c:pt idx="84">
                  <c:v>70.48</c:v>
                </c:pt>
                <c:pt idx="85">
                  <c:v>70.48</c:v>
                </c:pt>
                <c:pt idx="86">
                  <c:v>70.48</c:v>
                </c:pt>
                <c:pt idx="87">
                  <c:v>70.48</c:v>
                </c:pt>
                <c:pt idx="88">
                  <c:v>70.48</c:v>
                </c:pt>
                <c:pt idx="89">
                  <c:v>70.48</c:v>
                </c:pt>
                <c:pt idx="90">
                  <c:v>70.48</c:v>
                </c:pt>
                <c:pt idx="91">
                  <c:v>70.48</c:v>
                </c:pt>
                <c:pt idx="92">
                  <c:v>70.48</c:v>
                </c:pt>
                <c:pt idx="93">
                  <c:v>70.48</c:v>
                </c:pt>
                <c:pt idx="94">
                  <c:v>70.48</c:v>
                </c:pt>
                <c:pt idx="95">
                  <c:v>70.48</c:v>
                </c:pt>
                <c:pt idx="96">
                  <c:v>70.48</c:v>
                </c:pt>
                <c:pt idx="97">
                  <c:v>70.48</c:v>
                </c:pt>
                <c:pt idx="98">
                  <c:v>70.48</c:v>
                </c:pt>
                <c:pt idx="99">
                  <c:v>70.48</c:v>
                </c:pt>
                <c:pt idx="100">
                  <c:v>70.48</c:v>
                </c:pt>
                <c:pt idx="101">
                  <c:v>70.48</c:v>
                </c:pt>
                <c:pt idx="102">
                  <c:v>70.48</c:v>
                </c:pt>
                <c:pt idx="103">
                  <c:v>70.48</c:v>
                </c:pt>
                <c:pt idx="104">
                  <c:v>70.48</c:v>
                </c:pt>
                <c:pt idx="105">
                  <c:v>70.48</c:v>
                </c:pt>
                <c:pt idx="106">
                  <c:v>70.48</c:v>
                </c:pt>
                <c:pt idx="107">
                  <c:v>70.48</c:v>
                </c:pt>
                <c:pt idx="108">
                  <c:v>70.48</c:v>
                </c:pt>
                <c:pt idx="109">
                  <c:v>70.48</c:v>
                </c:pt>
                <c:pt idx="110">
                  <c:v>70.48</c:v>
                </c:pt>
                <c:pt idx="111">
                  <c:v>70.48</c:v>
                </c:pt>
                <c:pt idx="112">
                  <c:v>70.48</c:v>
                </c:pt>
                <c:pt idx="113">
                  <c:v>70.48</c:v>
                </c:pt>
                <c:pt idx="114">
                  <c:v>70.48</c:v>
                </c:pt>
                <c:pt idx="115">
                  <c:v>70.48</c:v>
                </c:pt>
                <c:pt idx="116">
                  <c:v>70.48</c:v>
                </c:pt>
                <c:pt idx="117">
                  <c:v>70.48</c:v>
                </c:pt>
                <c:pt idx="118">
                  <c:v>70.48</c:v>
                </c:pt>
                <c:pt idx="119">
                  <c:v>70.48</c:v>
                </c:pt>
                <c:pt idx="120">
                  <c:v>70.48</c:v>
                </c:pt>
                <c:pt idx="121">
                  <c:v>70.48</c:v>
                </c:pt>
                <c:pt idx="122">
                  <c:v>70.48</c:v>
                </c:pt>
                <c:pt idx="123">
                  <c:v>70.48</c:v>
                </c:pt>
                <c:pt idx="124">
                  <c:v>70.48</c:v>
                </c:pt>
                <c:pt idx="125">
                  <c:v>70.48</c:v>
                </c:pt>
                <c:pt idx="126">
                  <c:v>70.48</c:v>
                </c:pt>
                <c:pt idx="127">
                  <c:v>70.48</c:v>
                </c:pt>
                <c:pt idx="128">
                  <c:v>70.48</c:v>
                </c:pt>
                <c:pt idx="129">
                  <c:v>70.48</c:v>
                </c:pt>
                <c:pt idx="130">
                  <c:v>70.48</c:v>
                </c:pt>
              </c:numCache>
            </c:numRef>
          </c:xVal>
          <c:yVal>
            <c:numRef>
              <c:f>Sheet1!$B$135:$B$265</c:f>
              <c:numCache>
                <c:formatCode>General</c:formatCode>
                <c:ptCount val="131"/>
                <c:pt idx="0">
                  <c:v>1785.0</c:v>
                </c:pt>
                <c:pt idx="1">
                  <c:v>1796.95</c:v>
                </c:pt>
                <c:pt idx="2">
                  <c:v>1808.9</c:v>
                </c:pt>
                <c:pt idx="3">
                  <c:v>1809.0</c:v>
                </c:pt>
                <c:pt idx="4">
                  <c:v>1809.1</c:v>
                </c:pt>
                <c:pt idx="5">
                  <c:v>1847.0</c:v>
                </c:pt>
                <c:pt idx="6">
                  <c:v>1884.9</c:v>
                </c:pt>
                <c:pt idx="7">
                  <c:v>1885.0</c:v>
                </c:pt>
                <c:pt idx="8">
                  <c:v>1885.1</c:v>
                </c:pt>
                <c:pt idx="9">
                  <c:v>1975.09</c:v>
                </c:pt>
                <c:pt idx="10">
                  <c:v>2065.07</c:v>
                </c:pt>
                <c:pt idx="11">
                  <c:v>2155.06</c:v>
                </c:pt>
                <c:pt idx="12">
                  <c:v>2245.04</c:v>
                </c:pt>
                <c:pt idx="13">
                  <c:v>2252.0</c:v>
                </c:pt>
                <c:pt idx="14">
                  <c:v>2335.03</c:v>
                </c:pt>
                <c:pt idx="15">
                  <c:v>2425.01</c:v>
                </c:pt>
                <c:pt idx="16">
                  <c:v>2493.0</c:v>
                </c:pt>
                <c:pt idx="17">
                  <c:v>2515.0</c:v>
                </c:pt>
                <c:pt idx="18">
                  <c:v>2604.99</c:v>
                </c:pt>
                <c:pt idx="19">
                  <c:v>2606.0</c:v>
                </c:pt>
                <c:pt idx="20">
                  <c:v>2694.97</c:v>
                </c:pt>
                <c:pt idx="21">
                  <c:v>2784.96</c:v>
                </c:pt>
                <c:pt idx="22">
                  <c:v>2800.0</c:v>
                </c:pt>
                <c:pt idx="23">
                  <c:v>2874.94</c:v>
                </c:pt>
                <c:pt idx="24">
                  <c:v>2904.0</c:v>
                </c:pt>
                <c:pt idx="25">
                  <c:v>2964.93</c:v>
                </c:pt>
                <c:pt idx="26">
                  <c:v>3009.0</c:v>
                </c:pt>
                <c:pt idx="27">
                  <c:v>3054.91</c:v>
                </c:pt>
                <c:pt idx="28">
                  <c:v>3144.9</c:v>
                </c:pt>
                <c:pt idx="29">
                  <c:v>3145.0</c:v>
                </c:pt>
                <c:pt idx="30">
                  <c:v>3145.1</c:v>
                </c:pt>
                <c:pt idx="31">
                  <c:v>3225.0</c:v>
                </c:pt>
                <c:pt idx="32">
                  <c:v>3304.9</c:v>
                </c:pt>
                <c:pt idx="33">
                  <c:v>3305.0</c:v>
                </c:pt>
                <c:pt idx="34">
                  <c:v>3305.1</c:v>
                </c:pt>
                <c:pt idx="35">
                  <c:v>3365.0</c:v>
                </c:pt>
                <c:pt idx="36">
                  <c:v>3424.9</c:v>
                </c:pt>
                <c:pt idx="37">
                  <c:v>3425.0</c:v>
                </c:pt>
                <c:pt idx="38">
                  <c:v>3425.1</c:v>
                </c:pt>
                <c:pt idx="39">
                  <c:v>3523.7</c:v>
                </c:pt>
                <c:pt idx="40">
                  <c:v>3523.7</c:v>
                </c:pt>
                <c:pt idx="41">
                  <c:v>3523.7</c:v>
                </c:pt>
                <c:pt idx="42">
                  <c:v>3523.7</c:v>
                </c:pt>
                <c:pt idx="43">
                  <c:v>3523.7</c:v>
                </c:pt>
                <c:pt idx="44">
                  <c:v>3523.7</c:v>
                </c:pt>
                <c:pt idx="45">
                  <c:v>3523.7</c:v>
                </c:pt>
                <c:pt idx="46">
                  <c:v>3523.7</c:v>
                </c:pt>
                <c:pt idx="47">
                  <c:v>3523.7</c:v>
                </c:pt>
                <c:pt idx="48">
                  <c:v>3523.7</c:v>
                </c:pt>
                <c:pt idx="49">
                  <c:v>3523.7</c:v>
                </c:pt>
                <c:pt idx="50">
                  <c:v>3523.7</c:v>
                </c:pt>
                <c:pt idx="51">
                  <c:v>3523.7</c:v>
                </c:pt>
                <c:pt idx="52">
                  <c:v>3523.7</c:v>
                </c:pt>
                <c:pt idx="53">
                  <c:v>3523.7</c:v>
                </c:pt>
                <c:pt idx="54">
                  <c:v>3523.7</c:v>
                </c:pt>
                <c:pt idx="55">
                  <c:v>3523.7</c:v>
                </c:pt>
                <c:pt idx="56">
                  <c:v>3523.7</c:v>
                </c:pt>
                <c:pt idx="57">
                  <c:v>3523.7</c:v>
                </c:pt>
                <c:pt idx="58">
                  <c:v>3523.7</c:v>
                </c:pt>
                <c:pt idx="59">
                  <c:v>3523.7</c:v>
                </c:pt>
                <c:pt idx="60">
                  <c:v>3523.7</c:v>
                </c:pt>
                <c:pt idx="61">
                  <c:v>3523.7</c:v>
                </c:pt>
                <c:pt idx="62">
                  <c:v>3523.7</c:v>
                </c:pt>
                <c:pt idx="63">
                  <c:v>3523.7</c:v>
                </c:pt>
                <c:pt idx="64">
                  <c:v>3523.7</c:v>
                </c:pt>
                <c:pt idx="65">
                  <c:v>3523.7</c:v>
                </c:pt>
                <c:pt idx="66">
                  <c:v>3523.7</c:v>
                </c:pt>
                <c:pt idx="67">
                  <c:v>3523.7</c:v>
                </c:pt>
                <c:pt idx="68">
                  <c:v>3523.7</c:v>
                </c:pt>
                <c:pt idx="69">
                  <c:v>3523.7</c:v>
                </c:pt>
                <c:pt idx="70">
                  <c:v>3523.7</c:v>
                </c:pt>
                <c:pt idx="71">
                  <c:v>3523.7</c:v>
                </c:pt>
                <c:pt idx="72">
                  <c:v>3523.7</c:v>
                </c:pt>
                <c:pt idx="73">
                  <c:v>3523.7</c:v>
                </c:pt>
                <c:pt idx="74">
                  <c:v>3523.7</c:v>
                </c:pt>
                <c:pt idx="75">
                  <c:v>3523.7</c:v>
                </c:pt>
                <c:pt idx="76">
                  <c:v>3523.7</c:v>
                </c:pt>
                <c:pt idx="77">
                  <c:v>3523.7</c:v>
                </c:pt>
                <c:pt idx="78">
                  <c:v>3523.7</c:v>
                </c:pt>
                <c:pt idx="79">
                  <c:v>3523.7</c:v>
                </c:pt>
                <c:pt idx="80">
                  <c:v>3523.7</c:v>
                </c:pt>
                <c:pt idx="81">
                  <c:v>3523.7</c:v>
                </c:pt>
                <c:pt idx="82">
                  <c:v>3523.7</c:v>
                </c:pt>
                <c:pt idx="83">
                  <c:v>3523.7</c:v>
                </c:pt>
                <c:pt idx="84">
                  <c:v>3523.7</c:v>
                </c:pt>
                <c:pt idx="85">
                  <c:v>3523.7</c:v>
                </c:pt>
                <c:pt idx="86">
                  <c:v>3523.7</c:v>
                </c:pt>
                <c:pt idx="87">
                  <c:v>3523.7</c:v>
                </c:pt>
                <c:pt idx="88">
                  <c:v>3523.7</c:v>
                </c:pt>
                <c:pt idx="89">
                  <c:v>3523.7</c:v>
                </c:pt>
                <c:pt idx="90">
                  <c:v>3523.7</c:v>
                </c:pt>
                <c:pt idx="91">
                  <c:v>3523.7</c:v>
                </c:pt>
                <c:pt idx="92">
                  <c:v>3523.7</c:v>
                </c:pt>
                <c:pt idx="93">
                  <c:v>3523.7</c:v>
                </c:pt>
                <c:pt idx="94">
                  <c:v>3523.7</c:v>
                </c:pt>
                <c:pt idx="95">
                  <c:v>3523.7</c:v>
                </c:pt>
                <c:pt idx="96">
                  <c:v>3523.7</c:v>
                </c:pt>
                <c:pt idx="97">
                  <c:v>3523.7</c:v>
                </c:pt>
                <c:pt idx="98">
                  <c:v>3523.7</c:v>
                </c:pt>
                <c:pt idx="99">
                  <c:v>3523.7</c:v>
                </c:pt>
                <c:pt idx="100">
                  <c:v>3523.7</c:v>
                </c:pt>
                <c:pt idx="101">
                  <c:v>3523.7</c:v>
                </c:pt>
                <c:pt idx="102">
                  <c:v>3523.7</c:v>
                </c:pt>
                <c:pt idx="103">
                  <c:v>3523.7</c:v>
                </c:pt>
                <c:pt idx="104">
                  <c:v>3523.7</c:v>
                </c:pt>
                <c:pt idx="105">
                  <c:v>3523.7</c:v>
                </c:pt>
                <c:pt idx="106">
                  <c:v>3523.7</c:v>
                </c:pt>
                <c:pt idx="107">
                  <c:v>3523.7</c:v>
                </c:pt>
                <c:pt idx="108">
                  <c:v>3523.7</c:v>
                </c:pt>
                <c:pt idx="109">
                  <c:v>3523.7</c:v>
                </c:pt>
                <c:pt idx="110">
                  <c:v>3523.7</c:v>
                </c:pt>
                <c:pt idx="111">
                  <c:v>3523.7</c:v>
                </c:pt>
                <c:pt idx="112">
                  <c:v>3523.7</c:v>
                </c:pt>
                <c:pt idx="113">
                  <c:v>3523.7</c:v>
                </c:pt>
                <c:pt idx="114">
                  <c:v>3523.7</c:v>
                </c:pt>
                <c:pt idx="115">
                  <c:v>3523.7</c:v>
                </c:pt>
                <c:pt idx="116">
                  <c:v>3523.7</c:v>
                </c:pt>
                <c:pt idx="117">
                  <c:v>3523.7</c:v>
                </c:pt>
                <c:pt idx="118">
                  <c:v>3523.7</c:v>
                </c:pt>
                <c:pt idx="119">
                  <c:v>3523.7</c:v>
                </c:pt>
                <c:pt idx="120">
                  <c:v>3523.7</c:v>
                </c:pt>
                <c:pt idx="121">
                  <c:v>3523.7</c:v>
                </c:pt>
                <c:pt idx="122">
                  <c:v>3523.7</c:v>
                </c:pt>
                <c:pt idx="123">
                  <c:v>3523.7</c:v>
                </c:pt>
                <c:pt idx="124">
                  <c:v>3523.7</c:v>
                </c:pt>
                <c:pt idx="125">
                  <c:v>3523.7</c:v>
                </c:pt>
                <c:pt idx="126">
                  <c:v>3523.7</c:v>
                </c:pt>
                <c:pt idx="127">
                  <c:v>3523.7</c:v>
                </c:pt>
                <c:pt idx="128">
                  <c:v>3523.7</c:v>
                </c:pt>
                <c:pt idx="129">
                  <c:v>3523.7</c:v>
                </c:pt>
                <c:pt idx="130">
                  <c:v>3523.7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20.0"/>
          <c:min val="0.0"/>
        </c:scaling>
        <c:delete val="0"/>
        <c:axPos val="b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Temperatura (°C)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  <c:majorUnit val="20.0"/>
      </c:valAx>
      <c:valAx>
        <c:axId val="-2129643912"/>
        <c:scaling>
          <c:orientation val="maxMin"/>
          <c:max val="3600.0"/>
          <c:min val="1600.0"/>
        </c:scaling>
        <c:delete val="0"/>
        <c:axPos val="l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MD (m)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  <c:majorUnit val="200.0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5B6B76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B2B36"/>
                </a:solidFill>
                <a:latin typeface="Calibri"/>
              </a:rPr>
              <a:t>Sobreposição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SCORE-PySafe</c:v>
                </c:pt>
              </c:strCache>
            </c:strRef>
          </c:tx>
          <c:spPr>
            <a:ln w="25400">
              <a:solidFill>
                <a:srgbClr val="0F7C8C"/>
              </a:solidFill>
            </a:ln>
          </c:spPr>
          <c:marker>
            <c:symbol val="none"/>
          </c:marker>
          <c:xVal>
            <c:numRef>
              <c:f>Sheet1!$A$2:$A$132</c:f>
              <c:numCache>
                <c:formatCode>General</c:formatCode>
                <c:ptCount val="131"/>
                <c:pt idx="0">
                  <c:v>86.34</c:v>
                </c:pt>
                <c:pt idx="1">
                  <c:v>86.44</c:v>
                </c:pt>
                <c:pt idx="2">
                  <c:v>86.53</c:v>
                </c:pt>
                <c:pt idx="3">
                  <c:v>86.53</c:v>
                </c:pt>
                <c:pt idx="4">
                  <c:v>86.53</c:v>
                </c:pt>
                <c:pt idx="5">
                  <c:v>86.83</c:v>
                </c:pt>
                <c:pt idx="6">
                  <c:v>87.12</c:v>
                </c:pt>
                <c:pt idx="7">
                  <c:v>87.09</c:v>
                </c:pt>
                <c:pt idx="8">
                  <c:v>87.05</c:v>
                </c:pt>
                <c:pt idx="9">
                  <c:v>87.75</c:v>
                </c:pt>
                <c:pt idx="10">
                  <c:v>88.44</c:v>
                </c:pt>
                <c:pt idx="11">
                  <c:v>89.12</c:v>
                </c:pt>
                <c:pt idx="12">
                  <c:v>89.79</c:v>
                </c:pt>
                <c:pt idx="13">
                  <c:v>89.84</c:v>
                </c:pt>
                <c:pt idx="14">
                  <c:v>90.43</c:v>
                </c:pt>
                <c:pt idx="15">
                  <c:v>91.06</c:v>
                </c:pt>
                <c:pt idx="16">
                  <c:v>91.52</c:v>
                </c:pt>
                <c:pt idx="17">
                  <c:v>91.67</c:v>
                </c:pt>
                <c:pt idx="18">
                  <c:v>92.28</c:v>
                </c:pt>
                <c:pt idx="19">
                  <c:v>92.28</c:v>
                </c:pt>
                <c:pt idx="20">
                  <c:v>92.92</c:v>
                </c:pt>
                <c:pt idx="21">
                  <c:v>93.55</c:v>
                </c:pt>
                <c:pt idx="22">
                  <c:v>93.52</c:v>
                </c:pt>
                <c:pt idx="23">
                  <c:v>93.37</c:v>
                </c:pt>
                <c:pt idx="24">
                  <c:v>93.3</c:v>
                </c:pt>
                <c:pt idx="25">
                  <c:v>93.16</c:v>
                </c:pt>
                <c:pt idx="26">
                  <c:v>93.51</c:v>
                </c:pt>
                <c:pt idx="27">
                  <c:v>93.86</c:v>
                </c:pt>
                <c:pt idx="28">
                  <c:v>94.57</c:v>
                </c:pt>
                <c:pt idx="29">
                  <c:v>94.57</c:v>
                </c:pt>
                <c:pt idx="30">
                  <c:v>94.57</c:v>
                </c:pt>
                <c:pt idx="31">
                  <c:v>95.13</c:v>
                </c:pt>
                <c:pt idx="32">
                  <c:v>95.69</c:v>
                </c:pt>
                <c:pt idx="33">
                  <c:v>95.69</c:v>
                </c:pt>
                <c:pt idx="34">
                  <c:v>95.69</c:v>
                </c:pt>
                <c:pt idx="35">
                  <c:v>96.11</c:v>
                </c:pt>
                <c:pt idx="36">
                  <c:v>96.52</c:v>
                </c:pt>
                <c:pt idx="37">
                  <c:v>96.52</c:v>
                </c:pt>
                <c:pt idx="38">
                  <c:v>96.52</c:v>
                </c:pt>
                <c:pt idx="39">
                  <c:v>96.52</c:v>
                </c:pt>
                <c:pt idx="40">
                  <c:v>96.52</c:v>
                </c:pt>
                <c:pt idx="41">
                  <c:v>96.52</c:v>
                </c:pt>
                <c:pt idx="42">
                  <c:v>96.52</c:v>
                </c:pt>
                <c:pt idx="43">
                  <c:v>96.52</c:v>
                </c:pt>
                <c:pt idx="44">
                  <c:v>96.52</c:v>
                </c:pt>
                <c:pt idx="45">
                  <c:v>96.52</c:v>
                </c:pt>
                <c:pt idx="46">
                  <c:v>96.52</c:v>
                </c:pt>
                <c:pt idx="47">
                  <c:v>96.52</c:v>
                </c:pt>
                <c:pt idx="48">
                  <c:v>96.52</c:v>
                </c:pt>
                <c:pt idx="49">
                  <c:v>96.52</c:v>
                </c:pt>
                <c:pt idx="50">
                  <c:v>96.52</c:v>
                </c:pt>
                <c:pt idx="51">
                  <c:v>96.52</c:v>
                </c:pt>
                <c:pt idx="52">
                  <c:v>96.52</c:v>
                </c:pt>
                <c:pt idx="53">
                  <c:v>96.52</c:v>
                </c:pt>
                <c:pt idx="54">
                  <c:v>96.52</c:v>
                </c:pt>
                <c:pt idx="55">
                  <c:v>96.52</c:v>
                </c:pt>
                <c:pt idx="56">
                  <c:v>96.52</c:v>
                </c:pt>
                <c:pt idx="57">
                  <c:v>96.52</c:v>
                </c:pt>
                <c:pt idx="58">
                  <c:v>96.52</c:v>
                </c:pt>
                <c:pt idx="59">
                  <c:v>96.52</c:v>
                </c:pt>
                <c:pt idx="60">
                  <c:v>96.52</c:v>
                </c:pt>
                <c:pt idx="61">
                  <c:v>96.52</c:v>
                </c:pt>
                <c:pt idx="62">
                  <c:v>96.52</c:v>
                </c:pt>
                <c:pt idx="63">
                  <c:v>96.52</c:v>
                </c:pt>
                <c:pt idx="64">
                  <c:v>96.52</c:v>
                </c:pt>
                <c:pt idx="65">
                  <c:v>96.52</c:v>
                </c:pt>
                <c:pt idx="66">
                  <c:v>96.52</c:v>
                </c:pt>
                <c:pt idx="67">
                  <c:v>96.52</c:v>
                </c:pt>
                <c:pt idx="68">
                  <c:v>96.52</c:v>
                </c:pt>
                <c:pt idx="69">
                  <c:v>96.52</c:v>
                </c:pt>
                <c:pt idx="70">
                  <c:v>96.52</c:v>
                </c:pt>
                <c:pt idx="71">
                  <c:v>96.52</c:v>
                </c:pt>
                <c:pt idx="72">
                  <c:v>96.52</c:v>
                </c:pt>
                <c:pt idx="73">
                  <c:v>96.52</c:v>
                </c:pt>
                <c:pt idx="74">
                  <c:v>96.52</c:v>
                </c:pt>
                <c:pt idx="75">
                  <c:v>96.52</c:v>
                </c:pt>
                <c:pt idx="76">
                  <c:v>96.52</c:v>
                </c:pt>
                <c:pt idx="77">
                  <c:v>96.52</c:v>
                </c:pt>
                <c:pt idx="78">
                  <c:v>96.52</c:v>
                </c:pt>
                <c:pt idx="79">
                  <c:v>96.52</c:v>
                </c:pt>
                <c:pt idx="80">
                  <c:v>96.52</c:v>
                </c:pt>
                <c:pt idx="81">
                  <c:v>96.52</c:v>
                </c:pt>
                <c:pt idx="82">
                  <c:v>96.52</c:v>
                </c:pt>
                <c:pt idx="83">
                  <c:v>96.52</c:v>
                </c:pt>
                <c:pt idx="84">
                  <c:v>96.52</c:v>
                </c:pt>
                <c:pt idx="85">
                  <c:v>96.52</c:v>
                </c:pt>
                <c:pt idx="86">
                  <c:v>96.52</c:v>
                </c:pt>
                <c:pt idx="87">
                  <c:v>96.52</c:v>
                </c:pt>
                <c:pt idx="88">
                  <c:v>96.52</c:v>
                </c:pt>
                <c:pt idx="89">
                  <c:v>96.52</c:v>
                </c:pt>
                <c:pt idx="90">
                  <c:v>96.52</c:v>
                </c:pt>
                <c:pt idx="91">
                  <c:v>96.52</c:v>
                </c:pt>
                <c:pt idx="92">
                  <c:v>96.52</c:v>
                </c:pt>
                <c:pt idx="93">
                  <c:v>96.52</c:v>
                </c:pt>
                <c:pt idx="94">
                  <c:v>96.52</c:v>
                </c:pt>
                <c:pt idx="95">
                  <c:v>96.52</c:v>
                </c:pt>
                <c:pt idx="96">
                  <c:v>96.52</c:v>
                </c:pt>
                <c:pt idx="97">
                  <c:v>96.52</c:v>
                </c:pt>
                <c:pt idx="98">
                  <c:v>96.52</c:v>
                </c:pt>
                <c:pt idx="99">
                  <c:v>96.52</c:v>
                </c:pt>
                <c:pt idx="100">
                  <c:v>96.52</c:v>
                </c:pt>
                <c:pt idx="101">
                  <c:v>96.52</c:v>
                </c:pt>
                <c:pt idx="102">
                  <c:v>96.52</c:v>
                </c:pt>
                <c:pt idx="103">
                  <c:v>96.52</c:v>
                </c:pt>
                <c:pt idx="104">
                  <c:v>96.52</c:v>
                </c:pt>
                <c:pt idx="105">
                  <c:v>96.52</c:v>
                </c:pt>
                <c:pt idx="106">
                  <c:v>96.52</c:v>
                </c:pt>
                <c:pt idx="107">
                  <c:v>96.52</c:v>
                </c:pt>
                <c:pt idx="108">
                  <c:v>96.52</c:v>
                </c:pt>
                <c:pt idx="109">
                  <c:v>96.52</c:v>
                </c:pt>
                <c:pt idx="110">
                  <c:v>96.52</c:v>
                </c:pt>
                <c:pt idx="111">
                  <c:v>96.52</c:v>
                </c:pt>
                <c:pt idx="112">
                  <c:v>96.52</c:v>
                </c:pt>
                <c:pt idx="113">
                  <c:v>96.52</c:v>
                </c:pt>
                <c:pt idx="114">
                  <c:v>96.52</c:v>
                </c:pt>
                <c:pt idx="115">
                  <c:v>96.52</c:v>
                </c:pt>
                <c:pt idx="116">
                  <c:v>96.52</c:v>
                </c:pt>
                <c:pt idx="117">
                  <c:v>96.52</c:v>
                </c:pt>
                <c:pt idx="118">
                  <c:v>96.52</c:v>
                </c:pt>
                <c:pt idx="119">
                  <c:v>96.52</c:v>
                </c:pt>
                <c:pt idx="120">
                  <c:v>96.52</c:v>
                </c:pt>
                <c:pt idx="121">
                  <c:v>96.52</c:v>
                </c:pt>
                <c:pt idx="122">
                  <c:v>96.52</c:v>
                </c:pt>
                <c:pt idx="123">
                  <c:v>96.52</c:v>
                </c:pt>
                <c:pt idx="124">
                  <c:v>96.52</c:v>
                </c:pt>
                <c:pt idx="125">
                  <c:v>96.52</c:v>
                </c:pt>
                <c:pt idx="126">
                  <c:v>96.52</c:v>
                </c:pt>
                <c:pt idx="127">
                  <c:v>96.52</c:v>
                </c:pt>
                <c:pt idx="128">
                  <c:v>96.52</c:v>
                </c:pt>
                <c:pt idx="129">
                  <c:v>96.52</c:v>
                </c:pt>
                <c:pt idx="130">
                  <c:v>96.52</c:v>
                </c:pt>
              </c:numCache>
            </c:numRef>
          </c:xVal>
          <c:yVal>
            <c:numRef>
              <c:f>Sheet1!$B$2:$B$132</c:f>
              <c:numCache>
                <c:formatCode>General</c:formatCode>
                <c:ptCount val="131"/>
                <c:pt idx="0">
                  <c:v>1785.0</c:v>
                </c:pt>
                <c:pt idx="1">
                  <c:v>1796.95</c:v>
                </c:pt>
                <c:pt idx="2">
                  <c:v>1808.9</c:v>
                </c:pt>
                <c:pt idx="3">
                  <c:v>1809.0</c:v>
                </c:pt>
                <c:pt idx="4">
                  <c:v>1809.1</c:v>
                </c:pt>
                <c:pt idx="5">
                  <c:v>1847.0</c:v>
                </c:pt>
                <c:pt idx="6">
                  <c:v>1884.9</c:v>
                </c:pt>
                <c:pt idx="7">
                  <c:v>1885.0</c:v>
                </c:pt>
                <c:pt idx="8">
                  <c:v>1885.1</c:v>
                </c:pt>
                <c:pt idx="9">
                  <c:v>1975.09</c:v>
                </c:pt>
                <c:pt idx="10">
                  <c:v>2065.07</c:v>
                </c:pt>
                <c:pt idx="11">
                  <c:v>2155.06</c:v>
                </c:pt>
                <c:pt idx="12">
                  <c:v>2245.04</c:v>
                </c:pt>
                <c:pt idx="13">
                  <c:v>2252.0</c:v>
                </c:pt>
                <c:pt idx="14">
                  <c:v>2335.03</c:v>
                </c:pt>
                <c:pt idx="15">
                  <c:v>2425.01</c:v>
                </c:pt>
                <c:pt idx="16">
                  <c:v>2493.0</c:v>
                </c:pt>
                <c:pt idx="17">
                  <c:v>2515.0</c:v>
                </c:pt>
                <c:pt idx="18">
                  <c:v>2604.99</c:v>
                </c:pt>
                <c:pt idx="19">
                  <c:v>2606.0</c:v>
                </c:pt>
                <c:pt idx="20">
                  <c:v>2694.97</c:v>
                </c:pt>
                <c:pt idx="21">
                  <c:v>2784.96</c:v>
                </c:pt>
                <c:pt idx="22">
                  <c:v>2800.0</c:v>
                </c:pt>
                <c:pt idx="23">
                  <c:v>2874.94</c:v>
                </c:pt>
                <c:pt idx="24">
                  <c:v>2904.0</c:v>
                </c:pt>
                <c:pt idx="25">
                  <c:v>2964.93</c:v>
                </c:pt>
                <c:pt idx="26">
                  <c:v>3009.0</c:v>
                </c:pt>
                <c:pt idx="27">
                  <c:v>3054.91</c:v>
                </c:pt>
                <c:pt idx="28">
                  <c:v>3144.9</c:v>
                </c:pt>
                <c:pt idx="29">
                  <c:v>3145.0</c:v>
                </c:pt>
                <c:pt idx="30">
                  <c:v>3145.1</c:v>
                </c:pt>
                <c:pt idx="31">
                  <c:v>3225.0</c:v>
                </c:pt>
                <c:pt idx="32">
                  <c:v>3304.9</c:v>
                </c:pt>
                <c:pt idx="33">
                  <c:v>3305.0</c:v>
                </c:pt>
                <c:pt idx="34">
                  <c:v>3305.1</c:v>
                </c:pt>
                <c:pt idx="35">
                  <c:v>3365.0</c:v>
                </c:pt>
                <c:pt idx="36">
                  <c:v>3424.9</c:v>
                </c:pt>
                <c:pt idx="37">
                  <c:v>3424.9</c:v>
                </c:pt>
                <c:pt idx="38">
                  <c:v>3424.9</c:v>
                </c:pt>
                <c:pt idx="39">
                  <c:v>3424.9</c:v>
                </c:pt>
                <c:pt idx="40">
                  <c:v>3424.9</c:v>
                </c:pt>
                <c:pt idx="41">
                  <c:v>3424.9</c:v>
                </c:pt>
                <c:pt idx="42">
                  <c:v>3424.9</c:v>
                </c:pt>
                <c:pt idx="43">
                  <c:v>3424.9</c:v>
                </c:pt>
                <c:pt idx="44">
                  <c:v>3424.9</c:v>
                </c:pt>
                <c:pt idx="45">
                  <c:v>3424.9</c:v>
                </c:pt>
                <c:pt idx="46">
                  <c:v>3424.9</c:v>
                </c:pt>
                <c:pt idx="47">
                  <c:v>3424.9</c:v>
                </c:pt>
                <c:pt idx="48">
                  <c:v>3424.9</c:v>
                </c:pt>
                <c:pt idx="49">
                  <c:v>3424.9</c:v>
                </c:pt>
                <c:pt idx="50">
                  <c:v>3424.9</c:v>
                </c:pt>
                <c:pt idx="51">
                  <c:v>3424.9</c:v>
                </c:pt>
                <c:pt idx="52">
                  <c:v>3424.9</c:v>
                </c:pt>
                <c:pt idx="53">
                  <c:v>3424.9</c:v>
                </c:pt>
                <c:pt idx="54">
                  <c:v>3424.9</c:v>
                </c:pt>
                <c:pt idx="55">
                  <c:v>3424.9</c:v>
                </c:pt>
                <c:pt idx="56">
                  <c:v>3424.9</c:v>
                </c:pt>
                <c:pt idx="57">
                  <c:v>3424.9</c:v>
                </c:pt>
                <c:pt idx="58">
                  <c:v>3424.9</c:v>
                </c:pt>
                <c:pt idx="59">
                  <c:v>3424.9</c:v>
                </c:pt>
                <c:pt idx="60">
                  <c:v>3424.9</c:v>
                </c:pt>
                <c:pt idx="61">
                  <c:v>3424.9</c:v>
                </c:pt>
                <c:pt idx="62">
                  <c:v>3424.9</c:v>
                </c:pt>
                <c:pt idx="63">
                  <c:v>3424.9</c:v>
                </c:pt>
                <c:pt idx="64">
                  <c:v>3424.9</c:v>
                </c:pt>
                <c:pt idx="65">
                  <c:v>3424.9</c:v>
                </c:pt>
                <c:pt idx="66">
                  <c:v>3424.9</c:v>
                </c:pt>
                <c:pt idx="67">
                  <c:v>3424.9</c:v>
                </c:pt>
                <c:pt idx="68">
                  <c:v>3424.9</c:v>
                </c:pt>
                <c:pt idx="69">
                  <c:v>3424.9</c:v>
                </c:pt>
                <c:pt idx="70">
                  <c:v>3424.9</c:v>
                </c:pt>
                <c:pt idx="71">
                  <c:v>3424.9</c:v>
                </c:pt>
                <c:pt idx="72">
                  <c:v>3424.9</c:v>
                </c:pt>
                <c:pt idx="73">
                  <c:v>3424.9</c:v>
                </c:pt>
                <c:pt idx="74">
                  <c:v>3424.9</c:v>
                </c:pt>
                <c:pt idx="75">
                  <c:v>3424.9</c:v>
                </c:pt>
                <c:pt idx="76">
                  <c:v>3424.9</c:v>
                </c:pt>
                <c:pt idx="77">
                  <c:v>3424.9</c:v>
                </c:pt>
                <c:pt idx="78">
                  <c:v>3424.9</c:v>
                </c:pt>
                <c:pt idx="79">
                  <c:v>3424.9</c:v>
                </c:pt>
                <c:pt idx="80">
                  <c:v>3424.9</c:v>
                </c:pt>
                <c:pt idx="81">
                  <c:v>3424.9</c:v>
                </c:pt>
                <c:pt idx="82">
                  <c:v>3424.9</c:v>
                </c:pt>
                <c:pt idx="83">
                  <c:v>3424.9</c:v>
                </c:pt>
                <c:pt idx="84">
                  <c:v>3424.9</c:v>
                </c:pt>
                <c:pt idx="85">
                  <c:v>3424.9</c:v>
                </c:pt>
                <c:pt idx="86">
                  <c:v>3424.9</c:v>
                </c:pt>
                <c:pt idx="87">
                  <c:v>3424.9</c:v>
                </c:pt>
                <c:pt idx="88">
                  <c:v>3424.9</c:v>
                </c:pt>
                <c:pt idx="89">
                  <c:v>3424.9</c:v>
                </c:pt>
                <c:pt idx="90">
                  <c:v>3424.9</c:v>
                </c:pt>
                <c:pt idx="91">
                  <c:v>3424.9</c:v>
                </c:pt>
                <c:pt idx="92">
                  <c:v>3424.9</c:v>
                </c:pt>
                <c:pt idx="93">
                  <c:v>3424.9</c:v>
                </c:pt>
                <c:pt idx="94">
                  <c:v>3424.9</c:v>
                </c:pt>
                <c:pt idx="95">
                  <c:v>3424.9</c:v>
                </c:pt>
                <c:pt idx="96">
                  <c:v>3424.9</c:v>
                </c:pt>
                <c:pt idx="97">
                  <c:v>3424.9</c:v>
                </c:pt>
                <c:pt idx="98">
                  <c:v>3424.9</c:v>
                </c:pt>
                <c:pt idx="99">
                  <c:v>3424.9</c:v>
                </c:pt>
                <c:pt idx="100">
                  <c:v>3424.9</c:v>
                </c:pt>
                <c:pt idx="101">
                  <c:v>3424.9</c:v>
                </c:pt>
                <c:pt idx="102">
                  <c:v>3424.9</c:v>
                </c:pt>
                <c:pt idx="103">
                  <c:v>3424.9</c:v>
                </c:pt>
                <c:pt idx="104">
                  <c:v>3424.9</c:v>
                </c:pt>
                <c:pt idx="105">
                  <c:v>3424.9</c:v>
                </c:pt>
                <c:pt idx="106">
                  <c:v>3424.9</c:v>
                </c:pt>
                <c:pt idx="107">
                  <c:v>3424.9</c:v>
                </c:pt>
                <c:pt idx="108">
                  <c:v>3424.9</c:v>
                </c:pt>
                <c:pt idx="109">
                  <c:v>3424.9</c:v>
                </c:pt>
                <c:pt idx="110">
                  <c:v>3424.9</c:v>
                </c:pt>
                <c:pt idx="111">
                  <c:v>3424.9</c:v>
                </c:pt>
                <c:pt idx="112">
                  <c:v>3424.9</c:v>
                </c:pt>
                <c:pt idx="113">
                  <c:v>3424.9</c:v>
                </c:pt>
                <c:pt idx="114">
                  <c:v>3424.9</c:v>
                </c:pt>
                <c:pt idx="115">
                  <c:v>3424.9</c:v>
                </c:pt>
                <c:pt idx="116">
                  <c:v>3424.9</c:v>
                </c:pt>
                <c:pt idx="117">
                  <c:v>3424.9</c:v>
                </c:pt>
                <c:pt idx="118">
                  <c:v>3424.9</c:v>
                </c:pt>
                <c:pt idx="119">
                  <c:v>3424.9</c:v>
                </c:pt>
                <c:pt idx="120">
                  <c:v>3424.9</c:v>
                </c:pt>
                <c:pt idx="121">
                  <c:v>3424.9</c:v>
                </c:pt>
                <c:pt idx="122">
                  <c:v>3424.9</c:v>
                </c:pt>
                <c:pt idx="123">
                  <c:v>3424.9</c:v>
                </c:pt>
                <c:pt idx="124">
                  <c:v>3424.9</c:v>
                </c:pt>
                <c:pt idx="125">
                  <c:v>3424.9</c:v>
                </c:pt>
                <c:pt idx="126">
                  <c:v>3424.9</c:v>
                </c:pt>
                <c:pt idx="127">
                  <c:v>3424.9</c:v>
                </c:pt>
                <c:pt idx="128">
                  <c:v>3424.9</c:v>
                </c:pt>
                <c:pt idx="129">
                  <c:v>3424.9</c:v>
                </c:pt>
                <c:pt idx="130">
                  <c:v>3424.9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Sheet1!$B$134</c:f>
              <c:strCache>
                <c:ptCount val="1"/>
                <c:pt idx="0">
                  <c:v>WellCat</c:v>
                </c:pt>
              </c:strCache>
            </c:strRef>
          </c:tx>
          <c:spPr>
            <a:ln w="25400">
              <a:solidFill>
                <a:srgbClr val="D9822B"/>
              </a:solidFill>
              <a:prstDash val="dash"/>
            </a:ln>
          </c:spPr>
          <c:marker>
            <c:symbol val="none"/>
          </c:marker>
          <c:xVal>
            <c:numRef>
              <c:f>Sheet1!$A$135:$A$265</c:f>
              <c:numCache>
                <c:formatCode>General</c:formatCode>
                <c:ptCount val="131"/>
                <c:pt idx="0">
                  <c:v>29.85</c:v>
                </c:pt>
                <c:pt idx="1">
                  <c:v>49.98</c:v>
                </c:pt>
                <c:pt idx="2">
                  <c:v>61.84</c:v>
                </c:pt>
                <c:pt idx="3">
                  <c:v>65.08</c:v>
                </c:pt>
                <c:pt idx="4">
                  <c:v>67.94</c:v>
                </c:pt>
                <c:pt idx="5">
                  <c:v>69.13</c:v>
                </c:pt>
                <c:pt idx="6">
                  <c:v>70.23</c:v>
                </c:pt>
                <c:pt idx="7">
                  <c:v>71.24</c:v>
                </c:pt>
                <c:pt idx="8">
                  <c:v>71.76</c:v>
                </c:pt>
                <c:pt idx="9">
                  <c:v>72.28</c:v>
                </c:pt>
                <c:pt idx="10">
                  <c:v>72.63</c:v>
                </c:pt>
                <c:pt idx="11">
                  <c:v>73.08</c:v>
                </c:pt>
                <c:pt idx="12">
                  <c:v>73.33</c:v>
                </c:pt>
                <c:pt idx="13">
                  <c:v>73.46</c:v>
                </c:pt>
                <c:pt idx="14">
                  <c:v>73.51</c:v>
                </c:pt>
                <c:pt idx="15">
                  <c:v>73.55</c:v>
                </c:pt>
                <c:pt idx="16">
                  <c:v>73.58</c:v>
                </c:pt>
                <c:pt idx="17">
                  <c:v>73.62</c:v>
                </c:pt>
                <c:pt idx="18">
                  <c:v>73.65</c:v>
                </c:pt>
                <c:pt idx="19">
                  <c:v>73.72</c:v>
                </c:pt>
                <c:pt idx="20">
                  <c:v>73.82</c:v>
                </c:pt>
                <c:pt idx="21">
                  <c:v>73.91</c:v>
                </c:pt>
                <c:pt idx="22">
                  <c:v>74.08</c:v>
                </c:pt>
                <c:pt idx="23">
                  <c:v>74.29</c:v>
                </c:pt>
                <c:pt idx="24">
                  <c:v>74.51</c:v>
                </c:pt>
                <c:pt idx="25">
                  <c:v>74.73</c:v>
                </c:pt>
                <c:pt idx="26">
                  <c:v>74.86</c:v>
                </c:pt>
                <c:pt idx="27">
                  <c:v>74.94</c:v>
                </c:pt>
                <c:pt idx="28">
                  <c:v>74.98</c:v>
                </c:pt>
                <c:pt idx="29">
                  <c:v>75.02</c:v>
                </c:pt>
                <c:pt idx="30">
                  <c:v>75.04</c:v>
                </c:pt>
                <c:pt idx="31">
                  <c:v>75.08</c:v>
                </c:pt>
                <c:pt idx="32">
                  <c:v>75.11</c:v>
                </c:pt>
                <c:pt idx="33">
                  <c:v>75.21</c:v>
                </c:pt>
                <c:pt idx="34">
                  <c:v>75.45</c:v>
                </c:pt>
                <c:pt idx="35">
                  <c:v>68.25</c:v>
                </c:pt>
                <c:pt idx="36">
                  <c:v>68.84</c:v>
                </c:pt>
                <c:pt idx="37">
                  <c:v>69.4</c:v>
                </c:pt>
                <c:pt idx="38">
                  <c:v>69.94</c:v>
                </c:pt>
                <c:pt idx="39">
                  <c:v>70.47</c:v>
                </c:pt>
                <c:pt idx="40">
                  <c:v>71.0</c:v>
                </c:pt>
                <c:pt idx="41">
                  <c:v>71.53</c:v>
                </c:pt>
                <c:pt idx="42">
                  <c:v>72.06</c:v>
                </c:pt>
                <c:pt idx="43">
                  <c:v>72.66</c:v>
                </c:pt>
                <c:pt idx="44">
                  <c:v>73.27</c:v>
                </c:pt>
                <c:pt idx="45">
                  <c:v>73.88</c:v>
                </c:pt>
                <c:pt idx="46">
                  <c:v>74.48</c:v>
                </c:pt>
                <c:pt idx="47">
                  <c:v>75.09</c:v>
                </c:pt>
                <c:pt idx="48">
                  <c:v>75.69</c:v>
                </c:pt>
                <c:pt idx="49">
                  <c:v>76.28</c:v>
                </c:pt>
                <c:pt idx="50">
                  <c:v>76.57</c:v>
                </c:pt>
                <c:pt idx="51">
                  <c:v>76.63</c:v>
                </c:pt>
                <c:pt idx="52">
                  <c:v>76.6</c:v>
                </c:pt>
                <c:pt idx="53">
                  <c:v>76.55</c:v>
                </c:pt>
                <c:pt idx="54">
                  <c:v>76.52</c:v>
                </c:pt>
                <c:pt idx="55">
                  <c:v>76.51</c:v>
                </c:pt>
                <c:pt idx="56">
                  <c:v>76.51</c:v>
                </c:pt>
                <c:pt idx="57">
                  <c:v>76.51</c:v>
                </c:pt>
                <c:pt idx="58">
                  <c:v>76.53</c:v>
                </c:pt>
                <c:pt idx="59">
                  <c:v>76.56</c:v>
                </c:pt>
                <c:pt idx="60">
                  <c:v>76.63</c:v>
                </c:pt>
                <c:pt idx="61">
                  <c:v>76.75</c:v>
                </c:pt>
                <c:pt idx="62">
                  <c:v>76.92</c:v>
                </c:pt>
                <c:pt idx="63">
                  <c:v>77.14</c:v>
                </c:pt>
                <c:pt idx="64">
                  <c:v>77.42</c:v>
                </c:pt>
                <c:pt idx="65">
                  <c:v>77.93</c:v>
                </c:pt>
                <c:pt idx="66">
                  <c:v>78.45</c:v>
                </c:pt>
                <c:pt idx="67">
                  <c:v>78.97</c:v>
                </c:pt>
                <c:pt idx="68">
                  <c:v>79.55</c:v>
                </c:pt>
                <c:pt idx="69">
                  <c:v>80.14</c:v>
                </c:pt>
                <c:pt idx="70">
                  <c:v>80.72</c:v>
                </c:pt>
                <c:pt idx="71">
                  <c:v>81.3</c:v>
                </c:pt>
                <c:pt idx="72">
                  <c:v>81.57</c:v>
                </c:pt>
                <c:pt idx="73">
                  <c:v>81.89</c:v>
                </c:pt>
                <c:pt idx="74">
                  <c:v>82.44</c:v>
                </c:pt>
                <c:pt idx="75">
                  <c:v>83.0</c:v>
                </c:pt>
                <c:pt idx="76">
                  <c:v>83.3</c:v>
                </c:pt>
                <c:pt idx="77">
                  <c:v>83.45</c:v>
                </c:pt>
                <c:pt idx="78">
                  <c:v>83.59</c:v>
                </c:pt>
                <c:pt idx="79">
                  <c:v>83.66</c:v>
                </c:pt>
                <c:pt idx="80">
                  <c:v>83.78</c:v>
                </c:pt>
                <c:pt idx="81">
                  <c:v>83.91</c:v>
                </c:pt>
                <c:pt idx="82">
                  <c:v>84.15</c:v>
                </c:pt>
                <c:pt idx="83">
                  <c:v>84.7</c:v>
                </c:pt>
                <c:pt idx="84">
                  <c:v>85.28</c:v>
                </c:pt>
                <c:pt idx="85">
                  <c:v>85.85</c:v>
                </c:pt>
                <c:pt idx="86">
                  <c:v>86.48</c:v>
                </c:pt>
                <c:pt idx="87">
                  <c:v>86.82</c:v>
                </c:pt>
                <c:pt idx="88">
                  <c:v>87.13</c:v>
                </c:pt>
                <c:pt idx="89">
                  <c:v>87.27</c:v>
                </c:pt>
                <c:pt idx="90">
                  <c:v>87.49</c:v>
                </c:pt>
                <c:pt idx="91">
                  <c:v>87.7</c:v>
                </c:pt>
                <c:pt idx="92">
                  <c:v>87.97</c:v>
                </c:pt>
                <c:pt idx="93">
                  <c:v>88.24</c:v>
                </c:pt>
                <c:pt idx="94">
                  <c:v>88.5</c:v>
                </c:pt>
                <c:pt idx="95">
                  <c:v>88.78</c:v>
                </c:pt>
                <c:pt idx="96">
                  <c:v>88.92</c:v>
                </c:pt>
                <c:pt idx="97">
                  <c:v>89.15</c:v>
                </c:pt>
                <c:pt idx="98">
                  <c:v>89.39</c:v>
                </c:pt>
                <c:pt idx="99">
                  <c:v>89.7</c:v>
                </c:pt>
                <c:pt idx="100">
                  <c:v>90.02</c:v>
                </c:pt>
                <c:pt idx="101">
                  <c:v>90.33</c:v>
                </c:pt>
                <c:pt idx="102">
                  <c:v>90.64</c:v>
                </c:pt>
                <c:pt idx="103">
                  <c:v>90.82</c:v>
                </c:pt>
                <c:pt idx="104">
                  <c:v>90.92</c:v>
                </c:pt>
                <c:pt idx="105">
                  <c:v>90.97</c:v>
                </c:pt>
                <c:pt idx="106">
                  <c:v>91.0</c:v>
                </c:pt>
                <c:pt idx="107">
                  <c:v>91.02</c:v>
                </c:pt>
                <c:pt idx="108">
                  <c:v>91.03</c:v>
                </c:pt>
                <c:pt idx="109">
                  <c:v>91.05</c:v>
                </c:pt>
                <c:pt idx="110">
                  <c:v>91.07</c:v>
                </c:pt>
                <c:pt idx="111">
                  <c:v>91.11</c:v>
                </c:pt>
                <c:pt idx="112">
                  <c:v>91.17</c:v>
                </c:pt>
                <c:pt idx="113">
                  <c:v>91.31</c:v>
                </c:pt>
                <c:pt idx="114">
                  <c:v>91.58</c:v>
                </c:pt>
                <c:pt idx="115">
                  <c:v>91.86</c:v>
                </c:pt>
                <c:pt idx="116">
                  <c:v>92.15</c:v>
                </c:pt>
                <c:pt idx="117">
                  <c:v>92.43</c:v>
                </c:pt>
                <c:pt idx="118">
                  <c:v>92.72</c:v>
                </c:pt>
                <c:pt idx="119">
                  <c:v>93.0</c:v>
                </c:pt>
                <c:pt idx="120">
                  <c:v>93.28</c:v>
                </c:pt>
                <c:pt idx="121">
                  <c:v>93.56</c:v>
                </c:pt>
                <c:pt idx="122">
                  <c:v>93.73</c:v>
                </c:pt>
                <c:pt idx="123">
                  <c:v>93.82</c:v>
                </c:pt>
                <c:pt idx="124">
                  <c:v>93.87</c:v>
                </c:pt>
                <c:pt idx="125">
                  <c:v>93.9</c:v>
                </c:pt>
                <c:pt idx="126">
                  <c:v>93.94</c:v>
                </c:pt>
                <c:pt idx="127">
                  <c:v>93.97</c:v>
                </c:pt>
                <c:pt idx="128">
                  <c:v>94.05</c:v>
                </c:pt>
                <c:pt idx="129">
                  <c:v>94.21</c:v>
                </c:pt>
                <c:pt idx="130">
                  <c:v>94.21</c:v>
                </c:pt>
              </c:numCache>
            </c:numRef>
          </c:xVal>
          <c:yVal>
            <c:numRef>
              <c:f>Sheet1!$B$135:$B$265</c:f>
              <c:numCache>
                <c:formatCode>General</c:formatCode>
                <c:ptCount val="131"/>
                <c:pt idx="0">
                  <c:v>1785.0</c:v>
                </c:pt>
                <c:pt idx="1">
                  <c:v>1785.31</c:v>
                </c:pt>
                <c:pt idx="2">
                  <c:v>1785.65</c:v>
                </c:pt>
                <c:pt idx="3">
                  <c:v>1786.31</c:v>
                </c:pt>
                <c:pt idx="4">
                  <c:v>1786.86</c:v>
                </c:pt>
                <c:pt idx="5">
                  <c:v>1787.53</c:v>
                </c:pt>
                <c:pt idx="6">
                  <c:v>1788.51</c:v>
                </c:pt>
                <c:pt idx="7">
                  <c:v>1789.8</c:v>
                </c:pt>
                <c:pt idx="8">
                  <c:v>1791.25</c:v>
                </c:pt>
                <c:pt idx="9">
                  <c:v>1792.93</c:v>
                </c:pt>
                <c:pt idx="10">
                  <c:v>1795.32</c:v>
                </c:pt>
                <c:pt idx="11">
                  <c:v>1798.83</c:v>
                </c:pt>
                <c:pt idx="12">
                  <c:v>1802.64</c:v>
                </c:pt>
                <c:pt idx="13">
                  <c:v>1805.56</c:v>
                </c:pt>
                <c:pt idx="14">
                  <c:v>1807.46</c:v>
                </c:pt>
                <c:pt idx="15">
                  <c:v>1808.8</c:v>
                </c:pt>
                <c:pt idx="16">
                  <c:v>1809.89</c:v>
                </c:pt>
                <c:pt idx="17">
                  <c:v>1811.09</c:v>
                </c:pt>
                <c:pt idx="18">
                  <c:v>1812.76</c:v>
                </c:pt>
                <c:pt idx="19">
                  <c:v>1815.52</c:v>
                </c:pt>
                <c:pt idx="20">
                  <c:v>1819.47</c:v>
                </c:pt>
                <c:pt idx="21">
                  <c:v>1824.95</c:v>
                </c:pt>
                <c:pt idx="22">
                  <c:v>1833.28</c:v>
                </c:pt>
                <c:pt idx="23">
                  <c:v>1844.04</c:v>
                </c:pt>
                <c:pt idx="24">
                  <c:v>1855.47</c:v>
                </c:pt>
                <c:pt idx="25">
                  <c:v>1865.48</c:v>
                </c:pt>
                <c:pt idx="26">
                  <c:v>1871.91</c:v>
                </c:pt>
                <c:pt idx="27">
                  <c:v>1875.11</c:v>
                </c:pt>
                <c:pt idx="28">
                  <c:v>1876.9</c:v>
                </c:pt>
                <c:pt idx="29">
                  <c:v>1878.12</c:v>
                </c:pt>
                <c:pt idx="30">
                  <c:v>1878.95</c:v>
                </c:pt>
                <c:pt idx="31">
                  <c:v>1879.67</c:v>
                </c:pt>
                <c:pt idx="32">
                  <c:v>1880.62</c:v>
                </c:pt>
                <c:pt idx="33">
                  <c:v>1882.34</c:v>
                </c:pt>
                <c:pt idx="34">
                  <c:v>1885.77</c:v>
                </c:pt>
                <c:pt idx="35">
                  <c:v>1892.1</c:v>
                </c:pt>
                <c:pt idx="36">
                  <c:v>1904.38</c:v>
                </c:pt>
                <c:pt idx="37">
                  <c:v>1924.05</c:v>
                </c:pt>
                <c:pt idx="38">
                  <c:v>1946.91</c:v>
                </c:pt>
                <c:pt idx="39">
                  <c:v>1969.77</c:v>
                </c:pt>
                <c:pt idx="40">
                  <c:v>1992.63</c:v>
                </c:pt>
                <c:pt idx="41">
                  <c:v>2015.49</c:v>
                </c:pt>
                <c:pt idx="42">
                  <c:v>2039.3</c:v>
                </c:pt>
                <c:pt idx="43">
                  <c:v>2065.02</c:v>
                </c:pt>
                <c:pt idx="44">
                  <c:v>2091.69</c:v>
                </c:pt>
                <c:pt idx="45">
                  <c:v>2118.36</c:v>
                </c:pt>
                <c:pt idx="46">
                  <c:v>2145.03</c:v>
                </c:pt>
                <c:pt idx="47">
                  <c:v>2171.7</c:v>
                </c:pt>
                <c:pt idx="48">
                  <c:v>2198.37</c:v>
                </c:pt>
                <c:pt idx="49">
                  <c:v>2221.71</c:v>
                </c:pt>
                <c:pt idx="50">
                  <c:v>2236.71</c:v>
                </c:pt>
                <c:pt idx="51">
                  <c:v>2244.21</c:v>
                </c:pt>
                <c:pt idx="52">
                  <c:v>2247.96</c:v>
                </c:pt>
                <c:pt idx="53">
                  <c:v>2249.84</c:v>
                </c:pt>
                <c:pt idx="54">
                  <c:v>2250.77</c:v>
                </c:pt>
                <c:pt idx="55">
                  <c:v>2251.29</c:v>
                </c:pt>
                <c:pt idx="56">
                  <c:v>2251.68</c:v>
                </c:pt>
                <c:pt idx="57">
                  <c:v>2252.0</c:v>
                </c:pt>
                <c:pt idx="58">
                  <c:v>2252.42</c:v>
                </c:pt>
                <c:pt idx="59">
                  <c:v>2252.94</c:v>
                </c:pt>
                <c:pt idx="60">
                  <c:v>2253.87</c:v>
                </c:pt>
                <c:pt idx="61">
                  <c:v>2255.72</c:v>
                </c:pt>
                <c:pt idx="62">
                  <c:v>2259.42</c:v>
                </c:pt>
                <c:pt idx="63">
                  <c:v>2266.84</c:v>
                </c:pt>
                <c:pt idx="64">
                  <c:v>2281.75</c:v>
                </c:pt>
                <c:pt idx="65">
                  <c:v>2305.05</c:v>
                </c:pt>
                <c:pt idx="66">
                  <c:v>2331.72</c:v>
                </c:pt>
                <c:pt idx="67">
                  <c:v>2359.34</c:v>
                </c:pt>
                <c:pt idx="68">
                  <c:v>2388.87</c:v>
                </c:pt>
                <c:pt idx="69">
                  <c:v>2419.35</c:v>
                </c:pt>
                <c:pt idx="70">
                  <c:v>2449.83</c:v>
                </c:pt>
                <c:pt idx="71">
                  <c:v>2475.86</c:v>
                </c:pt>
                <c:pt idx="72">
                  <c:v>2494.27</c:v>
                </c:pt>
                <c:pt idx="73">
                  <c:v>2513.96</c:v>
                </c:pt>
                <c:pt idx="74">
                  <c:v>2541.27</c:v>
                </c:pt>
                <c:pt idx="75">
                  <c:v>2567.94</c:v>
                </c:pt>
                <c:pt idx="76">
                  <c:v>2585.09</c:v>
                </c:pt>
                <c:pt idx="77">
                  <c:v>2594.61</c:v>
                </c:pt>
                <c:pt idx="78">
                  <c:v>2601.27</c:v>
                </c:pt>
                <c:pt idx="79">
                  <c:v>2606.73</c:v>
                </c:pt>
                <c:pt idx="80">
                  <c:v>2612.68</c:v>
                </c:pt>
                <c:pt idx="81">
                  <c:v>2621.03</c:v>
                </c:pt>
                <c:pt idx="82">
                  <c:v>2636.99</c:v>
                </c:pt>
                <c:pt idx="83">
                  <c:v>2663.19</c:v>
                </c:pt>
                <c:pt idx="84">
                  <c:v>2693.67</c:v>
                </c:pt>
                <c:pt idx="85">
                  <c:v>2725.1</c:v>
                </c:pt>
                <c:pt idx="86">
                  <c:v>2754.15</c:v>
                </c:pt>
                <c:pt idx="87">
                  <c:v>2775.58</c:v>
                </c:pt>
                <c:pt idx="88">
                  <c:v>2790.25</c:v>
                </c:pt>
                <c:pt idx="89">
                  <c:v>2801.55</c:v>
                </c:pt>
                <c:pt idx="90">
                  <c:v>2813.51</c:v>
                </c:pt>
                <c:pt idx="91">
                  <c:v>2827.93</c:v>
                </c:pt>
                <c:pt idx="92">
                  <c:v>2844.16</c:v>
                </c:pt>
                <c:pt idx="93">
                  <c:v>2861.31</c:v>
                </c:pt>
                <c:pt idx="94">
                  <c:v>2878.46</c:v>
                </c:pt>
                <c:pt idx="95">
                  <c:v>2893.42</c:v>
                </c:pt>
                <c:pt idx="96">
                  <c:v>2905.14</c:v>
                </c:pt>
                <c:pt idx="97">
                  <c:v>2916.94</c:v>
                </c:pt>
                <c:pt idx="98">
                  <c:v>2930.94</c:v>
                </c:pt>
                <c:pt idx="99">
                  <c:v>2947.04</c:v>
                </c:pt>
                <c:pt idx="100">
                  <c:v>2964.18</c:v>
                </c:pt>
                <c:pt idx="101">
                  <c:v>2981.32</c:v>
                </c:pt>
                <c:pt idx="102">
                  <c:v>2996.81</c:v>
                </c:pt>
                <c:pt idx="103">
                  <c:v>3009.0</c:v>
                </c:pt>
                <c:pt idx="104">
                  <c:v>3017.94</c:v>
                </c:pt>
                <c:pt idx="105">
                  <c:v>3024.23</c:v>
                </c:pt>
                <c:pt idx="106">
                  <c:v>3028.04</c:v>
                </c:pt>
                <c:pt idx="107">
                  <c:v>3030.74</c:v>
                </c:pt>
                <c:pt idx="108">
                  <c:v>3032.94</c:v>
                </c:pt>
                <c:pt idx="109">
                  <c:v>3035.14</c:v>
                </c:pt>
                <c:pt idx="110">
                  <c:v>3038.11</c:v>
                </c:pt>
                <c:pt idx="111">
                  <c:v>3043.47</c:v>
                </c:pt>
                <c:pt idx="112">
                  <c:v>3054.19</c:v>
                </c:pt>
                <c:pt idx="113">
                  <c:v>3075.62</c:v>
                </c:pt>
                <c:pt idx="114">
                  <c:v>3108.96</c:v>
                </c:pt>
                <c:pt idx="115">
                  <c:v>3147.06</c:v>
                </c:pt>
                <c:pt idx="116">
                  <c:v>3185.16</c:v>
                </c:pt>
                <c:pt idx="117">
                  <c:v>3223.26</c:v>
                </c:pt>
                <c:pt idx="118">
                  <c:v>3261.36</c:v>
                </c:pt>
                <c:pt idx="119">
                  <c:v>3299.46</c:v>
                </c:pt>
                <c:pt idx="120">
                  <c:v>3337.56</c:v>
                </c:pt>
                <c:pt idx="121">
                  <c:v>3371.38</c:v>
                </c:pt>
                <c:pt idx="122">
                  <c:v>3394.0</c:v>
                </c:pt>
                <c:pt idx="123">
                  <c:v>3405.78</c:v>
                </c:pt>
                <c:pt idx="124">
                  <c:v>3411.51</c:v>
                </c:pt>
                <c:pt idx="125">
                  <c:v>3414.95</c:v>
                </c:pt>
                <c:pt idx="126">
                  <c:v>3417.25</c:v>
                </c:pt>
                <c:pt idx="127">
                  <c:v>3419.34</c:v>
                </c:pt>
                <c:pt idx="128">
                  <c:v>3421.96</c:v>
                </c:pt>
                <c:pt idx="129">
                  <c:v>3424.24</c:v>
                </c:pt>
                <c:pt idx="130">
                  <c:v>3425.0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20.0"/>
          <c:min val="0.0"/>
        </c:scaling>
        <c:delete val="0"/>
        <c:axPos val="b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Temperatura (°C)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  <c:majorUnit val="20.0"/>
      </c:valAx>
      <c:valAx>
        <c:axId val="-2129643912"/>
        <c:scaling>
          <c:orientation val="maxMin"/>
          <c:max val="3600.0"/>
          <c:min val="1600.0"/>
        </c:scaling>
        <c:delete val="0"/>
        <c:axPos val="l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MD (m)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  <c:majorUnit val="200.0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5B6B76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B2B36"/>
                </a:solidFill>
                <a:latin typeface="Calibri"/>
              </a:rPr>
              <a:t>SCORE-PySafe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SCORE-PySafe</c:v>
                </c:pt>
              </c:strCache>
            </c:strRef>
          </c:tx>
          <c:spPr>
            <a:ln w="25400">
              <a:solidFill>
                <a:srgbClr val="0F7C8C"/>
              </a:solidFill>
            </a:ln>
          </c:spPr>
          <c:marker>
            <c:symbol val="none"/>
          </c:marker>
          <c:xVal>
            <c:numRef>
              <c:f>Sheet1!$A$2:$A$103</c:f>
              <c:numCache>
                <c:formatCode>General</c:formatCode>
                <c:ptCount val="102"/>
                <c:pt idx="0">
                  <c:v>87.51</c:v>
                </c:pt>
                <c:pt idx="1">
                  <c:v>87.6</c:v>
                </c:pt>
                <c:pt idx="2">
                  <c:v>87.69</c:v>
                </c:pt>
                <c:pt idx="3">
                  <c:v>87.69</c:v>
                </c:pt>
                <c:pt idx="4">
                  <c:v>87.69</c:v>
                </c:pt>
                <c:pt idx="5">
                  <c:v>87.96</c:v>
                </c:pt>
                <c:pt idx="6">
                  <c:v>88.24</c:v>
                </c:pt>
                <c:pt idx="7">
                  <c:v>88.22</c:v>
                </c:pt>
                <c:pt idx="8">
                  <c:v>88.19</c:v>
                </c:pt>
                <c:pt idx="9">
                  <c:v>88.84</c:v>
                </c:pt>
                <c:pt idx="10">
                  <c:v>89.49</c:v>
                </c:pt>
                <c:pt idx="11">
                  <c:v>90.12</c:v>
                </c:pt>
                <c:pt idx="12">
                  <c:v>90.74</c:v>
                </c:pt>
                <c:pt idx="13">
                  <c:v>90.79</c:v>
                </c:pt>
                <c:pt idx="14">
                  <c:v>91.33</c:v>
                </c:pt>
                <c:pt idx="15">
                  <c:v>91.93</c:v>
                </c:pt>
                <c:pt idx="16">
                  <c:v>92.35</c:v>
                </c:pt>
                <c:pt idx="17">
                  <c:v>92.49</c:v>
                </c:pt>
                <c:pt idx="18">
                  <c:v>93.06</c:v>
                </c:pt>
                <c:pt idx="19">
                  <c:v>93.06</c:v>
                </c:pt>
                <c:pt idx="20">
                  <c:v>93.63</c:v>
                </c:pt>
                <c:pt idx="21">
                  <c:v>94.2</c:v>
                </c:pt>
                <c:pt idx="22">
                  <c:v>94.22</c:v>
                </c:pt>
                <c:pt idx="23">
                  <c:v>94.32</c:v>
                </c:pt>
                <c:pt idx="24">
                  <c:v>94.36</c:v>
                </c:pt>
                <c:pt idx="25">
                  <c:v>94.43</c:v>
                </c:pt>
                <c:pt idx="26">
                  <c:v>94.75</c:v>
                </c:pt>
                <c:pt idx="27">
                  <c:v>95.09</c:v>
                </c:pt>
                <c:pt idx="28">
                  <c:v>95.75</c:v>
                </c:pt>
                <c:pt idx="29">
                  <c:v>95.75</c:v>
                </c:pt>
                <c:pt idx="30">
                  <c:v>95.75</c:v>
                </c:pt>
                <c:pt idx="31">
                  <c:v>96.29</c:v>
                </c:pt>
                <c:pt idx="32">
                  <c:v>96.83</c:v>
                </c:pt>
                <c:pt idx="33">
                  <c:v>96.83</c:v>
                </c:pt>
                <c:pt idx="34">
                  <c:v>96.83</c:v>
                </c:pt>
                <c:pt idx="35">
                  <c:v>97.23</c:v>
                </c:pt>
                <c:pt idx="36">
                  <c:v>97.63</c:v>
                </c:pt>
                <c:pt idx="37">
                  <c:v>97.55</c:v>
                </c:pt>
                <c:pt idx="38">
                  <c:v>97.46</c:v>
                </c:pt>
                <c:pt idx="39">
                  <c:v>98.13</c:v>
                </c:pt>
                <c:pt idx="40">
                  <c:v>98.79</c:v>
                </c:pt>
                <c:pt idx="41">
                  <c:v>99.46</c:v>
                </c:pt>
                <c:pt idx="42">
                  <c:v>100.13</c:v>
                </c:pt>
                <c:pt idx="43">
                  <c:v>100.74</c:v>
                </c:pt>
                <c:pt idx="44">
                  <c:v>101.36</c:v>
                </c:pt>
                <c:pt idx="45">
                  <c:v>101.95</c:v>
                </c:pt>
                <c:pt idx="46">
                  <c:v>102.54</c:v>
                </c:pt>
                <c:pt idx="47">
                  <c:v>103.11</c:v>
                </c:pt>
                <c:pt idx="48">
                  <c:v>103.68</c:v>
                </c:pt>
                <c:pt idx="49">
                  <c:v>104.25</c:v>
                </c:pt>
                <c:pt idx="50">
                  <c:v>104.8</c:v>
                </c:pt>
                <c:pt idx="51">
                  <c:v>105.34</c:v>
                </c:pt>
                <c:pt idx="52">
                  <c:v>105.89</c:v>
                </c:pt>
                <c:pt idx="53">
                  <c:v>106.41</c:v>
                </c:pt>
                <c:pt idx="54">
                  <c:v>106.93</c:v>
                </c:pt>
                <c:pt idx="55">
                  <c:v>107.44</c:v>
                </c:pt>
                <c:pt idx="56">
                  <c:v>107.94</c:v>
                </c:pt>
                <c:pt idx="57">
                  <c:v>107.91</c:v>
                </c:pt>
                <c:pt idx="58">
                  <c:v>107.88</c:v>
                </c:pt>
                <c:pt idx="59">
                  <c:v>108.29</c:v>
                </c:pt>
                <c:pt idx="60">
                  <c:v>108.7</c:v>
                </c:pt>
                <c:pt idx="61">
                  <c:v>109.11</c:v>
                </c:pt>
                <c:pt idx="62">
                  <c:v>109.51</c:v>
                </c:pt>
                <c:pt idx="63">
                  <c:v>109.91</c:v>
                </c:pt>
                <c:pt idx="64">
                  <c:v>110.32</c:v>
                </c:pt>
                <c:pt idx="65">
                  <c:v>110.71</c:v>
                </c:pt>
                <c:pt idx="66">
                  <c:v>111.11</c:v>
                </c:pt>
                <c:pt idx="67">
                  <c:v>111.5</c:v>
                </c:pt>
                <c:pt idx="68">
                  <c:v>111.88</c:v>
                </c:pt>
                <c:pt idx="69">
                  <c:v>111.88</c:v>
                </c:pt>
                <c:pt idx="70">
                  <c:v>111.88</c:v>
                </c:pt>
                <c:pt idx="71">
                  <c:v>111.93</c:v>
                </c:pt>
                <c:pt idx="72">
                  <c:v>111.97</c:v>
                </c:pt>
                <c:pt idx="73">
                  <c:v>111.6</c:v>
                </c:pt>
                <c:pt idx="74">
                  <c:v>111.22</c:v>
                </c:pt>
                <c:pt idx="75">
                  <c:v>111.26</c:v>
                </c:pt>
                <c:pt idx="76">
                  <c:v>111.3</c:v>
                </c:pt>
                <c:pt idx="77">
                  <c:v>111.3</c:v>
                </c:pt>
                <c:pt idx="78">
                  <c:v>111.3</c:v>
                </c:pt>
                <c:pt idx="79">
                  <c:v>111.37</c:v>
                </c:pt>
                <c:pt idx="80">
                  <c:v>111.48</c:v>
                </c:pt>
                <c:pt idx="81">
                  <c:v>111.48</c:v>
                </c:pt>
                <c:pt idx="82">
                  <c:v>111.48</c:v>
                </c:pt>
                <c:pt idx="83">
                  <c:v>111.48</c:v>
                </c:pt>
                <c:pt idx="84">
                  <c:v>111.48</c:v>
                </c:pt>
                <c:pt idx="85">
                  <c:v>111.48</c:v>
                </c:pt>
                <c:pt idx="86">
                  <c:v>111.48</c:v>
                </c:pt>
                <c:pt idx="87">
                  <c:v>111.48</c:v>
                </c:pt>
                <c:pt idx="88">
                  <c:v>111.48</c:v>
                </c:pt>
                <c:pt idx="89">
                  <c:v>111.48</c:v>
                </c:pt>
                <c:pt idx="90">
                  <c:v>111.48</c:v>
                </c:pt>
                <c:pt idx="91">
                  <c:v>111.48</c:v>
                </c:pt>
                <c:pt idx="92">
                  <c:v>111.48</c:v>
                </c:pt>
                <c:pt idx="93">
                  <c:v>111.48</c:v>
                </c:pt>
                <c:pt idx="94">
                  <c:v>111.48</c:v>
                </c:pt>
                <c:pt idx="95">
                  <c:v>111.48</c:v>
                </c:pt>
                <c:pt idx="96">
                  <c:v>111.48</c:v>
                </c:pt>
                <c:pt idx="97">
                  <c:v>111.48</c:v>
                </c:pt>
                <c:pt idx="98">
                  <c:v>111.48</c:v>
                </c:pt>
                <c:pt idx="99">
                  <c:v>111.48</c:v>
                </c:pt>
                <c:pt idx="100">
                  <c:v>111.48</c:v>
                </c:pt>
                <c:pt idx="101">
                  <c:v>111.48</c:v>
                </c:pt>
              </c:numCache>
            </c:numRef>
          </c:xVal>
          <c:yVal>
            <c:numRef>
              <c:f>Sheet1!$B$2:$B$103</c:f>
              <c:numCache>
                <c:formatCode>General</c:formatCode>
                <c:ptCount val="102"/>
                <c:pt idx="0">
                  <c:v>1785.0</c:v>
                </c:pt>
                <c:pt idx="1">
                  <c:v>1796.95</c:v>
                </c:pt>
                <c:pt idx="2">
                  <c:v>1808.9</c:v>
                </c:pt>
                <c:pt idx="3">
                  <c:v>1809.0</c:v>
                </c:pt>
                <c:pt idx="4">
                  <c:v>1809.1</c:v>
                </c:pt>
                <c:pt idx="5">
                  <c:v>1847.0</c:v>
                </c:pt>
                <c:pt idx="6">
                  <c:v>1884.9</c:v>
                </c:pt>
                <c:pt idx="7">
                  <c:v>1885.0</c:v>
                </c:pt>
                <c:pt idx="8">
                  <c:v>1885.1</c:v>
                </c:pt>
                <c:pt idx="9">
                  <c:v>1975.09</c:v>
                </c:pt>
                <c:pt idx="10">
                  <c:v>2065.07</c:v>
                </c:pt>
                <c:pt idx="11">
                  <c:v>2155.06</c:v>
                </c:pt>
                <c:pt idx="12">
                  <c:v>2245.04</c:v>
                </c:pt>
                <c:pt idx="13">
                  <c:v>2252.0</c:v>
                </c:pt>
                <c:pt idx="14">
                  <c:v>2335.03</c:v>
                </c:pt>
                <c:pt idx="15">
                  <c:v>2425.01</c:v>
                </c:pt>
                <c:pt idx="16">
                  <c:v>2493.0</c:v>
                </c:pt>
                <c:pt idx="17">
                  <c:v>2515.0</c:v>
                </c:pt>
                <c:pt idx="18">
                  <c:v>2604.99</c:v>
                </c:pt>
                <c:pt idx="19">
                  <c:v>2606.0</c:v>
                </c:pt>
                <c:pt idx="20">
                  <c:v>2694.97</c:v>
                </c:pt>
                <c:pt idx="21">
                  <c:v>2784.96</c:v>
                </c:pt>
                <c:pt idx="22">
                  <c:v>2800.0</c:v>
                </c:pt>
                <c:pt idx="23">
                  <c:v>2874.94</c:v>
                </c:pt>
                <c:pt idx="24">
                  <c:v>2904.0</c:v>
                </c:pt>
                <c:pt idx="25">
                  <c:v>2964.93</c:v>
                </c:pt>
                <c:pt idx="26">
                  <c:v>3009.0</c:v>
                </c:pt>
                <c:pt idx="27">
                  <c:v>3054.91</c:v>
                </c:pt>
                <c:pt idx="28">
                  <c:v>3144.9</c:v>
                </c:pt>
                <c:pt idx="29">
                  <c:v>3145.0</c:v>
                </c:pt>
                <c:pt idx="30">
                  <c:v>3145.1</c:v>
                </c:pt>
                <c:pt idx="31">
                  <c:v>3225.0</c:v>
                </c:pt>
                <c:pt idx="32">
                  <c:v>3304.9</c:v>
                </c:pt>
                <c:pt idx="33">
                  <c:v>3305.0</c:v>
                </c:pt>
                <c:pt idx="34">
                  <c:v>3305.1</c:v>
                </c:pt>
                <c:pt idx="35">
                  <c:v>3365.0</c:v>
                </c:pt>
                <c:pt idx="36">
                  <c:v>3424.9</c:v>
                </c:pt>
                <c:pt idx="37">
                  <c:v>3425.0</c:v>
                </c:pt>
                <c:pt idx="38">
                  <c:v>3425.1</c:v>
                </c:pt>
                <c:pt idx="39">
                  <c:v>3523.7</c:v>
                </c:pt>
                <c:pt idx="40">
                  <c:v>3622.3</c:v>
                </c:pt>
                <c:pt idx="41">
                  <c:v>3720.9</c:v>
                </c:pt>
                <c:pt idx="42">
                  <c:v>3819.5</c:v>
                </c:pt>
                <c:pt idx="43">
                  <c:v>3918.1</c:v>
                </c:pt>
                <c:pt idx="44">
                  <c:v>4016.7</c:v>
                </c:pt>
                <c:pt idx="45">
                  <c:v>4115.3</c:v>
                </c:pt>
                <c:pt idx="46">
                  <c:v>4213.9</c:v>
                </c:pt>
                <c:pt idx="47">
                  <c:v>4312.5</c:v>
                </c:pt>
                <c:pt idx="48">
                  <c:v>4411.1</c:v>
                </c:pt>
                <c:pt idx="49">
                  <c:v>4509.7</c:v>
                </c:pt>
                <c:pt idx="50">
                  <c:v>4608.3</c:v>
                </c:pt>
                <c:pt idx="51">
                  <c:v>4706.9</c:v>
                </c:pt>
                <c:pt idx="52">
                  <c:v>4805.5</c:v>
                </c:pt>
                <c:pt idx="53">
                  <c:v>4904.1</c:v>
                </c:pt>
                <c:pt idx="54">
                  <c:v>5002.7</c:v>
                </c:pt>
                <c:pt idx="55">
                  <c:v>5101.3</c:v>
                </c:pt>
                <c:pt idx="56">
                  <c:v>5199.9</c:v>
                </c:pt>
                <c:pt idx="57">
                  <c:v>5200.0</c:v>
                </c:pt>
                <c:pt idx="58">
                  <c:v>5200.1</c:v>
                </c:pt>
                <c:pt idx="59">
                  <c:v>5283.08</c:v>
                </c:pt>
                <c:pt idx="60">
                  <c:v>5366.06</c:v>
                </c:pt>
                <c:pt idx="61">
                  <c:v>5449.04</c:v>
                </c:pt>
                <c:pt idx="62">
                  <c:v>5532.02</c:v>
                </c:pt>
                <c:pt idx="63">
                  <c:v>5615.0</c:v>
                </c:pt>
                <c:pt idx="64">
                  <c:v>5697.98</c:v>
                </c:pt>
                <c:pt idx="65">
                  <c:v>5780.96</c:v>
                </c:pt>
                <c:pt idx="66">
                  <c:v>5863.94</c:v>
                </c:pt>
                <c:pt idx="67">
                  <c:v>5946.92</c:v>
                </c:pt>
                <c:pt idx="68">
                  <c:v>6029.9</c:v>
                </c:pt>
                <c:pt idx="69">
                  <c:v>6030.0</c:v>
                </c:pt>
                <c:pt idx="70">
                  <c:v>6030.1</c:v>
                </c:pt>
                <c:pt idx="71">
                  <c:v>6040.0</c:v>
                </c:pt>
                <c:pt idx="72">
                  <c:v>6049.9</c:v>
                </c:pt>
                <c:pt idx="73">
                  <c:v>6050.0</c:v>
                </c:pt>
                <c:pt idx="74">
                  <c:v>6050.1</c:v>
                </c:pt>
                <c:pt idx="75">
                  <c:v>6080.0</c:v>
                </c:pt>
                <c:pt idx="76">
                  <c:v>6109.9</c:v>
                </c:pt>
                <c:pt idx="77">
                  <c:v>6110.0</c:v>
                </c:pt>
                <c:pt idx="78">
                  <c:v>6110.1</c:v>
                </c:pt>
                <c:pt idx="79">
                  <c:v>6130.0</c:v>
                </c:pt>
                <c:pt idx="80">
                  <c:v>6149.9</c:v>
                </c:pt>
                <c:pt idx="81">
                  <c:v>6149.9</c:v>
                </c:pt>
                <c:pt idx="82">
                  <c:v>6149.9</c:v>
                </c:pt>
                <c:pt idx="83">
                  <c:v>6149.9</c:v>
                </c:pt>
                <c:pt idx="84">
                  <c:v>6149.9</c:v>
                </c:pt>
                <c:pt idx="85">
                  <c:v>6149.9</c:v>
                </c:pt>
                <c:pt idx="86">
                  <c:v>6149.9</c:v>
                </c:pt>
                <c:pt idx="87">
                  <c:v>6149.9</c:v>
                </c:pt>
                <c:pt idx="88">
                  <c:v>6149.9</c:v>
                </c:pt>
                <c:pt idx="89">
                  <c:v>6149.9</c:v>
                </c:pt>
                <c:pt idx="90">
                  <c:v>6149.9</c:v>
                </c:pt>
                <c:pt idx="91">
                  <c:v>6149.9</c:v>
                </c:pt>
                <c:pt idx="92">
                  <c:v>6149.9</c:v>
                </c:pt>
                <c:pt idx="93">
                  <c:v>6149.9</c:v>
                </c:pt>
                <c:pt idx="94">
                  <c:v>6149.9</c:v>
                </c:pt>
                <c:pt idx="95">
                  <c:v>6149.9</c:v>
                </c:pt>
                <c:pt idx="96">
                  <c:v>6149.9</c:v>
                </c:pt>
                <c:pt idx="97">
                  <c:v>6149.9</c:v>
                </c:pt>
                <c:pt idx="98">
                  <c:v>6149.9</c:v>
                </c:pt>
                <c:pt idx="99">
                  <c:v>6149.9</c:v>
                </c:pt>
                <c:pt idx="100">
                  <c:v>6149.9</c:v>
                </c:pt>
                <c:pt idx="101">
                  <c:v>6149.9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Sheet1!$B$105</c:f>
              <c:strCache>
                <c:ptCount val="1"/>
                <c:pt idx="0">
                  <c:v>Geotérmico</c:v>
                </c:pt>
              </c:strCache>
            </c:strRef>
          </c:tx>
          <c:spPr>
            <a:ln w="15875">
              <a:solidFill>
                <a:srgbClr val="9AA5AE"/>
              </a:solidFill>
              <a:prstDash val="dash"/>
            </a:ln>
          </c:spPr>
          <c:marker>
            <c:symbol val="none"/>
          </c:marker>
          <c:xVal>
            <c:numRef>
              <c:f>Sheet1!$A$106:$A$207</c:f>
              <c:numCache>
                <c:formatCode>General</c:formatCode>
                <c:ptCount val="102"/>
                <c:pt idx="0">
                  <c:v>4.0</c:v>
                </c:pt>
                <c:pt idx="1">
                  <c:v>4.64</c:v>
                </c:pt>
                <c:pt idx="2">
                  <c:v>5.28</c:v>
                </c:pt>
                <c:pt idx="3">
                  <c:v>5.28</c:v>
                </c:pt>
                <c:pt idx="4">
                  <c:v>5.29</c:v>
                </c:pt>
                <c:pt idx="5">
                  <c:v>7.32</c:v>
                </c:pt>
                <c:pt idx="6">
                  <c:v>9.35</c:v>
                </c:pt>
                <c:pt idx="7">
                  <c:v>9.35</c:v>
                </c:pt>
                <c:pt idx="8">
                  <c:v>9.36</c:v>
                </c:pt>
                <c:pt idx="9">
                  <c:v>14.18</c:v>
                </c:pt>
                <c:pt idx="10">
                  <c:v>18.99</c:v>
                </c:pt>
                <c:pt idx="11">
                  <c:v>23.81</c:v>
                </c:pt>
                <c:pt idx="12">
                  <c:v>28.63</c:v>
                </c:pt>
                <c:pt idx="13">
                  <c:v>29.0</c:v>
                </c:pt>
                <c:pt idx="14">
                  <c:v>32.79</c:v>
                </c:pt>
                <c:pt idx="15">
                  <c:v>36.9</c:v>
                </c:pt>
                <c:pt idx="16">
                  <c:v>40.0</c:v>
                </c:pt>
                <c:pt idx="17">
                  <c:v>40.97</c:v>
                </c:pt>
                <c:pt idx="18">
                  <c:v>44.96</c:v>
                </c:pt>
                <c:pt idx="19">
                  <c:v>45.0</c:v>
                </c:pt>
                <c:pt idx="20">
                  <c:v>49.13</c:v>
                </c:pt>
                <c:pt idx="21">
                  <c:v>53.3</c:v>
                </c:pt>
                <c:pt idx="22">
                  <c:v>54.0</c:v>
                </c:pt>
                <c:pt idx="23">
                  <c:v>56.88</c:v>
                </c:pt>
                <c:pt idx="24">
                  <c:v>58.0</c:v>
                </c:pt>
                <c:pt idx="25">
                  <c:v>60.9</c:v>
                </c:pt>
                <c:pt idx="26">
                  <c:v>63.0</c:v>
                </c:pt>
                <c:pt idx="27">
                  <c:v>63.67</c:v>
                </c:pt>
                <c:pt idx="28">
                  <c:v>64.97</c:v>
                </c:pt>
                <c:pt idx="29">
                  <c:v>64.98</c:v>
                </c:pt>
                <c:pt idx="30">
                  <c:v>64.98</c:v>
                </c:pt>
                <c:pt idx="31">
                  <c:v>66.14</c:v>
                </c:pt>
                <c:pt idx="32">
                  <c:v>67.3</c:v>
                </c:pt>
                <c:pt idx="33">
                  <c:v>67.3</c:v>
                </c:pt>
                <c:pt idx="34">
                  <c:v>67.3</c:v>
                </c:pt>
                <c:pt idx="35">
                  <c:v>68.17</c:v>
                </c:pt>
                <c:pt idx="36">
                  <c:v>69.04</c:v>
                </c:pt>
                <c:pt idx="37">
                  <c:v>69.04</c:v>
                </c:pt>
                <c:pt idx="38">
                  <c:v>69.05</c:v>
                </c:pt>
                <c:pt idx="39">
                  <c:v>70.48</c:v>
                </c:pt>
                <c:pt idx="40">
                  <c:v>71.9</c:v>
                </c:pt>
                <c:pt idx="41">
                  <c:v>73.32</c:v>
                </c:pt>
                <c:pt idx="42">
                  <c:v>74.72</c:v>
                </c:pt>
                <c:pt idx="43">
                  <c:v>76.1</c:v>
                </c:pt>
                <c:pt idx="44">
                  <c:v>77.46</c:v>
                </c:pt>
                <c:pt idx="45">
                  <c:v>78.81</c:v>
                </c:pt>
                <c:pt idx="46">
                  <c:v>80.15</c:v>
                </c:pt>
                <c:pt idx="47">
                  <c:v>81.5</c:v>
                </c:pt>
                <c:pt idx="48">
                  <c:v>82.84</c:v>
                </c:pt>
                <c:pt idx="49">
                  <c:v>84.19</c:v>
                </c:pt>
                <c:pt idx="50">
                  <c:v>85.54</c:v>
                </c:pt>
                <c:pt idx="51">
                  <c:v>86.88</c:v>
                </c:pt>
                <c:pt idx="52">
                  <c:v>88.23</c:v>
                </c:pt>
                <c:pt idx="53">
                  <c:v>89.57</c:v>
                </c:pt>
                <c:pt idx="54">
                  <c:v>90.92</c:v>
                </c:pt>
                <c:pt idx="55">
                  <c:v>92.27</c:v>
                </c:pt>
                <c:pt idx="56">
                  <c:v>93.61</c:v>
                </c:pt>
                <c:pt idx="57">
                  <c:v>93.61</c:v>
                </c:pt>
                <c:pt idx="58">
                  <c:v>93.61</c:v>
                </c:pt>
                <c:pt idx="59">
                  <c:v>94.75</c:v>
                </c:pt>
                <c:pt idx="60">
                  <c:v>95.88</c:v>
                </c:pt>
                <c:pt idx="61">
                  <c:v>97.01</c:v>
                </c:pt>
                <c:pt idx="62">
                  <c:v>98.16</c:v>
                </c:pt>
                <c:pt idx="63">
                  <c:v>99.33</c:v>
                </c:pt>
                <c:pt idx="64">
                  <c:v>100.5</c:v>
                </c:pt>
                <c:pt idx="65">
                  <c:v>101.69</c:v>
                </c:pt>
                <c:pt idx="66">
                  <c:v>102.89</c:v>
                </c:pt>
                <c:pt idx="67">
                  <c:v>104.09</c:v>
                </c:pt>
                <c:pt idx="68">
                  <c:v>105.3</c:v>
                </c:pt>
                <c:pt idx="69">
                  <c:v>105.3</c:v>
                </c:pt>
                <c:pt idx="70">
                  <c:v>105.3</c:v>
                </c:pt>
                <c:pt idx="71">
                  <c:v>105.44</c:v>
                </c:pt>
                <c:pt idx="72">
                  <c:v>105.59</c:v>
                </c:pt>
                <c:pt idx="73">
                  <c:v>105.59</c:v>
                </c:pt>
                <c:pt idx="74">
                  <c:v>105.59</c:v>
                </c:pt>
                <c:pt idx="75">
                  <c:v>106.03</c:v>
                </c:pt>
                <c:pt idx="76">
                  <c:v>106.46</c:v>
                </c:pt>
                <c:pt idx="77">
                  <c:v>106.46</c:v>
                </c:pt>
                <c:pt idx="78">
                  <c:v>106.46</c:v>
                </c:pt>
                <c:pt idx="79">
                  <c:v>106.75</c:v>
                </c:pt>
                <c:pt idx="80">
                  <c:v>107.04</c:v>
                </c:pt>
                <c:pt idx="81">
                  <c:v>107.04</c:v>
                </c:pt>
                <c:pt idx="82">
                  <c:v>107.04</c:v>
                </c:pt>
                <c:pt idx="83">
                  <c:v>107.75</c:v>
                </c:pt>
                <c:pt idx="84">
                  <c:v>108.46</c:v>
                </c:pt>
                <c:pt idx="85">
                  <c:v>108.47</c:v>
                </c:pt>
                <c:pt idx="86">
                  <c:v>108.47</c:v>
                </c:pt>
                <c:pt idx="87">
                  <c:v>108.6</c:v>
                </c:pt>
                <c:pt idx="88">
                  <c:v>108.74</c:v>
                </c:pt>
                <c:pt idx="89">
                  <c:v>108.74</c:v>
                </c:pt>
                <c:pt idx="90">
                  <c:v>108.74</c:v>
                </c:pt>
                <c:pt idx="91">
                  <c:v>109.11</c:v>
                </c:pt>
                <c:pt idx="92">
                  <c:v>109.47</c:v>
                </c:pt>
                <c:pt idx="93">
                  <c:v>109.47</c:v>
                </c:pt>
                <c:pt idx="94">
                  <c:v>109.47</c:v>
                </c:pt>
                <c:pt idx="95">
                  <c:v>109.84</c:v>
                </c:pt>
                <c:pt idx="96">
                  <c:v>110.2</c:v>
                </c:pt>
                <c:pt idx="97">
                  <c:v>110.2</c:v>
                </c:pt>
                <c:pt idx="98">
                  <c:v>110.21</c:v>
                </c:pt>
                <c:pt idx="99">
                  <c:v>111.0</c:v>
                </c:pt>
                <c:pt idx="100">
                  <c:v>111.06</c:v>
                </c:pt>
                <c:pt idx="101">
                  <c:v>112.22</c:v>
                </c:pt>
              </c:numCache>
            </c:numRef>
          </c:xVal>
          <c:yVal>
            <c:numRef>
              <c:f>Sheet1!$B$106:$B$207</c:f>
              <c:numCache>
                <c:formatCode>General</c:formatCode>
                <c:ptCount val="102"/>
                <c:pt idx="0">
                  <c:v>1785.0</c:v>
                </c:pt>
                <c:pt idx="1">
                  <c:v>1796.95</c:v>
                </c:pt>
                <c:pt idx="2">
                  <c:v>1808.9</c:v>
                </c:pt>
                <c:pt idx="3">
                  <c:v>1809.0</c:v>
                </c:pt>
                <c:pt idx="4">
                  <c:v>1809.1</c:v>
                </c:pt>
                <c:pt idx="5">
                  <c:v>1847.0</c:v>
                </c:pt>
                <c:pt idx="6">
                  <c:v>1884.9</c:v>
                </c:pt>
                <c:pt idx="7">
                  <c:v>1885.0</c:v>
                </c:pt>
                <c:pt idx="8">
                  <c:v>1885.1</c:v>
                </c:pt>
                <c:pt idx="9">
                  <c:v>1975.09</c:v>
                </c:pt>
                <c:pt idx="10">
                  <c:v>2065.07</c:v>
                </c:pt>
                <c:pt idx="11">
                  <c:v>2155.06</c:v>
                </c:pt>
                <c:pt idx="12">
                  <c:v>2245.04</c:v>
                </c:pt>
                <c:pt idx="13">
                  <c:v>2252.0</c:v>
                </c:pt>
                <c:pt idx="14">
                  <c:v>2335.03</c:v>
                </c:pt>
                <c:pt idx="15">
                  <c:v>2425.01</c:v>
                </c:pt>
                <c:pt idx="16">
                  <c:v>2493.0</c:v>
                </c:pt>
                <c:pt idx="17">
                  <c:v>2515.0</c:v>
                </c:pt>
                <c:pt idx="18">
                  <c:v>2604.99</c:v>
                </c:pt>
                <c:pt idx="19">
                  <c:v>2606.0</c:v>
                </c:pt>
                <c:pt idx="20">
                  <c:v>2694.97</c:v>
                </c:pt>
                <c:pt idx="21">
                  <c:v>2784.96</c:v>
                </c:pt>
                <c:pt idx="22">
                  <c:v>2800.0</c:v>
                </c:pt>
                <c:pt idx="23">
                  <c:v>2874.94</c:v>
                </c:pt>
                <c:pt idx="24">
                  <c:v>2904.0</c:v>
                </c:pt>
                <c:pt idx="25">
                  <c:v>2964.93</c:v>
                </c:pt>
                <c:pt idx="26">
                  <c:v>3009.0</c:v>
                </c:pt>
                <c:pt idx="27">
                  <c:v>3054.91</c:v>
                </c:pt>
                <c:pt idx="28">
                  <c:v>3144.9</c:v>
                </c:pt>
                <c:pt idx="29">
                  <c:v>3145.0</c:v>
                </c:pt>
                <c:pt idx="30">
                  <c:v>3145.1</c:v>
                </c:pt>
                <c:pt idx="31">
                  <c:v>3225.0</c:v>
                </c:pt>
                <c:pt idx="32">
                  <c:v>3304.9</c:v>
                </c:pt>
                <c:pt idx="33">
                  <c:v>3305.0</c:v>
                </c:pt>
                <c:pt idx="34">
                  <c:v>3305.1</c:v>
                </c:pt>
                <c:pt idx="35">
                  <c:v>3365.0</c:v>
                </c:pt>
                <c:pt idx="36">
                  <c:v>3424.9</c:v>
                </c:pt>
                <c:pt idx="37">
                  <c:v>3425.0</c:v>
                </c:pt>
                <c:pt idx="38">
                  <c:v>3425.1</c:v>
                </c:pt>
                <c:pt idx="39">
                  <c:v>3523.7</c:v>
                </c:pt>
                <c:pt idx="40">
                  <c:v>3622.3</c:v>
                </c:pt>
                <c:pt idx="41">
                  <c:v>3720.9</c:v>
                </c:pt>
                <c:pt idx="42">
                  <c:v>3819.5</c:v>
                </c:pt>
                <c:pt idx="43">
                  <c:v>3918.1</c:v>
                </c:pt>
                <c:pt idx="44">
                  <c:v>4016.7</c:v>
                </c:pt>
                <c:pt idx="45">
                  <c:v>4115.3</c:v>
                </c:pt>
                <c:pt idx="46">
                  <c:v>4213.9</c:v>
                </c:pt>
                <c:pt idx="47">
                  <c:v>4312.5</c:v>
                </c:pt>
                <c:pt idx="48">
                  <c:v>4411.1</c:v>
                </c:pt>
                <c:pt idx="49">
                  <c:v>4509.7</c:v>
                </c:pt>
                <c:pt idx="50">
                  <c:v>4608.3</c:v>
                </c:pt>
                <c:pt idx="51">
                  <c:v>4706.9</c:v>
                </c:pt>
                <c:pt idx="52">
                  <c:v>4805.5</c:v>
                </c:pt>
                <c:pt idx="53">
                  <c:v>4904.1</c:v>
                </c:pt>
                <c:pt idx="54">
                  <c:v>5002.7</c:v>
                </c:pt>
                <c:pt idx="55">
                  <c:v>5101.3</c:v>
                </c:pt>
                <c:pt idx="56">
                  <c:v>5199.9</c:v>
                </c:pt>
                <c:pt idx="57">
                  <c:v>5200.0</c:v>
                </c:pt>
                <c:pt idx="58">
                  <c:v>5200.1</c:v>
                </c:pt>
                <c:pt idx="59">
                  <c:v>5283.08</c:v>
                </c:pt>
                <c:pt idx="60">
                  <c:v>5366.06</c:v>
                </c:pt>
                <c:pt idx="61">
                  <c:v>5449.04</c:v>
                </c:pt>
                <c:pt idx="62">
                  <c:v>5532.02</c:v>
                </c:pt>
                <c:pt idx="63">
                  <c:v>5615.0</c:v>
                </c:pt>
                <c:pt idx="64">
                  <c:v>5697.98</c:v>
                </c:pt>
                <c:pt idx="65">
                  <c:v>5780.96</c:v>
                </c:pt>
                <c:pt idx="66">
                  <c:v>5863.94</c:v>
                </c:pt>
                <c:pt idx="67">
                  <c:v>5946.92</c:v>
                </c:pt>
                <c:pt idx="68">
                  <c:v>6029.9</c:v>
                </c:pt>
                <c:pt idx="69">
                  <c:v>6030.0</c:v>
                </c:pt>
                <c:pt idx="70">
                  <c:v>6030.1</c:v>
                </c:pt>
                <c:pt idx="71">
                  <c:v>6040.0</c:v>
                </c:pt>
                <c:pt idx="72">
                  <c:v>6049.9</c:v>
                </c:pt>
                <c:pt idx="73">
                  <c:v>6050.0</c:v>
                </c:pt>
                <c:pt idx="74">
                  <c:v>6050.1</c:v>
                </c:pt>
                <c:pt idx="75">
                  <c:v>6080.0</c:v>
                </c:pt>
                <c:pt idx="76">
                  <c:v>6109.9</c:v>
                </c:pt>
                <c:pt idx="77">
                  <c:v>6110.0</c:v>
                </c:pt>
                <c:pt idx="78">
                  <c:v>6110.1</c:v>
                </c:pt>
                <c:pt idx="79">
                  <c:v>6130.0</c:v>
                </c:pt>
                <c:pt idx="80">
                  <c:v>6149.9</c:v>
                </c:pt>
                <c:pt idx="81">
                  <c:v>6150.0</c:v>
                </c:pt>
                <c:pt idx="82">
                  <c:v>6150.1</c:v>
                </c:pt>
                <c:pt idx="83">
                  <c:v>6199.0</c:v>
                </c:pt>
                <c:pt idx="84">
                  <c:v>6247.9</c:v>
                </c:pt>
                <c:pt idx="85">
                  <c:v>6248.0</c:v>
                </c:pt>
                <c:pt idx="86">
                  <c:v>6248.1</c:v>
                </c:pt>
                <c:pt idx="87">
                  <c:v>6257.5</c:v>
                </c:pt>
                <c:pt idx="88">
                  <c:v>6266.9</c:v>
                </c:pt>
                <c:pt idx="89">
                  <c:v>6267.0</c:v>
                </c:pt>
                <c:pt idx="90">
                  <c:v>6267.1</c:v>
                </c:pt>
                <c:pt idx="91">
                  <c:v>6292.0</c:v>
                </c:pt>
                <c:pt idx="92">
                  <c:v>6316.9</c:v>
                </c:pt>
                <c:pt idx="93">
                  <c:v>6317.0</c:v>
                </c:pt>
                <c:pt idx="94">
                  <c:v>6317.1</c:v>
                </c:pt>
                <c:pt idx="95">
                  <c:v>6342.33</c:v>
                </c:pt>
                <c:pt idx="96">
                  <c:v>6367.55</c:v>
                </c:pt>
                <c:pt idx="97">
                  <c:v>6367.65</c:v>
                </c:pt>
                <c:pt idx="98">
                  <c:v>6367.75</c:v>
                </c:pt>
                <c:pt idx="99">
                  <c:v>6422.42</c:v>
                </c:pt>
                <c:pt idx="100">
                  <c:v>6425.56</c:v>
                </c:pt>
                <c:pt idx="101">
                  <c:v>6483.38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20.0"/>
          <c:min val="-20.0"/>
        </c:scaling>
        <c:delete val="0"/>
        <c:axPos val="b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Temperatura (°C)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  <c:majorUnit val="20.0"/>
      </c:valAx>
      <c:valAx>
        <c:axId val="-2129643912"/>
        <c:scaling>
          <c:orientation val="maxMin"/>
          <c:max val="6500.0"/>
          <c:min val="1500.0"/>
        </c:scaling>
        <c:delete val="0"/>
        <c:axPos val="l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MD (m)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  <c:majorUnit val="500.0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5B6B76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B2B36"/>
                </a:solidFill>
                <a:latin typeface="Calibri"/>
              </a:rPr>
              <a:t>WellCat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WellCat</c:v>
                </c:pt>
              </c:strCache>
            </c:strRef>
          </c:tx>
          <c:spPr>
            <a:ln w="25400">
              <a:solidFill>
                <a:srgbClr val="D9822B"/>
              </a:solidFill>
            </a:ln>
          </c:spPr>
          <c:marker>
            <c:symbol val="circle"/>
            <c:size val="5"/>
            <c:spPr>
              <a:solidFill>
                <a:srgbClr val="D9822B"/>
              </a:solidFill>
              <a:ln>
                <a:solidFill>
                  <a:srgbClr val="D9822B"/>
                </a:solidFill>
              </a:ln>
            </c:spPr>
          </c:marker>
          <c:xVal>
            <c:numRef>
              <c:f>Sheet1!$A$2:$A$103</c:f>
              <c:numCache>
                <c:formatCode>General</c:formatCode>
                <c:ptCount val="102"/>
                <c:pt idx="0">
                  <c:v>67.53</c:v>
                </c:pt>
                <c:pt idx="1">
                  <c:v>85.95</c:v>
                </c:pt>
                <c:pt idx="2">
                  <c:v>89.78</c:v>
                </c:pt>
                <c:pt idx="3">
                  <c:v>90.45</c:v>
                </c:pt>
                <c:pt idx="4">
                  <c:v>90.99</c:v>
                </c:pt>
                <c:pt idx="5">
                  <c:v>91.34</c:v>
                </c:pt>
                <c:pt idx="6">
                  <c:v>91.67</c:v>
                </c:pt>
                <c:pt idx="7">
                  <c:v>91.98</c:v>
                </c:pt>
                <c:pt idx="8">
                  <c:v>92.3</c:v>
                </c:pt>
                <c:pt idx="9">
                  <c:v>92.64</c:v>
                </c:pt>
                <c:pt idx="10">
                  <c:v>92.87</c:v>
                </c:pt>
                <c:pt idx="11">
                  <c:v>92.52</c:v>
                </c:pt>
                <c:pt idx="12">
                  <c:v>95.11</c:v>
                </c:pt>
                <c:pt idx="13">
                  <c:v>97.88</c:v>
                </c:pt>
                <c:pt idx="14">
                  <c:v>99.87</c:v>
                </c:pt>
                <c:pt idx="15">
                  <c:v>101.4</c:v>
                </c:pt>
                <c:pt idx="16">
                  <c:v>102.5</c:v>
                </c:pt>
                <c:pt idx="17">
                  <c:v>102.99</c:v>
                </c:pt>
                <c:pt idx="18">
                  <c:v>103.07</c:v>
                </c:pt>
                <c:pt idx="19">
                  <c:v>105.48</c:v>
                </c:pt>
                <c:pt idx="20">
                  <c:v>108.38</c:v>
                </c:pt>
                <c:pt idx="21">
                  <c:v>110.73</c:v>
                </c:pt>
                <c:pt idx="22">
                  <c:v>112.42</c:v>
                </c:pt>
                <c:pt idx="23">
                  <c:v>113.01</c:v>
                </c:pt>
                <c:pt idx="24">
                  <c:v>113.01</c:v>
                </c:pt>
                <c:pt idx="25">
                  <c:v>113.01</c:v>
                </c:pt>
                <c:pt idx="26">
                  <c:v>113.01</c:v>
                </c:pt>
                <c:pt idx="27">
                  <c:v>113.01</c:v>
                </c:pt>
                <c:pt idx="28">
                  <c:v>113.01</c:v>
                </c:pt>
                <c:pt idx="29">
                  <c:v>113.01</c:v>
                </c:pt>
                <c:pt idx="30">
                  <c:v>113.01</c:v>
                </c:pt>
                <c:pt idx="31">
                  <c:v>113.01</c:v>
                </c:pt>
                <c:pt idx="32">
                  <c:v>113.01</c:v>
                </c:pt>
                <c:pt idx="33">
                  <c:v>113.01</c:v>
                </c:pt>
                <c:pt idx="34">
                  <c:v>113.01</c:v>
                </c:pt>
                <c:pt idx="35">
                  <c:v>113.01</c:v>
                </c:pt>
                <c:pt idx="36">
                  <c:v>113.01</c:v>
                </c:pt>
                <c:pt idx="37">
                  <c:v>113.01</c:v>
                </c:pt>
                <c:pt idx="38">
                  <c:v>113.01</c:v>
                </c:pt>
                <c:pt idx="39">
                  <c:v>113.01</c:v>
                </c:pt>
                <c:pt idx="40">
                  <c:v>113.01</c:v>
                </c:pt>
                <c:pt idx="41">
                  <c:v>113.01</c:v>
                </c:pt>
                <c:pt idx="42">
                  <c:v>113.01</c:v>
                </c:pt>
                <c:pt idx="43">
                  <c:v>113.01</c:v>
                </c:pt>
                <c:pt idx="44">
                  <c:v>113.01</c:v>
                </c:pt>
                <c:pt idx="45">
                  <c:v>113.01</c:v>
                </c:pt>
                <c:pt idx="46">
                  <c:v>113.01</c:v>
                </c:pt>
                <c:pt idx="47">
                  <c:v>113.01</c:v>
                </c:pt>
                <c:pt idx="48">
                  <c:v>113.01</c:v>
                </c:pt>
                <c:pt idx="49">
                  <c:v>113.01</c:v>
                </c:pt>
                <c:pt idx="50">
                  <c:v>113.01</c:v>
                </c:pt>
                <c:pt idx="51">
                  <c:v>113.01</c:v>
                </c:pt>
                <c:pt idx="52">
                  <c:v>113.01</c:v>
                </c:pt>
                <c:pt idx="53">
                  <c:v>113.01</c:v>
                </c:pt>
                <c:pt idx="54">
                  <c:v>113.01</c:v>
                </c:pt>
                <c:pt idx="55">
                  <c:v>113.01</c:v>
                </c:pt>
                <c:pt idx="56">
                  <c:v>113.01</c:v>
                </c:pt>
                <c:pt idx="57">
                  <c:v>113.01</c:v>
                </c:pt>
                <c:pt idx="58">
                  <c:v>113.01</c:v>
                </c:pt>
                <c:pt idx="59">
                  <c:v>113.01</c:v>
                </c:pt>
                <c:pt idx="60">
                  <c:v>113.01</c:v>
                </c:pt>
                <c:pt idx="61">
                  <c:v>113.01</c:v>
                </c:pt>
                <c:pt idx="62">
                  <c:v>113.01</c:v>
                </c:pt>
                <c:pt idx="63">
                  <c:v>113.01</c:v>
                </c:pt>
                <c:pt idx="64">
                  <c:v>113.01</c:v>
                </c:pt>
                <c:pt idx="65">
                  <c:v>113.01</c:v>
                </c:pt>
                <c:pt idx="66">
                  <c:v>113.01</c:v>
                </c:pt>
                <c:pt idx="67">
                  <c:v>113.01</c:v>
                </c:pt>
                <c:pt idx="68">
                  <c:v>113.01</c:v>
                </c:pt>
                <c:pt idx="69">
                  <c:v>113.01</c:v>
                </c:pt>
                <c:pt idx="70">
                  <c:v>113.01</c:v>
                </c:pt>
                <c:pt idx="71">
                  <c:v>113.01</c:v>
                </c:pt>
                <c:pt idx="72">
                  <c:v>113.01</c:v>
                </c:pt>
                <c:pt idx="73">
                  <c:v>113.01</c:v>
                </c:pt>
                <c:pt idx="74">
                  <c:v>113.01</c:v>
                </c:pt>
                <c:pt idx="75">
                  <c:v>113.01</c:v>
                </c:pt>
                <c:pt idx="76">
                  <c:v>113.01</c:v>
                </c:pt>
                <c:pt idx="77">
                  <c:v>113.01</c:v>
                </c:pt>
                <c:pt idx="78">
                  <c:v>113.01</c:v>
                </c:pt>
                <c:pt idx="79">
                  <c:v>113.01</c:v>
                </c:pt>
                <c:pt idx="80">
                  <c:v>113.01</c:v>
                </c:pt>
                <c:pt idx="81">
                  <c:v>113.01</c:v>
                </c:pt>
                <c:pt idx="82">
                  <c:v>113.01</c:v>
                </c:pt>
                <c:pt idx="83">
                  <c:v>113.01</c:v>
                </c:pt>
                <c:pt idx="84">
                  <c:v>113.01</c:v>
                </c:pt>
                <c:pt idx="85">
                  <c:v>113.01</c:v>
                </c:pt>
                <c:pt idx="86">
                  <c:v>113.01</c:v>
                </c:pt>
                <c:pt idx="87">
                  <c:v>113.01</c:v>
                </c:pt>
                <c:pt idx="88">
                  <c:v>113.01</c:v>
                </c:pt>
                <c:pt idx="89">
                  <c:v>113.01</c:v>
                </c:pt>
                <c:pt idx="90">
                  <c:v>113.01</c:v>
                </c:pt>
                <c:pt idx="91">
                  <c:v>113.01</c:v>
                </c:pt>
                <c:pt idx="92">
                  <c:v>113.01</c:v>
                </c:pt>
                <c:pt idx="93">
                  <c:v>113.01</c:v>
                </c:pt>
                <c:pt idx="94">
                  <c:v>113.01</c:v>
                </c:pt>
                <c:pt idx="95">
                  <c:v>113.01</c:v>
                </c:pt>
                <c:pt idx="96">
                  <c:v>113.01</c:v>
                </c:pt>
                <c:pt idx="97">
                  <c:v>113.01</c:v>
                </c:pt>
                <c:pt idx="98">
                  <c:v>113.01</c:v>
                </c:pt>
                <c:pt idx="99">
                  <c:v>113.01</c:v>
                </c:pt>
                <c:pt idx="100">
                  <c:v>113.01</c:v>
                </c:pt>
                <c:pt idx="101">
                  <c:v>113.01</c:v>
                </c:pt>
              </c:numCache>
            </c:numRef>
          </c:xVal>
          <c:yVal>
            <c:numRef>
              <c:f>Sheet1!$B$2:$B$103</c:f>
              <c:numCache>
                <c:formatCode>General</c:formatCode>
                <c:ptCount val="102"/>
                <c:pt idx="0">
                  <c:v>1785.0</c:v>
                </c:pt>
                <c:pt idx="1">
                  <c:v>1785.31</c:v>
                </c:pt>
                <c:pt idx="2">
                  <c:v>1785.65</c:v>
                </c:pt>
                <c:pt idx="3">
                  <c:v>1786.31</c:v>
                </c:pt>
                <c:pt idx="4">
                  <c:v>1786.86</c:v>
                </c:pt>
                <c:pt idx="5">
                  <c:v>1787.53</c:v>
                </c:pt>
                <c:pt idx="6">
                  <c:v>1788.51</c:v>
                </c:pt>
                <c:pt idx="7">
                  <c:v>1789.8</c:v>
                </c:pt>
                <c:pt idx="8">
                  <c:v>1791.25</c:v>
                </c:pt>
                <c:pt idx="9">
                  <c:v>1792.93</c:v>
                </c:pt>
                <c:pt idx="10">
                  <c:v>1795.32</c:v>
                </c:pt>
                <c:pt idx="11">
                  <c:v>1798.83</c:v>
                </c:pt>
                <c:pt idx="12">
                  <c:v>1805.56</c:v>
                </c:pt>
                <c:pt idx="13">
                  <c:v>1808.8</c:v>
                </c:pt>
                <c:pt idx="14">
                  <c:v>1812.76</c:v>
                </c:pt>
                <c:pt idx="15">
                  <c:v>1824.95</c:v>
                </c:pt>
                <c:pt idx="16">
                  <c:v>1833.28</c:v>
                </c:pt>
                <c:pt idx="17">
                  <c:v>1865.48</c:v>
                </c:pt>
                <c:pt idx="18">
                  <c:v>1879.67</c:v>
                </c:pt>
                <c:pt idx="19">
                  <c:v>2171.7</c:v>
                </c:pt>
                <c:pt idx="20">
                  <c:v>2198.37</c:v>
                </c:pt>
                <c:pt idx="21">
                  <c:v>2244.21</c:v>
                </c:pt>
                <c:pt idx="22">
                  <c:v>2419.35</c:v>
                </c:pt>
                <c:pt idx="23">
                  <c:v>2494.27</c:v>
                </c:pt>
                <c:pt idx="24">
                  <c:v>2494.27</c:v>
                </c:pt>
                <c:pt idx="25">
                  <c:v>2494.27</c:v>
                </c:pt>
                <c:pt idx="26">
                  <c:v>2494.27</c:v>
                </c:pt>
                <c:pt idx="27">
                  <c:v>2494.27</c:v>
                </c:pt>
                <c:pt idx="28">
                  <c:v>2494.27</c:v>
                </c:pt>
                <c:pt idx="29">
                  <c:v>2494.27</c:v>
                </c:pt>
                <c:pt idx="30">
                  <c:v>2494.27</c:v>
                </c:pt>
                <c:pt idx="31">
                  <c:v>2494.27</c:v>
                </c:pt>
                <c:pt idx="32">
                  <c:v>2494.27</c:v>
                </c:pt>
                <c:pt idx="33">
                  <c:v>2494.27</c:v>
                </c:pt>
                <c:pt idx="34">
                  <c:v>2494.27</c:v>
                </c:pt>
                <c:pt idx="35">
                  <c:v>2494.27</c:v>
                </c:pt>
                <c:pt idx="36">
                  <c:v>2494.27</c:v>
                </c:pt>
                <c:pt idx="37">
                  <c:v>2494.27</c:v>
                </c:pt>
                <c:pt idx="38">
                  <c:v>2494.27</c:v>
                </c:pt>
                <c:pt idx="39">
                  <c:v>2494.27</c:v>
                </c:pt>
                <c:pt idx="40">
                  <c:v>2494.27</c:v>
                </c:pt>
                <c:pt idx="41">
                  <c:v>2494.27</c:v>
                </c:pt>
                <c:pt idx="42">
                  <c:v>2494.27</c:v>
                </c:pt>
                <c:pt idx="43">
                  <c:v>2494.27</c:v>
                </c:pt>
                <c:pt idx="44">
                  <c:v>2494.27</c:v>
                </c:pt>
                <c:pt idx="45">
                  <c:v>2494.27</c:v>
                </c:pt>
                <c:pt idx="46">
                  <c:v>2494.27</c:v>
                </c:pt>
                <c:pt idx="47">
                  <c:v>2494.27</c:v>
                </c:pt>
                <c:pt idx="48">
                  <c:v>2494.27</c:v>
                </c:pt>
                <c:pt idx="49">
                  <c:v>2494.27</c:v>
                </c:pt>
                <c:pt idx="50">
                  <c:v>2494.27</c:v>
                </c:pt>
                <c:pt idx="51">
                  <c:v>2494.27</c:v>
                </c:pt>
                <c:pt idx="52">
                  <c:v>2494.27</c:v>
                </c:pt>
                <c:pt idx="53">
                  <c:v>2494.27</c:v>
                </c:pt>
                <c:pt idx="54">
                  <c:v>2494.27</c:v>
                </c:pt>
                <c:pt idx="55">
                  <c:v>2494.27</c:v>
                </c:pt>
                <c:pt idx="56">
                  <c:v>2494.27</c:v>
                </c:pt>
                <c:pt idx="57">
                  <c:v>2494.27</c:v>
                </c:pt>
                <c:pt idx="58">
                  <c:v>2494.27</c:v>
                </c:pt>
                <c:pt idx="59">
                  <c:v>2494.27</c:v>
                </c:pt>
                <c:pt idx="60">
                  <c:v>2494.27</c:v>
                </c:pt>
                <c:pt idx="61">
                  <c:v>2494.27</c:v>
                </c:pt>
                <c:pt idx="62">
                  <c:v>2494.27</c:v>
                </c:pt>
                <c:pt idx="63">
                  <c:v>2494.27</c:v>
                </c:pt>
                <c:pt idx="64">
                  <c:v>2494.27</c:v>
                </c:pt>
                <c:pt idx="65">
                  <c:v>2494.27</c:v>
                </c:pt>
                <c:pt idx="66">
                  <c:v>2494.27</c:v>
                </c:pt>
                <c:pt idx="67">
                  <c:v>2494.27</c:v>
                </c:pt>
                <c:pt idx="68">
                  <c:v>2494.27</c:v>
                </c:pt>
                <c:pt idx="69">
                  <c:v>2494.27</c:v>
                </c:pt>
                <c:pt idx="70">
                  <c:v>2494.27</c:v>
                </c:pt>
                <c:pt idx="71">
                  <c:v>2494.27</c:v>
                </c:pt>
                <c:pt idx="72">
                  <c:v>2494.27</c:v>
                </c:pt>
                <c:pt idx="73">
                  <c:v>2494.27</c:v>
                </c:pt>
                <c:pt idx="74">
                  <c:v>2494.27</c:v>
                </c:pt>
                <c:pt idx="75">
                  <c:v>2494.27</c:v>
                </c:pt>
                <c:pt idx="76">
                  <c:v>2494.27</c:v>
                </c:pt>
                <c:pt idx="77">
                  <c:v>2494.27</c:v>
                </c:pt>
                <c:pt idx="78">
                  <c:v>2494.27</c:v>
                </c:pt>
                <c:pt idx="79">
                  <c:v>2494.27</c:v>
                </c:pt>
                <c:pt idx="80">
                  <c:v>2494.27</c:v>
                </c:pt>
                <c:pt idx="81">
                  <c:v>2494.27</c:v>
                </c:pt>
                <c:pt idx="82">
                  <c:v>2494.27</c:v>
                </c:pt>
                <c:pt idx="83">
                  <c:v>2494.27</c:v>
                </c:pt>
                <c:pt idx="84">
                  <c:v>2494.27</c:v>
                </c:pt>
                <c:pt idx="85">
                  <c:v>2494.27</c:v>
                </c:pt>
                <c:pt idx="86">
                  <c:v>2494.27</c:v>
                </c:pt>
                <c:pt idx="87">
                  <c:v>2494.27</c:v>
                </c:pt>
                <c:pt idx="88">
                  <c:v>2494.27</c:v>
                </c:pt>
                <c:pt idx="89">
                  <c:v>2494.27</c:v>
                </c:pt>
                <c:pt idx="90">
                  <c:v>2494.27</c:v>
                </c:pt>
                <c:pt idx="91">
                  <c:v>2494.27</c:v>
                </c:pt>
                <c:pt idx="92">
                  <c:v>2494.27</c:v>
                </c:pt>
                <c:pt idx="93">
                  <c:v>2494.27</c:v>
                </c:pt>
                <c:pt idx="94">
                  <c:v>2494.27</c:v>
                </c:pt>
                <c:pt idx="95">
                  <c:v>2494.27</c:v>
                </c:pt>
                <c:pt idx="96">
                  <c:v>2494.27</c:v>
                </c:pt>
                <c:pt idx="97">
                  <c:v>2494.27</c:v>
                </c:pt>
                <c:pt idx="98">
                  <c:v>2494.27</c:v>
                </c:pt>
                <c:pt idx="99">
                  <c:v>2494.27</c:v>
                </c:pt>
                <c:pt idx="100">
                  <c:v>2494.27</c:v>
                </c:pt>
                <c:pt idx="101">
                  <c:v>2494.27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Sheet1!$B$105</c:f>
              <c:strCache>
                <c:ptCount val="1"/>
                <c:pt idx="0">
                  <c:v>WellCat estimado</c:v>
                </c:pt>
              </c:strCache>
            </c:strRef>
          </c:tx>
          <c:spPr>
            <a:ln w="28575">
              <a:solidFill>
                <a:srgbClr val="F2B880"/>
              </a:solidFill>
              <a:prstDash val="sysDot"/>
            </a:ln>
          </c:spPr>
          <c:marker>
            <c:symbol val="none"/>
          </c:marker>
          <c:xVal>
            <c:numRef>
              <c:f>Sheet1!$A$106:$A$207</c:f>
              <c:numCache>
                <c:formatCode>General</c:formatCode>
                <c:ptCount val="102"/>
                <c:pt idx="0">
                  <c:v>113.01</c:v>
                </c:pt>
                <c:pt idx="1">
                  <c:v>113.00907468266146</c:v>
                </c:pt>
                <c:pt idx="2">
                  <c:v>113.00505783233366</c:v>
                </c:pt>
                <c:pt idx="3">
                  <c:v>113.00501274933742</c:v>
                </c:pt>
                <c:pt idx="4">
                  <c:v>113.00104142837216</c:v>
                </c:pt>
                <c:pt idx="5">
                  <c:v>112.99702457804436</c:v>
                </c:pt>
                <c:pt idx="6">
                  <c:v>112.99635324313014</c:v>
                </c:pt>
                <c:pt idx="7">
                  <c:v>112.99300817408286</c:v>
                </c:pt>
                <c:pt idx="8">
                  <c:v>112.99171103361697</c:v>
                </c:pt>
                <c:pt idx="9">
                  <c:v>112.98899132375506</c:v>
                </c:pt>
                <c:pt idx="10">
                  <c:v>112.98702418747385</c:v>
                </c:pt>
                <c:pt idx="11">
                  <c:v>112.98497491979356</c:v>
                </c:pt>
                <c:pt idx="12">
                  <c:v>112.98095806946576</c:v>
                </c:pt>
                <c:pt idx="13">
                  <c:v>112.98095360580277</c:v>
                </c:pt>
                <c:pt idx="14">
                  <c:v>112.98094914213978</c:v>
                </c:pt>
                <c:pt idx="15">
                  <c:v>112.97738267540801</c:v>
                </c:pt>
                <c:pt idx="16">
                  <c:v>112.97381620867625</c:v>
                </c:pt>
                <c:pt idx="17">
                  <c:v>112.97381174501325</c:v>
                </c:pt>
                <c:pt idx="18">
                  <c:v>112.97380728135026</c:v>
                </c:pt>
                <c:pt idx="19">
                  <c:v>112.97113354721719</c:v>
                </c:pt>
                <c:pt idx="20">
                  <c:v>112.96845981308411</c:v>
                </c:pt>
                <c:pt idx="21">
                  <c:v>112.96845534942112</c:v>
                </c:pt>
                <c:pt idx="22">
                  <c:v>112.96845088575813</c:v>
                </c:pt>
                <c:pt idx="23">
                  <c:v>112.9640497140466</c:v>
                </c:pt>
                <c:pt idx="24">
                  <c:v>112.95964854233506</c:v>
                </c:pt>
                <c:pt idx="25">
                  <c:v>112.95524737062352</c:v>
                </c:pt>
                <c:pt idx="26">
                  <c:v>112.95084619891199</c:v>
                </c:pt>
                <c:pt idx="27">
                  <c:v>112.94644502720045</c:v>
                </c:pt>
                <c:pt idx="28">
                  <c:v>112.9420438554889</c:v>
                </c:pt>
                <c:pt idx="29">
                  <c:v>112.93764268377737</c:v>
                </c:pt>
                <c:pt idx="30">
                  <c:v>112.93324151206583</c:v>
                </c:pt>
                <c:pt idx="31">
                  <c:v>112.9288403403543</c:v>
                </c:pt>
                <c:pt idx="32">
                  <c:v>112.92443916864276</c:v>
                </c:pt>
                <c:pt idx="33">
                  <c:v>112.92003799693123</c:v>
                </c:pt>
                <c:pt idx="34">
                  <c:v>112.91563682521969</c:v>
                </c:pt>
                <c:pt idx="35">
                  <c:v>112.91123565350816</c:v>
                </c:pt>
                <c:pt idx="36">
                  <c:v>112.90683448179662</c:v>
                </c:pt>
                <c:pt idx="37">
                  <c:v>112.90243331008509</c:v>
                </c:pt>
                <c:pt idx="38">
                  <c:v>112.89803213837355</c:v>
                </c:pt>
                <c:pt idx="39">
                  <c:v>112.89363096666202</c:v>
                </c:pt>
                <c:pt idx="40">
                  <c:v>112.88922979495048</c:v>
                </c:pt>
                <c:pt idx="41">
                  <c:v>112.88922533128749</c:v>
                </c:pt>
                <c:pt idx="42">
                  <c:v>112.88922086762449</c:v>
                </c:pt>
                <c:pt idx="43">
                  <c:v>112.88551692007253</c:v>
                </c:pt>
                <c:pt idx="44">
                  <c:v>112.88181297252058</c:v>
                </c:pt>
                <c:pt idx="45">
                  <c:v>112.87810902496861</c:v>
                </c:pt>
                <c:pt idx="46">
                  <c:v>112.87440507741665</c:v>
                </c:pt>
                <c:pt idx="47">
                  <c:v>112.87070112986468</c:v>
                </c:pt>
                <c:pt idx="48">
                  <c:v>112.86699718231273</c:v>
                </c:pt>
                <c:pt idx="49">
                  <c:v>112.86329323476077</c:v>
                </c:pt>
                <c:pt idx="50">
                  <c:v>112.8595892872088</c:v>
                </c:pt>
                <c:pt idx="51">
                  <c:v>112.85588533965685</c:v>
                </c:pt>
                <c:pt idx="52">
                  <c:v>112.8521813921049</c:v>
                </c:pt>
                <c:pt idx="53">
                  <c:v>112.85217692844189</c:v>
                </c:pt>
                <c:pt idx="54">
                  <c:v>112.8521724647789</c:v>
                </c:pt>
                <c:pt idx="55">
                  <c:v>112.85173056214255</c:v>
                </c:pt>
                <c:pt idx="56">
                  <c:v>112.8512886595062</c:v>
                </c:pt>
                <c:pt idx="57">
                  <c:v>112.8512841958432</c:v>
                </c:pt>
                <c:pt idx="58">
                  <c:v>112.85127973218022</c:v>
                </c:pt>
                <c:pt idx="59">
                  <c:v>112.85360399556048</c:v>
                </c:pt>
                <c:pt idx="60">
                  <c:v>112.94121331853495</c:v>
                </c:pt>
                <c:pt idx="61">
                  <c:v>112.94150632630411</c:v>
                </c:pt>
                <c:pt idx="62">
                  <c:v>112.94179933407325</c:v>
                </c:pt>
                <c:pt idx="63">
                  <c:v>113.00010788013319</c:v>
                </c:pt>
                <c:pt idx="64">
                  <c:v>113.05841642619312</c:v>
                </c:pt>
                <c:pt idx="65">
                  <c:v>113.05841642619312</c:v>
                </c:pt>
                <c:pt idx="66">
                  <c:v>113.05841642619312</c:v>
                </c:pt>
                <c:pt idx="67">
                  <c:v>113.05841642619312</c:v>
                </c:pt>
                <c:pt idx="68">
                  <c:v>113.05841642619312</c:v>
                </c:pt>
                <c:pt idx="69">
                  <c:v>113.05841642619312</c:v>
                </c:pt>
                <c:pt idx="70">
                  <c:v>113.05841642619312</c:v>
                </c:pt>
                <c:pt idx="71">
                  <c:v>113.05841642619312</c:v>
                </c:pt>
                <c:pt idx="72">
                  <c:v>113.05841642619312</c:v>
                </c:pt>
                <c:pt idx="73">
                  <c:v>113.05841642619312</c:v>
                </c:pt>
                <c:pt idx="74">
                  <c:v>113.05841642619312</c:v>
                </c:pt>
                <c:pt idx="75">
                  <c:v>113.05841642619312</c:v>
                </c:pt>
                <c:pt idx="76">
                  <c:v>113.05841642619312</c:v>
                </c:pt>
                <c:pt idx="77">
                  <c:v>113.05841642619312</c:v>
                </c:pt>
                <c:pt idx="78">
                  <c:v>113.05841642619312</c:v>
                </c:pt>
                <c:pt idx="79">
                  <c:v>113.05841642619312</c:v>
                </c:pt>
                <c:pt idx="80">
                  <c:v>113.05841642619312</c:v>
                </c:pt>
                <c:pt idx="81">
                  <c:v>113.05841642619312</c:v>
                </c:pt>
                <c:pt idx="82">
                  <c:v>113.05841642619312</c:v>
                </c:pt>
                <c:pt idx="83">
                  <c:v>113.05841642619312</c:v>
                </c:pt>
                <c:pt idx="84">
                  <c:v>113.05841642619312</c:v>
                </c:pt>
                <c:pt idx="85">
                  <c:v>113.05841642619312</c:v>
                </c:pt>
                <c:pt idx="86">
                  <c:v>113.05841642619312</c:v>
                </c:pt>
                <c:pt idx="87">
                  <c:v>113.05841642619312</c:v>
                </c:pt>
                <c:pt idx="88">
                  <c:v>113.05841642619312</c:v>
                </c:pt>
                <c:pt idx="89">
                  <c:v>113.05841642619312</c:v>
                </c:pt>
                <c:pt idx="90">
                  <c:v>113.05841642619312</c:v>
                </c:pt>
                <c:pt idx="91">
                  <c:v>113.05841642619312</c:v>
                </c:pt>
                <c:pt idx="92">
                  <c:v>113.05841642619312</c:v>
                </c:pt>
                <c:pt idx="93">
                  <c:v>113.05841642619312</c:v>
                </c:pt>
                <c:pt idx="94">
                  <c:v>113.05841642619312</c:v>
                </c:pt>
                <c:pt idx="95">
                  <c:v>113.05841642619312</c:v>
                </c:pt>
                <c:pt idx="96">
                  <c:v>113.05841642619312</c:v>
                </c:pt>
                <c:pt idx="97">
                  <c:v>113.05841642619312</c:v>
                </c:pt>
                <c:pt idx="98">
                  <c:v>113.05841642619312</c:v>
                </c:pt>
                <c:pt idx="99">
                  <c:v>113.05841642619312</c:v>
                </c:pt>
                <c:pt idx="100">
                  <c:v>113.05841642619312</c:v>
                </c:pt>
                <c:pt idx="101">
                  <c:v>113.05841642619312</c:v>
                </c:pt>
              </c:numCache>
            </c:numRef>
          </c:xVal>
          <c:yVal>
            <c:numRef>
              <c:f>Sheet1!$B$106:$B$207</c:f>
              <c:numCache>
                <c:formatCode>General</c:formatCode>
                <c:ptCount val="102"/>
                <c:pt idx="0">
                  <c:v>2494.27</c:v>
                </c:pt>
                <c:pt idx="1">
                  <c:v>2515.0</c:v>
                </c:pt>
                <c:pt idx="2">
                  <c:v>2604.99</c:v>
                </c:pt>
                <c:pt idx="3">
                  <c:v>2606.0</c:v>
                </c:pt>
                <c:pt idx="4">
                  <c:v>2694.97</c:v>
                </c:pt>
                <c:pt idx="5">
                  <c:v>2784.96</c:v>
                </c:pt>
                <c:pt idx="6">
                  <c:v>2800.0</c:v>
                </c:pt>
                <c:pt idx="7">
                  <c:v>2874.94</c:v>
                </c:pt>
                <c:pt idx="8">
                  <c:v>2904.0</c:v>
                </c:pt>
                <c:pt idx="9">
                  <c:v>2964.93</c:v>
                </c:pt>
                <c:pt idx="10">
                  <c:v>3009.0</c:v>
                </c:pt>
                <c:pt idx="11">
                  <c:v>3054.91</c:v>
                </c:pt>
                <c:pt idx="12">
                  <c:v>3144.9</c:v>
                </c:pt>
                <c:pt idx="13">
                  <c:v>3145.0</c:v>
                </c:pt>
                <c:pt idx="14">
                  <c:v>3145.1</c:v>
                </c:pt>
                <c:pt idx="15">
                  <c:v>3225.0</c:v>
                </c:pt>
                <c:pt idx="16">
                  <c:v>3304.9</c:v>
                </c:pt>
                <c:pt idx="17">
                  <c:v>3305.0</c:v>
                </c:pt>
                <c:pt idx="18">
                  <c:v>3305.1</c:v>
                </c:pt>
                <c:pt idx="19">
                  <c:v>3365.0</c:v>
                </c:pt>
                <c:pt idx="20">
                  <c:v>3424.9</c:v>
                </c:pt>
                <c:pt idx="21">
                  <c:v>3425.0</c:v>
                </c:pt>
                <c:pt idx="22">
                  <c:v>3425.1</c:v>
                </c:pt>
                <c:pt idx="23">
                  <c:v>3523.7</c:v>
                </c:pt>
                <c:pt idx="24">
                  <c:v>3622.3</c:v>
                </c:pt>
                <c:pt idx="25">
                  <c:v>3720.9</c:v>
                </c:pt>
                <c:pt idx="26">
                  <c:v>3819.5</c:v>
                </c:pt>
                <c:pt idx="27">
                  <c:v>3918.1</c:v>
                </c:pt>
                <c:pt idx="28">
                  <c:v>4016.7</c:v>
                </c:pt>
                <c:pt idx="29">
                  <c:v>4115.3</c:v>
                </c:pt>
                <c:pt idx="30">
                  <c:v>4213.9</c:v>
                </c:pt>
                <c:pt idx="31">
                  <c:v>4312.5</c:v>
                </c:pt>
                <c:pt idx="32">
                  <c:v>4411.1</c:v>
                </c:pt>
                <c:pt idx="33">
                  <c:v>4509.7</c:v>
                </c:pt>
                <c:pt idx="34">
                  <c:v>4608.3</c:v>
                </c:pt>
                <c:pt idx="35">
                  <c:v>4706.9</c:v>
                </c:pt>
                <c:pt idx="36">
                  <c:v>4805.5</c:v>
                </c:pt>
                <c:pt idx="37">
                  <c:v>4904.1</c:v>
                </c:pt>
                <c:pt idx="38">
                  <c:v>5002.7</c:v>
                </c:pt>
                <c:pt idx="39">
                  <c:v>5101.3</c:v>
                </c:pt>
                <c:pt idx="40">
                  <c:v>5199.9</c:v>
                </c:pt>
                <c:pt idx="41">
                  <c:v>5200.0</c:v>
                </c:pt>
                <c:pt idx="42">
                  <c:v>5200.1</c:v>
                </c:pt>
                <c:pt idx="43">
                  <c:v>5283.08</c:v>
                </c:pt>
                <c:pt idx="44">
                  <c:v>5366.06</c:v>
                </c:pt>
                <c:pt idx="45">
                  <c:v>5449.04</c:v>
                </c:pt>
                <c:pt idx="46">
                  <c:v>5532.02</c:v>
                </c:pt>
                <c:pt idx="47">
                  <c:v>5615.0</c:v>
                </c:pt>
                <c:pt idx="48">
                  <c:v>5697.98</c:v>
                </c:pt>
                <c:pt idx="49">
                  <c:v>5780.96</c:v>
                </c:pt>
                <c:pt idx="50">
                  <c:v>5863.94</c:v>
                </c:pt>
                <c:pt idx="51">
                  <c:v>5946.92</c:v>
                </c:pt>
                <c:pt idx="52">
                  <c:v>6029.9</c:v>
                </c:pt>
                <c:pt idx="53">
                  <c:v>6030.0</c:v>
                </c:pt>
                <c:pt idx="54">
                  <c:v>6030.1</c:v>
                </c:pt>
                <c:pt idx="55">
                  <c:v>6040.0</c:v>
                </c:pt>
                <c:pt idx="56">
                  <c:v>6049.9</c:v>
                </c:pt>
                <c:pt idx="57">
                  <c:v>6050.0</c:v>
                </c:pt>
                <c:pt idx="58">
                  <c:v>6050.1</c:v>
                </c:pt>
                <c:pt idx="59">
                  <c:v>6080.0</c:v>
                </c:pt>
                <c:pt idx="60">
                  <c:v>6109.9</c:v>
                </c:pt>
                <c:pt idx="61">
                  <c:v>6110.0</c:v>
                </c:pt>
                <c:pt idx="62">
                  <c:v>6110.1</c:v>
                </c:pt>
                <c:pt idx="63">
                  <c:v>6130.0</c:v>
                </c:pt>
                <c:pt idx="64">
                  <c:v>6149.9</c:v>
                </c:pt>
                <c:pt idx="65">
                  <c:v>6149.9</c:v>
                </c:pt>
                <c:pt idx="66">
                  <c:v>6149.9</c:v>
                </c:pt>
                <c:pt idx="67">
                  <c:v>6149.9</c:v>
                </c:pt>
                <c:pt idx="68">
                  <c:v>6149.9</c:v>
                </c:pt>
                <c:pt idx="69">
                  <c:v>6149.9</c:v>
                </c:pt>
                <c:pt idx="70">
                  <c:v>6149.9</c:v>
                </c:pt>
                <c:pt idx="71">
                  <c:v>6149.9</c:v>
                </c:pt>
                <c:pt idx="72">
                  <c:v>6149.9</c:v>
                </c:pt>
                <c:pt idx="73">
                  <c:v>6149.9</c:v>
                </c:pt>
                <c:pt idx="74">
                  <c:v>6149.9</c:v>
                </c:pt>
                <c:pt idx="75">
                  <c:v>6149.9</c:v>
                </c:pt>
                <c:pt idx="76">
                  <c:v>6149.9</c:v>
                </c:pt>
                <c:pt idx="77">
                  <c:v>6149.9</c:v>
                </c:pt>
                <c:pt idx="78">
                  <c:v>6149.9</c:v>
                </c:pt>
                <c:pt idx="79">
                  <c:v>6149.9</c:v>
                </c:pt>
                <c:pt idx="80">
                  <c:v>6149.9</c:v>
                </c:pt>
                <c:pt idx="81">
                  <c:v>6149.9</c:v>
                </c:pt>
                <c:pt idx="82">
                  <c:v>6149.9</c:v>
                </c:pt>
                <c:pt idx="83">
                  <c:v>6149.9</c:v>
                </c:pt>
                <c:pt idx="84">
                  <c:v>6149.9</c:v>
                </c:pt>
                <c:pt idx="85">
                  <c:v>6149.9</c:v>
                </c:pt>
                <c:pt idx="86">
                  <c:v>6149.9</c:v>
                </c:pt>
                <c:pt idx="87">
                  <c:v>6149.9</c:v>
                </c:pt>
                <c:pt idx="88">
                  <c:v>6149.9</c:v>
                </c:pt>
                <c:pt idx="89">
                  <c:v>6149.9</c:v>
                </c:pt>
                <c:pt idx="90">
                  <c:v>6149.9</c:v>
                </c:pt>
                <c:pt idx="91">
                  <c:v>6149.9</c:v>
                </c:pt>
                <c:pt idx="92">
                  <c:v>6149.9</c:v>
                </c:pt>
                <c:pt idx="93">
                  <c:v>6149.9</c:v>
                </c:pt>
                <c:pt idx="94">
                  <c:v>6149.9</c:v>
                </c:pt>
                <c:pt idx="95">
                  <c:v>6149.9</c:v>
                </c:pt>
                <c:pt idx="96">
                  <c:v>6149.9</c:v>
                </c:pt>
                <c:pt idx="97">
                  <c:v>6149.9</c:v>
                </c:pt>
                <c:pt idx="98">
                  <c:v>6149.9</c:v>
                </c:pt>
                <c:pt idx="99">
                  <c:v>6149.9</c:v>
                </c:pt>
                <c:pt idx="100">
                  <c:v>6149.9</c:v>
                </c:pt>
                <c:pt idx="101">
                  <c:v>6149.9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Sheet1!$B$209</c:f>
              <c:strCache>
                <c:ptCount val="1"/>
                <c:pt idx="0">
                  <c:v>Geotérmico</c:v>
                </c:pt>
              </c:strCache>
            </c:strRef>
          </c:tx>
          <c:spPr>
            <a:ln w="15875">
              <a:solidFill>
                <a:srgbClr val="9AA5AE"/>
              </a:solidFill>
              <a:prstDash val="dash"/>
            </a:ln>
          </c:spPr>
          <c:marker>
            <c:symbol val="none"/>
          </c:marker>
          <c:xVal>
            <c:numRef>
              <c:f>Sheet1!$A$210:$A$311</c:f>
              <c:numCache>
                <c:formatCode>General</c:formatCode>
                <c:ptCount val="102"/>
                <c:pt idx="0">
                  <c:v>4.0</c:v>
                </c:pt>
                <c:pt idx="1">
                  <c:v>4.64</c:v>
                </c:pt>
                <c:pt idx="2">
                  <c:v>5.28</c:v>
                </c:pt>
                <c:pt idx="3">
                  <c:v>5.28</c:v>
                </c:pt>
                <c:pt idx="4">
                  <c:v>5.29</c:v>
                </c:pt>
                <c:pt idx="5">
                  <c:v>7.32</c:v>
                </c:pt>
                <c:pt idx="6">
                  <c:v>9.35</c:v>
                </c:pt>
                <c:pt idx="7">
                  <c:v>9.35</c:v>
                </c:pt>
                <c:pt idx="8">
                  <c:v>9.36</c:v>
                </c:pt>
                <c:pt idx="9">
                  <c:v>14.18</c:v>
                </c:pt>
                <c:pt idx="10">
                  <c:v>18.99</c:v>
                </c:pt>
                <c:pt idx="11">
                  <c:v>23.81</c:v>
                </c:pt>
                <c:pt idx="12">
                  <c:v>28.63</c:v>
                </c:pt>
                <c:pt idx="13">
                  <c:v>29.0</c:v>
                </c:pt>
                <c:pt idx="14">
                  <c:v>32.79</c:v>
                </c:pt>
                <c:pt idx="15">
                  <c:v>36.9</c:v>
                </c:pt>
                <c:pt idx="16">
                  <c:v>40.0</c:v>
                </c:pt>
                <c:pt idx="17">
                  <c:v>40.97</c:v>
                </c:pt>
                <c:pt idx="18">
                  <c:v>44.96</c:v>
                </c:pt>
                <c:pt idx="19">
                  <c:v>45.0</c:v>
                </c:pt>
                <c:pt idx="20">
                  <c:v>49.13</c:v>
                </c:pt>
                <c:pt idx="21">
                  <c:v>53.3</c:v>
                </c:pt>
                <c:pt idx="22">
                  <c:v>54.0</c:v>
                </c:pt>
                <c:pt idx="23">
                  <c:v>56.88</c:v>
                </c:pt>
                <c:pt idx="24">
                  <c:v>58.0</c:v>
                </c:pt>
                <c:pt idx="25">
                  <c:v>60.9</c:v>
                </c:pt>
                <c:pt idx="26">
                  <c:v>63.0</c:v>
                </c:pt>
                <c:pt idx="27">
                  <c:v>63.67</c:v>
                </c:pt>
                <c:pt idx="28">
                  <c:v>64.97</c:v>
                </c:pt>
                <c:pt idx="29">
                  <c:v>64.98</c:v>
                </c:pt>
                <c:pt idx="30">
                  <c:v>64.98</c:v>
                </c:pt>
                <c:pt idx="31">
                  <c:v>66.14</c:v>
                </c:pt>
                <c:pt idx="32">
                  <c:v>67.3</c:v>
                </c:pt>
                <c:pt idx="33">
                  <c:v>67.3</c:v>
                </c:pt>
                <c:pt idx="34">
                  <c:v>67.3</c:v>
                </c:pt>
                <c:pt idx="35">
                  <c:v>68.17</c:v>
                </c:pt>
                <c:pt idx="36">
                  <c:v>69.04</c:v>
                </c:pt>
                <c:pt idx="37">
                  <c:v>69.04</c:v>
                </c:pt>
                <c:pt idx="38">
                  <c:v>69.05</c:v>
                </c:pt>
                <c:pt idx="39">
                  <c:v>70.48</c:v>
                </c:pt>
                <c:pt idx="40">
                  <c:v>71.9</c:v>
                </c:pt>
                <c:pt idx="41">
                  <c:v>73.32</c:v>
                </c:pt>
                <c:pt idx="42">
                  <c:v>74.72</c:v>
                </c:pt>
                <c:pt idx="43">
                  <c:v>76.1</c:v>
                </c:pt>
                <c:pt idx="44">
                  <c:v>77.46</c:v>
                </c:pt>
                <c:pt idx="45">
                  <c:v>78.81</c:v>
                </c:pt>
                <c:pt idx="46">
                  <c:v>80.15</c:v>
                </c:pt>
                <c:pt idx="47">
                  <c:v>81.5</c:v>
                </c:pt>
                <c:pt idx="48">
                  <c:v>82.84</c:v>
                </c:pt>
                <c:pt idx="49">
                  <c:v>84.19</c:v>
                </c:pt>
                <c:pt idx="50">
                  <c:v>85.54</c:v>
                </c:pt>
                <c:pt idx="51">
                  <c:v>86.88</c:v>
                </c:pt>
                <c:pt idx="52">
                  <c:v>88.23</c:v>
                </c:pt>
                <c:pt idx="53">
                  <c:v>89.57</c:v>
                </c:pt>
                <c:pt idx="54">
                  <c:v>90.92</c:v>
                </c:pt>
                <c:pt idx="55">
                  <c:v>92.27</c:v>
                </c:pt>
                <c:pt idx="56">
                  <c:v>93.61</c:v>
                </c:pt>
                <c:pt idx="57">
                  <c:v>93.61</c:v>
                </c:pt>
                <c:pt idx="58">
                  <c:v>93.61</c:v>
                </c:pt>
                <c:pt idx="59">
                  <c:v>94.75</c:v>
                </c:pt>
                <c:pt idx="60">
                  <c:v>95.88</c:v>
                </c:pt>
                <c:pt idx="61">
                  <c:v>97.01</c:v>
                </c:pt>
                <c:pt idx="62">
                  <c:v>98.16</c:v>
                </c:pt>
                <c:pt idx="63">
                  <c:v>99.33</c:v>
                </c:pt>
                <c:pt idx="64">
                  <c:v>100.5</c:v>
                </c:pt>
                <c:pt idx="65">
                  <c:v>101.69</c:v>
                </c:pt>
                <c:pt idx="66">
                  <c:v>102.89</c:v>
                </c:pt>
                <c:pt idx="67">
                  <c:v>104.09</c:v>
                </c:pt>
                <c:pt idx="68">
                  <c:v>105.3</c:v>
                </c:pt>
                <c:pt idx="69">
                  <c:v>105.3</c:v>
                </c:pt>
                <c:pt idx="70">
                  <c:v>105.3</c:v>
                </c:pt>
                <c:pt idx="71">
                  <c:v>105.44</c:v>
                </c:pt>
                <c:pt idx="72">
                  <c:v>105.59</c:v>
                </c:pt>
                <c:pt idx="73">
                  <c:v>105.59</c:v>
                </c:pt>
                <c:pt idx="74">
                  <c:v>105.59</c:v>
                </c:pt>
                <c:pt idx="75">
                  <c:v>106.03</c:v>
                </c:pt>
                <c:pt idx="76">
                  <c:v>106.46</c:v>
                </c:pt>
                <c:pt idx="77">
                  <c:v>106.46</c:v>
                </c:pt>
                <c:pt idx="78">
                  <c:v>106.46</c:v>
                </c:pt>
                <c:pt idx="79">
                  <c:v>106.75</c:v>
                </c:pt>
                <c:pt idx="80">
                  <c:v>107.04</c:v>
                </c:pt>
                <c:pt idx="81">
                  <c:v>107.04</c:v>
                </c:pt>
                <c:pt idx="82">
                  <c:v>107.04</c:v>
                </c:pt>
                <c:pt idx="83">
                  <c:v>107.75</c:v>
                </c:pt>
                <c:pt idx="84">
                  <c:v>108.46</c:v>
                </c:pt>
                <c:pt idx="85">
                  <c:v>108.47</c:v>
                </c:pt>
                <c:pt idx="86">
                  <c:v>108.47</c:v>
                </c:pt>
                <c:pt idx="87">
                  <c:v>108.6</c:v>
                </c:pt>
                <c:pt idx="88">
                  <c:v>108.74</c:v>
                </c:pt>
                <c:pt idx="89">
                  <c:v>108.74</c:v>
                </c:pt>
                <c:pt idx="90">
                  <c:v>108.74</c:v>
                </c:pt>
                <c:pt idx="91">
                  <c:v>109.11</c:v>
                </c:pt>
                <c:pt idx="92">
                  <c:v>109.47</c:v>
                </c:pt>
                <c:pt idx="93">
                  <c:v>109.47</c:v>
                </c:pt>
                <c:pt idx="94">
                  <c:v>109.47</c:v>
                </c:pt>
                <c:pt idx="95">
                  <c:v>109.84</c:v>
                </c:pt>
                <c:pt idx="96">
                  <c:v>110.2</c:v>
                </c:pt>
                <c:pt idx="97">
                  <c:v>110.2</c:v>
                </c:pt>
                <c:pt idx="98">
                  <c:v>110.21</c:v>
                </c:pt>
                <c:pt idx="99">
                  <c:v>111.0</c:v>
                </c:pt>
                <c:pt idx="100">
                  <c:v>111.06</c:v>
                </c:pt>
                <c:pt idx="101">
                  <c:v>112.22</c:v>
                </c:pt>
              </c:numCache>
            </c:numRef>
          </c:xVal>
          <c:yVal>
            <c:numRef>
              <c:f>Sheet1!$B$210:$B$311</c:f>
              <c:numCache>
                <c:formatCode>General</c:formatCode>
                <c:ptCount val="102"/>
                <c:pt idx="0">
                  <c:v>1785.0</c:v>
                </c:pt>
                <c:pt idx="1">
                  <c:v>1796.95</c:v>
                </c:pt>
                <c:pt idx="2">
                  <c:v>1808.9</c:v>
                </c:pt>
                <c:pt idx="3">
                  <c:v>1809.0</c:v>
                </c:pt>
                <c:pt idx="4">
                  <c:v>1809.1</c:v>
                </c:pt>
                <c:pt idx="5">
                  <c:v>1847.0</c:v>
                </c:pt>
                <c:pt idx="6">
                  <c:v>1884.9</c:v>
                </c:pt>
                <c:pt idx="7">
                  <c:v>1885.0</c:v>
                </c:pt>
                <c:pt idx="8">
                  <c:v>1885.1</c:v>
                </c:pt>
                <c:pt idx="9">
                  <c:v>1975.09</c:v>
                </c:pt>
                <c:pt idx="10">
                  <c:v>2065.07</c:v>
                </c:pt>
                <c:pt idx="11">
                  <c:v>2155.06</c:v>
                </c:pt>
                <c:pt idx="12">
                  <c:v>2245.04</c:v>
                </c:pt>
                <c:pt idx="13">
                  <c:v>2252.0</c:v>
                </c:pt>
                <c:pt idx="14">
                  <c:v>2335.03</c:v>
                </c:pt>
                <c:pt idx="15">
                  <c:v>2425.01</c:v>
                </c:pt>
                <c:pt idx="16">
                  <c:v>2493.0</c:v>
                </c:pt>
                <c:pt idx="17">
                  <c:v>2515.0</c:v>
                </c:pt>
                <c:pt idx="18">
                  <c:v>2604.99</c:v>
                </c:pt>
                <c:pt idx="19">
                  <c:v>2606.0</c:v>
                </c:pt>
                <c:pt idx="20">
                  <c:v>2694.97</c:v>
                </c:pt>
                <c:pt idx="21">
                  <c:v>2784.96</c:v>
                </c:pt>
                <c:pt idx="22">
                  <c:v>2800.0</c:v>
                </c:pt>
                <c:pt idx="23">
                  <c:v>2874.94</c:v>
                </c:pt>
                <c:pt idx="24">
                  <c:v>2904.0</c:v>
                </c:pt>
                <c:pt idx="25">
                  <c:v>2964.93</c:v>
                </c:pt>
                <c:pt idx="26">
                  <c:v>3009.0</c:v>
                </c:pt>
                <c:pt idx="27">
                  <c:v>3054.91</c:v>
                </c:pt>
                <c:pt idx="28">
                  <c:v>3144.9</c:v>
                </c:pt>
                <c:pt idx="29">
                  <c:v>3145.0</c:v>
                </c:pt>
                <c:pt idx="30">
                  <c:v>3145.1</c:v>
                </c:pt>
                <c:pt idx="31">
                  <c:v>3225.0</c:v>
                </c:pt>
                <c:pt idx="32">
                  <c:v>3304.9</c:v>
                </c:pt>
                <c:pt idx="33">
                  <c:v>3305.0</c:v>
                </c:pt>
                <c:pt idx="34">
                  <c:v>3305.1</c:v>
                </c:pt>
                <c:pt idx="35">
                  <c:v>3365.0</c:v>
                </c:pt>
                <c:pt idx="36">
                  <c:v>3424.9</c:v>
                </c:pt>
                <c:pt idx="37">
                  <c:v>3425.0</c:v>
                </c:pt>
                <c:pt idx="38">
                  <c:v>3425.1</c:v>
                </c:pt>
                <c:pt idx="39">
                  <c:v>3523.7</c:v>
                </c:pt>
                <c:pt idx="40">
                  <c:v>3622.3</c:v>
                </c:pt>
                <c:pt idx="41">
                  <c:v>3720.9</c:v>
                </c:pt>
                <c:pt idx="42">
                  <c:v>3819.5</c:v>
                </c:pt>
                <c:pt idx="43">
                  <c:v>3918.1</c:v>
                </c:pt>
                <c:pt idx="44">
                  <c:v>4016.7</c:v>
                </c:pt>
                <c:pt idx="45">
                  <c:v>4115.3</c:v>
                </c:pt>
                <c:pt idx="46">
                  <c:v>4213.9</c:v>
                </c:pt>
                <c:pt idx="47">
                  <c:v>4312.5</c:v>
                </c:pt>
                <c:pt idx="48">
                  <c:v>4411.1</c:v>
                </c:pt>
                <c:pt idx="49">
                  <c:v>4509.7</c:v>
                </c:pt>
                <c:pt idx="50">
                  <c:v>4608.3</c:v>
                </c:pt>
                <c:pt idx="51">
                  <c:v>4706.9</c:v>
                </c:pt>
                <c:pt idx="52">
                  <c:v>4805.5</c:v>
                </c:pt>
                <c:pt idx="53">
                  <c:v>4904.1</c:v>
                </c:pt>
                <c:pt idx="54">
                  <c:v>5002.7</c:v>
                </c:pt>
                <c:pt idx="55">
                  <c:v>5101.3</c:v>
                </c:pt>
                <c:pt idx="56">
                  <c:v>5199.9</c:v>
                </c:pt>
                <c:pt idx="57">
                  <c:v>5200.0</c:v>
                </c:pt>
                <c:pt idx="58">
                  <c:v>5200.1</c:v>
                </c:pt>
                <c:pt idx="59">
                  <c:v>5283.08</c:v>
                </c:pt>
                <c:pt idx="60">
                  <c:v>5366.06</c:v>
                </c:pt>
                <c:pt idx="61">
                  <c:v>5449.04</c:v>
                </c:pt>
                <c:pt idx="62">
                  <c:v>5532.02</c:v>
                </c:pt>
                <c:pt idx="63">
                  <c:v>5615.0</c:v>
                </c:pt>
                <c:pt idx="64">
                  <c:v>5697.98</c:v>
                </c:pt>
                <c:pt idx="65">
                  <c:v>5780.96</c:v>
                </c:pt>
                <c:pt idx="66">
                  <c:v>5863.94</c:v>
                </c:pt>
                <c:pt idx="67">
                  <c:v>5946.92</c:v>
                </c:pt>
                <c:pt idx="68">
                  <c:v>6029.9</c:v>
                </c:pt>
                <c:pt idx="69">
                  <c:v>6030.0</c:v>
                </c:pt>
                <c:pt idx="70">
                  <c:v>6030.1</c:v>
                </c:pt>
                <c:pt idx="71">
                  <c:v>6040.0</c:v>
                </c:pt>
                <c:pt idx="72">
                  <c:v>6049.9</c:v>
                </c:pt>
                <c:pt idx="73">
                  <c:v>6050.0</c:v>
                </c:pt>
                <c:pt idx="74">
                  <c:v>6050.1</c:v>
                </c:pt>
                <c:pt idx="75">
                  <c:v>6080.0</c:v>
                </c:pt>
                <c:pt idx="76">
                  <c:v>6109.9</c:v>
                </c:pt>
                <c:pt idx="77">
                  <c:v>6110.0</c:v>
                </c:pt>
                <c:pt idx="78">
                  <c:v>6110.1</c:v>
                </c:pt>
                <c:pt idx="79">
                  <c:v>6130.0</c:v>
                </c:pt>
                <c:pt idx="80">
                  <c:v>6149.9</c:v>
                </c:pt>
                <c:pt idx="81">
                  <c:v>6150.0</c:v>
                </c:pt>
                <c:pt idx="82">
                  <c:v>6150.1</c:v>
                </c:pt>
                <c:pt idx="83">
                  <c:v>6199.0</c:v>
                </c:pt>
                <c:pt idx="84">
                  <c:v>6247.9</c:v>
                </c:pt>
                <c:pt idx="85">
                  <c:v>6248.0</c:v>
                </c:pt>
                <c:pt idx="86">
                  <c:v>6248.1</c:v>
                </c:pt>
                <c:pt idx="87">
                  <c:v>6257.5</c:v>
                </c:pt>
                <c:pt idx="88">
                  <c:v>6266.9</c:v>
                </c:pt>
                <c:pt idx="89">
                  <c:v>6267.0</c:v>
                </c:pt>
                <c:pt idx="90">
                  <c:v>6267.1</c:v>
                </c:pt>
                <c:pt idx="91">
                  <c:v>6292.0</c:v>
                </c:pt>
                <c:pt idx="92">
                  <c:v>6316.9</c:v>
                </c:pt>
                <c:pt idx="93">
                  <c:v>6317.0</c:v>
                </c:pt>
                <c:pt idx="94">
                  <c:v>6317.1</c:v>
                </c:pt>
                <c:pt idx="95">
                  <c:v>6342.33</c:v>
                </c:pt>
                <c:pt idx="96">
                  <c:v>6367.55</c:v>
                </c:pt>
                <c:pt idx="97">
                  <c:v>6367.65</c:v>
                </c:pt>
                <c:pt idx="98">
                  <c:v>6367.75</c:v>
                </c:pt>
                <c:pt idx="99">
                  <c:v>6422.42</c:v>
                </c:pt>
                <c:pt idx="100">
                  <c:v>6425.56</c:v>
                </c:pt>
                <c:pt idx="101">
                  <c:v>6483.38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20.0"/>
          <c:min val="-20.0"/>
        </c:scaling>
        <c:delete val="0"/>
        <c:axPos val="b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Temperatura (°C)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  <c:majorUnit val="20.0"/>
      </c:valAx>
      <c:valAx>
        <c:axId val="-2129643912"/>
        <c:scaling>
          <c:orientation val="maxMin"/>
          <c:max val="6500.0"/>
          <c:min val="1500.0"/>
        </c:scaling>
        <c:delete val="0"/>
        <c:axPos val="l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MD (m)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  <c:majorUnit val="500.0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5B6B76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B2B36"/>
                </a:solidFill>
                <a:latin typeface="Calibri"/>
              </a:rPr>
              <a:t>Sobreposição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SCORE-PySafe</c:v>
                </c:pt>
              </c:strCache>
            </c:strRef>
          </c:tx>
          <c:spPr>
            <a:ln w="25400">
              <a:solidFill>
                <a:srgbClr val="0F7C8C"/>
              </a:solidFill>
            </a:ln>
          </c:spPr>
          <c:marker>
            <c:symbol val="none"/>
          </c:marker>
          <c:xVal>
            <c:numRef>
              <c:f>Sheet1!$A$2:$A$82</c:f>
              <c:numCache>
                <c:formatCode>General</c:formatCode>
                <c:ptCount val="81"/>
                <c:pt idx="0">
                  <c:v>87.51</c:v>
                </c:pt>
                <c:pt idx="1">
                  <c:v>87.6</c:v>
                </c:pt>
                <c:pt idx="2">
                  <c:v>87.69</c:v>
                </c:pt>
                <c:pt idx="3">
                  <c:v>87.69</c:v>
                </c:pt>
                <c:pt idx="4">
                  <c:v>87.69</c:v>
                </c:pt>
                <c:pt idx="5">
                  <c:v>87.96</c:v>
                </c:pt>
                <c:pt idx="6">
                  <c:v>88.24</c:v>
                </c:pt>
                <c:pt idx="7">
                  <c:v>88.22</c:v>
                </c:pt>
                <c:pt idx="8">
                  <c:v>88.19</c:v>
                </c:pt>
                <c:pt idx="9">
                  <c:v>88.84</c:v>
                </c:pt>
                <c:pt idx="10">
                  <c:v>89.49</c:v>
                </c:pt>
                <c:pt idx="11">
                  <c:v>90.12</c:v>
                </c:pt>
                <c:pt idx="12">
                  <c:v>90.74</c:v>
                </c:pt>
                <c:pt idx="13">
                  <c:v>90.79</c:v>
                </c:pt>
                <c:pt idx="14">
                  <c:v>91.33</c:v>
                </c:pt>
                <c:pt idx="15">
                  <c:v>91.93</c:v>
                </c:pt>
                <c:pt idx="16">
                  <c:v>92.35</c:v>
                </c:pt>
                <c:pt idx="17">
                  <c:v>92.49</c:v>
                </c:pt>
                <c:pt idx="18">
                  <c:v>93.06</c:v>
                </c:pt>
                <c:pt idx="19">
                  <c:v>93.06</c:v>
                </c:pt>
                <c:pt idx="20">
                  <c:v>93.63</c:v>
                </c:pt>
                <c:pt idx="21">
                  <c:v>94.2</c:v>
                </c:pt>
                <c:pt idx="22">
                  <c:v>94.22</c:v>
                </c:pt>
                <c:pt idx="23">
                  <c:v>94.32</c:v>
                </c:pt>
                <c:pt idx="24">
                  <c:v>94.36</c:v>
                </c:pt>
                <c:pt idx="25">
                  <c:v>94.43</c:v>
                </c:pt>
                <c:pt idx="26">
                  <c:v>94.75</c:v>
                </c:pt>
                <c:pt idx="27">
                  <c:v>95.09</c:v>
                </c:pt>
                <c:pt idx="28">
                  <c:v>95.75</c:v>
                </c:pt>
                <c:pt idx="29">
                  <c:v>95.75</c:v>
                </c:pt>
                <c:pt idx="30">
                  <c:v>95.75</c:v>
                </c:pt>
                <c:pt idx="31">
                  <c:v>96.29</c:v>
                </c:pt>
                <c:pt idx="32">
                  <c:v>96.83</c:v>
                </c:pt>
                <c:pt idx="33">
                  <c:v>96.83</c:v>
                </c:pt>
                <c:pt idx="34">
                  <c:v>96.83</c:v>
                </c:pt>
                <c:pt idx="35">
                  <c:v>97.23</c:v>
                </c:pt>
                <c:pt idx="36">
                  <c:v>97.63</c:v>
                </c:pt>
                <c:pt idx="37">
                  <c:v>97.55</c:v>
                </c:pt>
                <c:pt idx="38">
                  <c:v>97.46</c:v>
                </c:pt>
                <c:pt idx="39">
                  <c:v>98.13</c:v>
                </c:pt>
                <c:pt idx="40">
                  <c:v>98.79</c:v>
                </c:pt>
                <c:pt idx="41">
                  <c:v>99.46</c:v>
                </c:pt>
                <c:pt idx="42">
                  <c:v>100.13</c:v>
                </c:pt>
                <c:pt idx="43">
                  <c:v>100.74</c:v>
                </c:pt>
                <c:pt idx="44">
                  <c:v>101.36</c:v>
                </c:pt>
                <c:pt idx="45">
                  <c:v>101.95</c:v>
                </c:pt>
                <c:pt idx="46">
                  <c:v>102.54</c:v>
                </c:pt>
                <c:pt idx="47">
                  <c:v>103.11</c:v>
                </c:pt>
                <c:pt idx="48">
                  <c:v>103.68</c:v>
                </c:pt>
                <c:pt idx="49">
                  <c:v>104.25</c:v>
                </c:pt>
                <c:pt idx="50">
                  <c:v>104.8</c:v>
                </c:pt>
                <c:pt idx="51">
                  <c:v>105.34</c:v>
                </c:pt>
                <c:pt idx="52">
                  <c:v>105.89</c:v>
                </c:pt>
                <c:pt idx="53">
                  <c:v>106.41</c:v>
                </c:pt>
                <c:pt idx="54">
                  <c:v>106.93</c:v>
                </c:pt>
                <c:pt idx="55">
                  <c:v>107.44</c:v>
                </c:pt>
                <c:pt idx="56">
                  <c:v>107.94</c:v>
                </c:pt>
                <c:pt idx="57">
                  <c:v>107.91</c:v>
                </c:pt>
                <c:pt idx="58">
                  <c:v>107.88</c:v>
                </c:pt>
                <c:pt idx="59">
                  <c:v>108.29</c:v>
                </c:pt>
                <c:pt idx="60">
                  <c:v>108.7</c:v>
                </c:pt>
                <c:pt idx="61">
                  <c:v>109.11</c:v>
                </c:pt>
                <c:pt idx="62">
                  <c:v>109.51</c:v>
                </c:pt>
                <c:pt idx="63">
                  <c:v>109.91</c:v>
                </c:pt>
                <c:pt idx="64">
                  <c:v>110.32</c:v>
                </c:pt>
                <c:pt idx="65">
                  <c:v>110.71</c:v>
                </c:pt>
                <c:pt idx="66">
                  <c:v>111.11</c:v>
                </c:pt>
                <c:pt idx="67">
                  <c:v>111.5</c:v>
                </c:pt>
                <c:pt idx="68">
                  <c:v>111.88</c:v>
                </c:pt>
                <c:pt idx="69">
                  <c:v>111.88</c:v>
                </c:pt>
                <c:pt idx="70">
                  <c:v>111.88</c:v>
                </c:pt>
                <c:pt idx="71">
                  <c:v>111.93</c:v>
                </c:pt>
                <c:pt idx="72">
                  <c:v>111.97</c:v>
                </c:pt>
                <c:pt idx="73">
                  <c:v>111.6</c:v>
                </c:pt>
                <c:pt idx="74">
                  <c:v>111.22</c:v>
                </c:pt>
                <c:pt idx="75">
                  <c:v>111.26</c:v>
                </c:pt>
                <c:pt idx="76">
                  <c:v>111.3</c:v>
                </c:pt>
                <c:pt idx="77">
                  <c:v>111.3</c:v>
                </c:pt>
                <c:pt idx="78">
                  <c:v>111.3</c:v>
                </c:pt>
                <c:pt idx="79">
                  <c:v>111.37</c:v>
                </c:pt>
                <c:pt idx="80">
                  <c:v>111.48</c:v>
                </c:pt>
              </c:numCache>
            </c:numRef>
          </c:xVal>
          <c:yVal>
            <c:numRef>
              <c:f>Sheet1!$B$2:$B$82</c:f>
              <c:numCache>
                <c:formatCode>General</c:formatCode>
                <c:ptCount val="81"/>
                <c:pt idx="0">
                  <c:v>1785.0</c:v>
                </c:pt>
                <c:pt idx="1">
                  <c:v>1796.95</c:v>
                </c:pt>
                <c:pt idx="2">
                  <c:v>1808.9</c:v>
                </c:pt>
                <c:pt idx="3">
                  <c:v>1809.0</c:v>
                </c:pt>
                <c:pt idx="4">
                  <c:v>1809.1</c:v>
                </c:pt>
                <c:pt idx="5">
                  <c:v>1847.0</c:v>
                </c:pt>
                <c:pt idx="6">
                  <c:v>1884.9</c:v>
                </c:pt>
                <c:pt idx="7">
                  <c:v>1885.0</c:v>
                </c:pt>
                <c:pt idx="8">
                  <c:v>1885.1</c:v>
                </c:pt>
                <c:pt idx="9">
                  <c:v>1975.09</c:v>
                </c:pt>
                <c:pt idx="10">
                  <c:v>2065.07</c:v>
                </c:pt>
                <c:pt idx="11">
                  <c:v>2155.06</c:v>
                </c:pt>
                <c:pt idx="12">
                  <c:v>2245.04</c:v>
                </c:pt>
                <c:pt idx="13">
                  <c:v>2252.0</c:v>
                </c:pt>
                <c:pt idx="14">
                  <c:v>2335.03</c:v>
                </c:pt>
                <c:pt idx="15">
                  <c:v>2425.01</c:v>
                </c:pt>
                <c:pt idx="16">
                  <c:v>2493.0</c:v>
                </c:pt>
                <c:pt idx="17">
                  <c:v>2515.0</c:v>
                </c:pt>
                <c:pt idx="18">
                  <c:v>2604.99</c:v>
                </c:pt>
                <c:pt idx="19">
                  <c:v>2606.0</c:v>
                </c:pt>
                <c:pt idx="20">
                  <c:v>2694.97</c:v>
                </c:pt>
                <c:pt idx="21">
                  <c:v>2784.96</c:v>
                </c:pt>
                <c:pt idx="22">
                  <c:v>2800.0</c:v>
                </c:pt>
                <c:pt idx="23">
                  <c:v>2874.94</c:v>
                </c:pt>
                <c:pt idx="24">
                  <c:v>2904.0</c:v>
                </c:pt>
                <c:pt idx="25">
                  <c:v>2964.93</c:v>
                </c:pt>
                <c:pt idx="26">
                  <c:v>3009.0</c:v>
                </c:pt>
                <c:pt idx="27">
                  <c:v>3054.91</c:v>
                </c:pt>
                <c:pt idx="28">
                  <c:v>3144.9</c:v>
                </c:pt>
                <c:pt idx="29">
                  <c:v>3145.0</c:v>
                </c:pt>
                <c:pt idx="30">
                  <c:v>3145.1</c:v>
                </c:pt>
                <c:pt idx="31">
                  <c:v>3225.0</c:v>
                </c:pt>
                <c:pt idx="32">
                  <c:v>3304.9</c:v>
                </c:pt>
                <c:pt idx="33">
                  <c:v>3305.0</c:v>
                </c:pt>
                <c:pt idx="34">
                  <c:v>3305.1</c:v>
                </c:pt>
                <c:pt idx="35">
                  <c:v>3365.0</c:v>
                </c:pt>
                <c:pt idx="36">
                  <c:v>3424.9</c:v>
                </c:pt>
                <c:pt idx="37">
                  <c:v>3425.0</c:v>
                </c:pt>
                <c:pt idx="38">
                  <c:v>3425.1</c:v>
                </c:pt>
                <c:pt idx="39">
                  <c:v>3523.7</c:v>
                </c:pt>
                <c:pt idx="40">
                  <c:v>3622.3</c:v>
                </c:pt>
                <c:pt idx="41">
                  <c:v>3720.9</c:v>
                </c:pt>
                <c:pt idx="42">
                  <c:v>3819.5</c:v>
                </c:pt>
                <c:pt idx="43">
                  <c:v>3918.1</c:v>
                </c:pt>
                <c:pt idx="44">
                  <c:v>4016.7</c:v>
                </c:pt>
                <c:pt idx="45">
                  <c:v>4115.3</c:v>
                </c:pt>
                <c:pt idx="46">
                  <c:v>4213.9</c:v>
                </c:pt>
                <c:pt idx="47">
                  <c:v>4312.5</c:v>
                </c:pt>
                <c:pt idx="48">
                  <c:v>4411.1</c:v>
                </c:pt>
                <c:pt idx="49">
                  <c:v>4509.7</c:v>
                </c:pt>
                <c:pt idx="50">
                  <c:v>4608.3</c:v>
                </c:pt>
                <c:pt idx="51">
                  <c:v>4706.9</c:v>
                </c:pt>
                <c:pt idx="52">
                  <c:v>4805.5</c:v>
                </c:pt>
                <c:pt idx="53">
                  <c:v>4904.1</c:v>
                </c:pt>
                <c:pt idx="54">
                  <c:v>5002.7</c:v>
                </c:pt>
                <c:pt idx="55">
                  <c:v>5101.3</c:v>
                </c:pt>
                <c:pt idx="56">
                  <c:v>5199.9</c:v>
                </c:pt>
                <c:pt idx="57">
                  <c:v>5200.0</c:v>
                </c:pt>
                <c:pt idx="58">
                  <c:v>5200.1</c:v>
                </c:pt>
                <c:pt idx="59">
                  <c:v>5283.08</c:v>
                </c:pt>
                <c:pt idx="60">
                  <c:v>5366.06</c:v>
                </c:pt>
                <c:pt idx="61">
                  <c:v>5449.04</c:v>
                </c:pt>
                <c:pt idx="62">
                  <c:v>5532.02</c:v>
                </c:pt>
                <c:pt idx="63">
                  <c:v>5615.0</c:v>
                </c:pt>
                <c:pt idx="64">
                  <c:v>5697.98</c:v>
                </c:pt>
                <c:pt idx="65">
                  <c:v>5780.96</c:v>
                </c:pt>
                <c:pt idx="66">
                  <c:v>5863.94</c:v>
                </c:pt>
                <c:pt idx="67">
                  <c:v>5946.92</c:v>
                </c:pt>
                <c:pt idx="68">
                  <c:v>6029.9</c:v>
                </c:pt>
                <c:pt idx="69">
                  <c:v>6030.0</c:v>
                </c:pt>
                <c:pt idx="70">
                  <c:v>6030.1</c:v>
                </c:pt>
                <c:pt idx="71">
                  <c:v>6040.0</c:v>
                </c:pt>
                <c:pt idx="72">
                  <c:v>6049.9</c:v>
                </c:pt>
                <c:pt idx="73">
                  <c:v>6050.0</c:v>
                </c:pt>
                <c:pt idx="74">
                  <c:v>6050.1</c:v>
                </c:pt>
                <c:pt idx="75">
                  <c:v>6080.0</c:v>
                </c:pt>
                <c:pt idx="76">
                  <c:v>6109.9</c:v>
                </c:pt>
                <c:pt idx="77">
                  <c:v>6110.0</c:v>
                </c:pt>
                <c:pt idx="78">
                  <c:v>6110.1</c:v>
                </c:pt>
                <c:pt idx="79">
                  <c:v>6130.0</c:v>
                </c:pt>
                <c:pt idx="80">
                  <c:v>6149.9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Sheet1!$B$84</c:f>
              <c:strCache>
                <c:ptCount val="1"/>
                <c:pt idx="0">
                  <c:v>WellCat</c:v>
                </c:pt>
              </c:strCache>
            </c:strRef>
          </c:tx>
          <c:spPr>
            <a:ln w="25400">
              <a:solidFill>
                <a:srgbClr val="D9822B"/>
              </a:solidFill>
              <a:prstDash val="dash"/>
            </a:ln>
          </c:spPr>
          <c:marker>
            <c:symbol val="circle"/>
            <c:size val="5"/>
            <c:spPr>
              <a:solidFill>
                <a:srgbClr val="D9822B"/>
              </a:solidFill>
              <a:ln>
                <a:solidFill>
                  <a:srgbClr val="D9822B"/>
                </a:solidFill>
              </a:ln>
            </c:spPr>
          </c:marker>
          <c:xVal>
            <c:numRef>
              <c:f>Sheet1!$A$85:$A$165</c:f>
              <c:numCache>
                <c:formatCode>General</c:formatCode>
                <c:ptCount val="81"/>
                <c:pt idx="0">
                  <c:v>67.53</c:v>
                </c:pt>
                <c:pt idx="1">
                  <c:v>85.95</c:v>
                </c:pt>
                <c:pt idx="2">
                  <c:v>89.78</c:v>
                </c:pt>
                <c:pt idx="3">
                  <c:v>90.45</c:v>
                </c:pt>
                <c:pt idx="4">
                  <c:v>90.99</c:v>
                </c:pt>
                <c:pt idx="5">
                  <c:v>91.34</c:v>
                </c:pt>
                <c:pt idx="6">
                  <c:v>91.67</c:v>
                </c:pt>
                <c:pt idx="7">
                  <c:v>91.98</c:v>
                </c:pt>
                <c:pt idx="8">
                  <c:v>92.3</c:v>
                </c:pt>
                <c:pt idx="9">
                  <c:v>92.64</c:v>
                </c:pt>
                <c:pt idx="10">
                  <c:v>92.87</c:v>
                </c:pt>
                <c:pt idx="11">
                  <c:v>92.52</c:v>
                </c:pt>
                <c:pt idx="12">
                  <c:v>95.11</c:v>
                </c:pt>
                <c:pt idx="13">
                  <c:v>97.88</c:v>
                </c:pt>
                <c:pt idx="14">
                  <c:v>99.87</c:v>
                </c:pt>
                <c:pt idx="15">
                  <c:v>101.4</c:v>
                </c:pt>
                <c:pt idx="16">
                  <c:v>102.5</c:v>
                </c:pt>
                <c:pt idx="17">
                  <c:v>102.99</c:v>
                </c:pt>
                <c:pt idx="18">
                  <c:v>103.07</c:v>
                </c:pt>
                <c:pt idx="19">
                  <c:v>105.48</c:v>
                </c:pt>
                <c:pt idx="20">
                  <c:v>108.38</c:v>
                </c:pt>
                <c:pt idx="21">
                  <c:v>110.73</c:v>
                </c:pt>
                <c:pt idx="22">
                  <c:v>112.42</c:v>
                </c:pt>
                <c:pt idx="23">
                  <c:v>113.01</c:v>
                </c:pt>
                <c:pt idx="24">
                  <c:v>113.01</c:v>
                </c:pt>
                <c:pt idx="25">
                  <c:v>113.01</c:v>
                </c:pt>
                <c:pt idx="26">
                  <c:v>113.01</c:v>
                </c:pt>
                <c:pt idx="27">
                  <c:v>113.01</c:v>
                </c:pt>
                <c:pt idx="28">
                  <c:v>113.01</c:v>
                </c:pt>
                <c:pt idx="29">
                  <c:v>113.01</c:v>
                </c:pt>
                <c:pt idx="30">
                  <c:v>113.01</c:v>
                </c:pt>
                <c:pt idx="31">
                  <c:v>113.01</c:v>
                </c:pt>
                <c:pt idx="32">
                  <c:v>113.01</c:v>
                </c:pt>
                <c:pt idx="33">
                  <c:v>113.01</c:v>
                </c:pt>
                <c:pt idx="34">
                  <c:v>113.01</c:v>
                </c:pt>
                <c:pt idx="35">
                  <c:v>113.01</c:v>
                </c:pt>
                <c:pt idx="36">
                  <c:v>113.01</c:v>
                </c:pt>
                <c:pt idx="37">
                  <c:v>113.01</c:v>
                </c:pt>
                <c:pt idx="38">
                  <c:v>113.01</c:v>
                </c:pt>
                <c:pt idx="39">
                  <c:v>113.01</c:v>
                </c:pt>
                <c:pt idx="40">
                  <c:v>113.01</c:v>
                </c:pt>
                <c:pt idx="41">
                  <c:v>113.01</c:v>
                </c:pt>
                <c:pt idx="42">
                  <c:v>113.01</c:v>
                </c:pt>
                <c:pt idx="43">
                  <c:v>113.01</c:v>
                </c:pt>
                <c:pt idx="44">
                  <c:v>113.01</c:v>
                </c:pt>
                <c:pt idx="45">
                  <c:v>113.01</c:v>
                </c:pt>
                <c:pt idx="46">
                  <c:v>113.01</c:v>
                </c:pt>
                <c:pt idx="47">
                  <c:v>113.01</c:v>
                </c:pt>
                <c:pt idx="48">
                  <c:v>113.01</c:v>
                </c:pt>
                <c:pt idx="49">
                  <c:v>113.01</c:v>
                </c:pt>
                <c:pt idx="50">
                  <c:v>113.01</c:v>
                </c:pt>
                <c:pt idx="51">
                  <c:v>113.01</c:v>
                </c:pt>
                <c:pt idx="52">
                  <c:v>113.01</c:v>
                </c:pt>
                <c:pt idx="53">
                  <c:v>113.01</c:v>
                </c:pt>
                <c:pt idx="54">
                  <c:v>113.01</c:v>
                </c:pt>
                <c:pt idx="55">
                  <c:v>113.01</c:v>
                </c:pt>
                <c:pt idx="56">
                  <c:v>113.01</c:v>
                </c:pt>
                <c:pt idx="57">
                  <c:v>113.01</c:v>
                </c:pt>
                <c:pt idx="58">
                  <c:v>113.01</c:v>
                </c:pt>
                <c:pt idx="59">
                  <c:v>113.01</c:v>
                </c:pt>
                <c:pt idx="60">
                  <c:v>113.01</c:v>
                </c:pt>
                <c:pt idx="61">
                  <c:v>113.01</c:v>
                </c:pt>
                <c:pt idx="62">
                  <c:v>113.01</c:v>
                </c:pt>
                <c:pt idx="63">
                  <c:v>113.01</c:v>
                </c:pt>
                <c:pt idx="64">
                  <c:v>113.01</c:v>
                </c:pt>
                <c:pt idx="65">
                  <c:v>113.01</c:v>
                </c:pt>
                <c:pt idx="66">
                  <c:v>113.01</c:v>
                </c:pt>
                <c:pt idx="67">
                  <c:v>113.01</c:v>
                </c:pt>
                <c:pt idx="68">
                  <c:v>113.01</c:v>
                </c:pt>
                <c:pt idx="69">
                  <c:v>113.01</c:v>
                </c:pt>
                <c:pt idx="70">
                  <c:v>113.01</c:v>
                </c:pt>
                <c:pt idx="71">
                  <c:v>113.01</c:v>
                </c:pt>
                <c:pt idx="72">
                  <c:v>113.01</c:v>
                </c:pt>
                <c:pt idx="73">
                  <c:v>113.01</c:v>
                </c:pt>
                <c:pt idx="74">
                  <c:v>113.01</c:v>
                </c:pt>
                <c:pt idx="75">
                  <c:v>113.01</c:v>
                </c:pt>
                <c:pt idx="76">
                  <c:v>113.01</c:v>
                </c:pt>
                <c:pt idx="77">
                  <c:v>113.01</c:v>
                </c:pt>
                <c:pt idx="78">
                  <c:v>113.01</c:v>
                </c:pt>
                <c:pt idx="79">
                  <c:v>113.01</c:v>
                </c:pt>
                <c:pt idx="80">
                  <c:v>113.01</c:v>
                </c:pt>
              </c:numCache>
            </c:numRef>
          </c:xVal>
          <c:yVal>
            <c:numRef>
              <c:f>Sheet1!$B$85:$B$165</c:f>
              <c:numCache>
                <c:formatCode>General</c:formatCode>
                <c:ptCount val="81"/>
                <c:pt idx="0">
                  <c:v>1785.0</c:v>
                </c:pt>
                <c:pt idx="1">
                  <c:v>1785.31</c:v>
                </c:pt>
                <c:pt idx="2">
                  <c:v>1785.65</c:v>
                </c:pt>
                <c:pt idx="3">
                  <c:v>1786.31</c:v>
                </c:pt>
                <c:pt idx="4">
                  <c:v>1786.86</c:v>
                </c:pt>
                <c:pt idx="5">
                  <c:v>1787.53</c:v>
                </c:pt>
                <c:pt idx="6">
                  <c:v>1788.51</c:v>
                </c:pt>
                <c:pt idx="7">
                  <c:v>1789.8</c:v>
                </c:pt>
                <c:pt idx="8">
                  <c:v>1791.25</c:v>
                </c:pt>
                <c:pt idx="9">
                  <c:v>1792.93</c:v>
                </c:pt>
                <c:pt idx="10">
                  <c:v>1795.32</c:v>
                </c:pt>
                <c:pt idx="11">
                  <c:v>1798.83</c:v>
                </c:pt>
                <c:pt idx="12">
                  <c:v>1805.56</c:v>
                </c:pt>
                <c:pt idx="13">
                  <c:v>1808.8</c:v>
                </c:pt>
                <c:pt idx="14">
                  <c:v>1812.76</c:v>
                </c:pt>
                <c:pt idx="15">
                  <c:v>1824.95</c:v>
                </c:pt>
                <c:pt idx="16">
                  <c:v>1833.28</c:v>
                </c:pt>
                <c:pt idx="17">
                  <c:v>1865.48</c:v>
                </c:pt>
                <c:pt idx="18">
                  <c:v>1879.67</c:v>
                </c:pt>
                <c:pt idx="19">
                  <c:v>2171.7</c:v>
                </c:pt>
                <c:pt idx="20">
                  <c:v>2198.37</c:v>
                </c:pt>
                <c:pt idx="21">
                  <c:v>2244.21</c:v>
                </c:pt>
                <c:pt idx="22">
                  <c:v>2419.35</c:v>
                </c:pt>
                <c:pt idx="23">
                  <c:v>2494.27</c:v>
                </c:pt>
                <c:pt idx="24">
                  <c:v>2494.27</c:v>
                </c:pt>
                <c:pt idx="25">
                  <c:v>2494.27</c:v>
                </c:pt>
                <c:pt idx="26">
                  <c:v>2494.27</c:v>
                </c:pt>
                <c:pt idx="27">
                  <c:v>2494.27</c:v>
                </c:pt>
                <c:pt idx="28">
                  <c:v>2494.27</c:v>
                </c:pt>
                <c:pt idx="29">
                  <c:v>2494.27</c:v>
                </c:pt>
                <c:pt idx="30">
                  <c:v>2494.27</c:v>
                </c:pt>
                <c:pt idx="31">
                  <c:v>2494.27</c:v>
                </c:pt>
                <c:pt idx="32">
                  <c:v>2494.27</c:v>
                </c:pt>
                <c:pt idx="33">
                  <c:v>2494.27</c:v>
                </c:pt>
                <c:pt idx="34">
                  <c:v>2494.27</c:v>
                </c:pt>
                <c:pt idx="35">
                  <c:v>2494.27</c:v>
                </c:pt>
                <c:pt idx="36">
                  <c:v>2494.27</c:v>
                </c:pt>
                <c:pt idx="37">
                  <c:v>2494.27</c:v>
                </c:pt>
                <c:pt idx="38">
                  <c:v>2494.27</c:v>
                </c:pt>
                <c:pt idx="39">
                  <c:v>2494.27</c:v>
                </c:pt>
                <c:pt idx="40">
                  <c:v>2494.27</c:v>
                </c:pt>
                <c:pt idx="41">
                  <c:v>2494.27</c:v>
                </c:pt>
                <c:pt idx="42">
                  <c:v>2494.27</c:v>
                </c:pt>
                <c:pt idx="43">
                  <c:v>2494.27</c:v>
                </c:pt>
                <c:pt idx="44">
                  <c:v>2494.27</c:v>
                </c:pt>
                <c:pt idx="45">
                  <c:v>2494.27</c:v>
                </c:pt>
                <c:pt idx="46">
                  <c:v>2494.27</c:v>
                </c:pt>
                <c:pt idx="47">
                  <c:v>2494.27</c:v>
                </c:pt>
                <c:pt idx="48">
                  <c:v>2494.27</c:v>
                </c:pt>
                <c:pt idx="49">
                  <c:v>2494.27</c:v>
                </c:pt>
                <c:pt idx="50">
                  <c:v>2494.27</c:v>
                </c:pt>
                <c:pt idx="51">
                  <c:v>2494.27</c:v>
                </c:pt>
                <c:pt idx="52">
                  <c:v>2494.27</c:v>
                </c:pt>
                <c:pt idx="53">
                  <c:v>2494.27</c:v>
                </c:pt>
                <c:pt idx="54">
                  <c:v>2494.27</c:v>
                </c:pt>
                <c:pt idx="55">
                  <c:v>2494.27</c:v>
                </c:pt>
                <c:pt idx="56">
                  <c:v>2494.27</c:v>
                </c:pt>
                <c:pt idx="57">
                  <c:v>2494.27</c:v>
                </c:pt>
                <c:pt idx="58">
                  <c:v>2494.27</c:v>
                </c:pt>
                <c:pt idx="59">
                  <c:v>2494.27</c:v>
                </c:pt>
                <c:pt idx="60">
                  <c:v>2494.27</c:v>
                </c:pt>
                <c:pt idx="61">
                  <c:v>2494.27</c:v>
                </c:pt>
                <c:pt idx="62">
                  <c:v>2494.27</c:v>
                </c:pt>
                <c:pt idx="63">
                  <c:v>2494.27</c:v>
                </c:pt>
                <c:pt idx="64">
                  <c:v>2494.27</c:v>
                </c:pt>
                <c:pt idx="65">
                  <c:v>2494.27</c:v>
                </c:pt>
                <c:pt idx="66">
                  <c:v>2494.27</c:v>
                </c:pt>
                <c:pt idx="67">
                  <c:v>2494.27</c:v>
                </c:pt>
                <c:pt idx="68">
                  <c:v>2494.27</c:v>
                </c:pt>
                <c:pt idx="69">
                  <c:v>2494.27</c:v>
                </c:pt>
                <c:pt idx="70">
                  <c:v>2494.27</c:v>
                </c:pt>
                <c:pt idx="71">
                  <c:v>2494.27</c:v>
                </c:pt>
                <c:pt idx="72">
                  <c:v>2494.27</c:v>
                </c:pt>
                <c:pt idx="73">
                  <c:v>2494.27</c:v>
                </c:pt>
                <c:pt idx="74">
                  <c:v>2494.27</c:v>
                </c:pt>
                <c:pt idx="75">
                  <c:v>2494.27</c:v>
                </c:pt>
                <c:pt idx="76">
                  <c:v>2494.27</c:v>
                </c:pt>
                <c:pt idx="77">
                  <c:v>2494.27</c:v>
                </c:pt>
                <c:pt idx="78">
                  <c:v>2494.27</c:v>
                </c:pt>
                <c:pt idx="79">
                  <c:v>2494.27</c:v>
                </c:pt>
                <c:pt idx="80">
                  <c:v>2494.27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Sheet1!$B$167</c:f>
              <c:strCache>
                <c:ptCount val="1"/>
                <c:pt idx="0">
                  <c:v>WellCat estimado</c:v>
                </c:pt>
              </c:strCache>
            </c:strRef>
          </c:tx>
          <c:spPr>
            <a:ln w="28575">
              <a:solidFill>
                <a:srgbClr val="F2B880"/>
              </a:solidFill>
              <a:prstDash val="sysDot"/>
            </a:ln>
          </c:spPr>
          <c:marker>
            <c:symbol val="none"/>
          </c:marker>
          <c:xVal>
            <c:numRef>
              <c:f>Sheet1!$A$168:$A$248</c:f>
              <c:numCache>
                <c:formatCode>General</c:formatCode>
                <c:ptCount val="81"/>
                <c:pt idx="0">
                  <c:v>113.01</c:v>
                </c:pt>
                <c:pt idx="1">
                  <c:v>113.00907468266146</c:v>
                </c:pt>
                <c:pt idx="2">
                  <c:v>113.00505783233366</c:v>
                </c:pt>
                <c:pt idx="3">
                  <c:v>113.00501274933742</c:v>
                </c:pt>
                <c:pt idx="4">
                  <c:v>113.00104142837216</c:v>
                </c:pt>
                <c:pt idx="5">
                  <c:v>112.99702457804436</c:v>
                </c:pt>
                <c:pt idx="6">
                  <c:v>112.99635324313014</c:v>
                </c:pt>
                <c:pt idx="7">
                  <c:v>112.99300817408286</c:v>
                </c:pt>
                <c:pt idx="8">
                  <c:v>112.99171103361697</c:v>
                </c:pt>
                <c:pt idx="9">
                  <c:v>112.98899132375506</c:v>
                </c:pt>
                <c:pt idx="10">
                  <c:v>112.98702418747385</c:v>
                </c:pt>
                <c:pt idx="11">
                  <c:v>112.98497491979356</c:v>
                </c:pt>
                <c:pt idx="12">
                  <c:v>112.98095806946576</c:v>
                </c:pt>
                <c:pt idx="13">
                  <c:v>112.98095360580277</c:v>
                </c:pt>
                <c:pt idx="14">
                  <c:v>112.98094914213978</c:v>
                </c:pt>
                <c:pt idx="15">
                  <c:v>112.97738267540801</c:v>
                </c:pt>
                <c:pt idx="16">
                  <c:v>112.97381620867625</c:v>
                </c:pt>
                <c:pt idx="17">
                  <c:v>112.97381174501325</c:v>
                </c:pt>
                <c:pt idx="18">
                  <c:v>112.97380728135026</c:v>
                </c:pt>
                <c:pt idx="19">
                  <c:v>112.97113354721719</c:v>
                </c:pt>
                <c:pt idx="20">
                  <c:v>112.96845981308411</c:v>
                </c:pt>
                <c:pt idx="21">
                  <c:v>112.96845534942112</c:v>
                </c:pt>
                <c:pt idx="22">
                  <c:v>112.96845088575813</c:v>
                </c:pt>
                <c:pt idx="23">
                  <c:v>112.9640497140466</c:v>
                </c:pt>
                <c:pt idx="24">
                  <c:v>112.95964854233506</c:v>
                </c:pt>
                <c:pt idx="25">
                  <c:v>112.95524737062352</c:v>
                </c:pt>
                <c:pt idx="26">
                  <c:v>112.95084619891199</c:v>
                </c:pt>
                <c:pt idx="27">
                  <c:v>112.94644502720045</c:v>
                </c:pt>
                <c:pt idx="28">
                  <c:v>112.9420438554889</c:v>
                </c:pt>
                <c:pt idx="29">
                  <c:v>112.93764268377737</c:v>
                </c:pt>
                <c:pt idx="30">
                  <c:v>112.93324151206583</c:v>
                </c:pt>
                <c:pt idx="31">
                  <c:v>112.9288403403543</c:v>
                </c:pt>
                <c:pt idx="32">
                  <c:v>112.92443916864276</c:v>
                </c:pt>
                <c:pt idx="33">
                  <c:v>112.92003799693123</c:v>
                </c:pt>
                <c:pt idx="34">
                  <c:v>112.91563682521969</c:v>
                </c:pt>
                <c:pt idx="35">
                  <c:v>112.91123565350816</c:v>
                </c:pt>
                <c:pt idx="36">
                  <c:v>112.90683448179662</c:v>
                </c:pt>
                <c:pt idx="37">
                  <c:v>112.90243331008509</c:v>
                </c:pt>
                <c:pt idx="38">
                  <c:v>112.89803213837355</c:v>
                </c:pt>
                <c:pt idx="39">
                  <c:v>112.89363096666202</c:v>
                </c:pt>
                <c:pt idx="40">
                  <c:v>112.88922979495048</c:v>
                </c:pt>
                <c:pt idx="41">
                  <c:v>112.88922533128749</c:v>
                </c:pt>
                <c:pt idx="42">
                  <c:v>112.88922086762449</c:v>
                </c:pt>
                <c:pt idx="43">
                  <c:v>112.88551692007253</c:v>
                </c:pt>
                <c:pt idx="44">
                  <c:v>112.88181297252058</c:v>
                </c:pt>
                <c:pt idx="45">
                  <c:v>112.87810902496861</c:v>
                </c:pt>
                <c:pt idx="46">
                  <c:v>112.87440507741665</c:v>
                </c:pt>
                <c:pt idx="47">
                  <c:v>112.87070112986468</c:v>
                </c:pt>
                <c:pt idx="48">
                  <c:v>112.86699718231273</c:v>
                </c:pt>
                <c:pt idx="49">
                  <c:v>112.86329323476077</c:v>
                </c:pt>
                <c:pt idx="50">
                  <c:v>112.8595892872088</c:v>
                </c:pt>
                <c:pt idx="51">
                  <c:v>112.85588533965685</c:v>
                </c:pt>
                <c:pt idx="52">
                  <c:v>112.8521813921049</c:v>
                </c:pt>
                <c:pt idx="53">
                  <c:v>112.85217692844189</c:v>
                </c:pt>
                <c:pt idx="54">
                  <c:v>112.8521724647789</c:v>
                </c:pt>
                <c:pt idx="55">
                  <c:v>112.85173056214255</c:v>
                </c:pt>
                <c:pt idx="56">
                  <c:v>112.8512886595062</c:v>
                </c:pt>
                <c:pt idx="57">
                  <c:v>112.8512841958432</c:v>
                </c:pt>
                <c:pt idx="58">
                  <c:v>112.85127973218022</c:v>
                </c:pt>
                <c:pt idx="59">
                  <c:v>112.85360399556048</c:v>
                </c:pt>
                <c:pt idx="60">
                  <c:v>112.94121331853495</c:v>
                </c:pt>
                <c:pt idx="61">
                  <c:v>112.94150632630411</c:v>
                </c:pt>
                <c:pt idx="62">
                  <c:v>112.94179933407325</c:v>
                </c:pt>
                <c:pt idx="63">
                  <c:v>113.00010788013319</c:v>
                </c:pt>
                <c:pt idx="64">
                  <c:v>113.05841642619312</c:v>
                </c:pt>
                <c:pt idx="65">
                  <c:v>113.05841642619312</c:v>
                </c:pt>
                <c:pt idx="66">
                  <c:v>113.05841642619312</c:v>
                </c:pt>
                <c:pt idx="67">
                  <c:v>113.05841642619312</c:v>
                </c:pt>
                <c:pt idx="68">
                  <c:v>113.05841642619312</c:v>
                </c:pt>
                <c:pt idx="69">
                  <c:v>113.05841642619312</c:v>
                </c:pt>
                <c:pt idx="70">
                  <c:v>113.05841642619312</c:v>
                </c:pt>
                <c:pt idx="71">
                  <c:v>113.05841642619312</c:v>
                </c:pt>
                <c:pt idx="72">
                  <c:v>113.05841642619312</c:v>
                </c:pt>
                <c:pt idx="73">
                  <c:v>113.05841642619312</c:v>
                </c:pt>
                <c:pt idx="74">
                  <c:v>113.05841642619312</c:v>
                </c:pt>
                <c:pt idx="75">
                  <c:v>113.05841642619312</c:v>
                </c:pt>
                <c:pt idx="76">
                  <c:v>113.05841642619312</c:v>
                </c:pt>
                <c:pt idx="77">
                  <c:v>113.05841642619312</c:v>
                </c:pt>
                <c:pt idx="78">
                  <c:v>113.05841642619312</c:v>
                </c:pt>
                <c:pt idx="79">
                  <c:v>113.05841642619312</c:v>
                </c:pt>
                <c:pt idx="80">
                  <c:v>113.05841642619312</c:v>
                </c:pt>
              </c:numCache>
            </c:numRef>
          </c:xVal>
          <c:yVal>
            <c:numRef>
              <c:f>Sheet1!$B$168:$B$248</c:f>
              <c:numCache>
                <c:formatCode>General</c:formatCode>
                <c:ptCount val="81"/>
                <c:pt idx="0">
                  <c:v>2494.27</c:v>
                </c:pt>
                <c:pt idx="1">
                  <c:v>2515.0</c:v>
                </c:pt>
                <c:pt idx="2">
                  <c:v>2604.99</c:v>
                </c:pt>
                <c:pt idx="3">
                  <c:v>2606.0</c:v>
                </c:pt>
                <c:pt idx="4">
                  <c:v>2694.97</c:v>
                </c:pt>
                <c:pt idx="5">
                  <c:v>2784.96</c:v>
                </c:pt>
                <c:pt idx="6">
                  <c:v>2800.0</c:v>
                </c:pt>
                <c:pt idx="7">
                  <c:v>2874.94</c:v>
                </c:pt>
                <c:pt idx="8">
                  <c:v>2904.0</c:v>
                </c:pt>
                <c:pt idx="9">
                  <c:v>2964.93</c:v>
                </c:pt>
                <c:pt idx="10">
                  <c:v>3009.0</c:v>
                </c:pt>
                <c:pt idx="11">
                  <c:v>3054.91</c:v>
                </c:pt>
                <c:pt idx="12">
                  <c:v>3144.9</c:v>
                </c:pt>
                <c:pt idx="13">
                  <c:v>3145.0</c:v>
                </c:pt>
                <c:pt idx="14">
                  <c:v>3145.1</c:v>
                </c:pt>
                <c:pt idx="15">
                  <c:v>3225.0</c:v>
                </c:pt>
                <c:pt idx="16">
                  <c:v>3304.9</c:v>
                </c:pt>
                <c:pt idx="17">
                  <c:v>3305.0</c:v>
                </c:pt>
                <c:pt idx="18">
                  <c:v>3305.1</c:v>
                </c:pt>
                <c:pt idx="19">
                  <c:v>3365.0</c:v>
                </c:pt>
                <c:pt idx="20">
                  <c:v>3424.9</c:v>
                </c:pt>
                <c:pt idx="21">
                  <c:v>3425.0</c:v>
                </c:pt>
                <c:pt idx="22">
                  <c:v>3425.1</c:v>
                </c:pt>
                <c:pt idx="23">
                  <c:v>3523.7</c:v>
                </c:pt>
                <c:pt idx="24">
                  <c:v>3622.3</c:v>
                </c:pt>
                <c:pt idx="25">
                  <c:v>3720.9</c:v>
                </c:pt>
                <c:pt idx="26">
                  <c:v>3819.5</c:v>
                </c:pt>
                <c:pt idx="27">
                  <c:v>3918.1</c:v>
                </c:pt>
                <c:pt idx="28">
                  <c:v>4016.7</c:v>
                </c:pt>
                <c:pt idx="29">
                  <c:v>4115.3</c:v>
                </c:pt>
                <c:pt idx="30">
                  <c:v>4213.9</c:v>
                </c:pt>
                <c:pt idx="31">
                  <c:v>4312.5</c:v>
                </c:pt>
                <c:pt idx="32">
                  <c:v>4411.1</c:v>
                </c:pt>
                <c:pt idx="33">
                  <c:v>4509.7</c:v>
                </c:pt>
                <c:pt idx="34">
                  <c:v>4608.3</c:v>
                </c:pt>
                <c:pt idx="35">
                  <c:v>4706.9</c:v>
                </c:pt>
                <c:pt idx="36">
                  <c:v>4805.5</c:v>
                </c:pt>
                <c:pt idx="37">
                  <c:v>4904.1</c:v>
                </c:pt>
                <c:pt idx="38">
                  <c:v>5002.7</c:v>
                </c:pt>
                <c:pt idx="39">
                  <c:v>5101.3</c:v>
                </c:pt>
                <c:pt idx="40">
                  <c:v>5199.9</c:v>
                </c:pt>
                <c:pt idx="41">
                  <c:v>5200.0</c:v>
                </c:pt>
                <c:pt idx="42">
                  <c:v>5200.1</c:v>
                </c:pt>
                <c:pt idx="43">
                  <c:v>5283.08</c:v>
                </c:pt>
                <c:pt idx="44">
                  <c:v>5366.06</c:v>
                </c:pt>
                <c:pt idx="45">
                  <c:v>5449.04</c:v>
                </c:pt>
                <c:pt idx="46">
                  <c:v>5532.02</c:v>
                </c:pt>
                <c:pt idx="47">
                  <c:v>5615.0</c:v>
                </c:pt>
                <c:pt idx="48">
                  <c:v>5697.98</c:v>
                </c:pt>
                <c:pt idx="49">
                  <c:v>5780.96</c:v>
                </c:pt>
                <c:pt idx="50">
                  <c:v>5863.94</c:v>
                </c:pt>
                <c:pt idx="51">
                  <c:v>5946.92</c:v>
                </c:pt>
                <c:pt idx="52">
                  <c:v>6029.9</c:v>
                </c:pt>
                <c:pt idx="53">
                  <c:v>6030.0</c:v>
                </c:pt>
                <c:pt idx="54">
                  <c:v>6030.1</c:v>
                </c:pt>
                <c:pt idx="55">
                  <c:v>6040.0</c:v>
                </c:pt>
                <c:pt idx="56">
                  <c:v>6049.9</c:v>
                </c:pt>
                <c:pt idx="57">
                  <c:v>6050.0</c:v>
                </c:pt>
                <c:pt idx="58">
                  <c:v>6050.1</c:v>
                </c:pt>
                <c:pt idx="59">
                  <c:v>6080.0</c:v>
                </c:pt>
                <c:pt idx="60">
                  <c:v>6109.9</c:v>
                </c:pt>
                <c:pt idx="61">
                  <c:v>6110.0</c:v>
                </c:pt>
                <c:pt idx="62">
                  <c:v>6110.1</c:v>
                </c:pt>
                <c:pt idx="63">
                  <c:v>6130.0</c:v>
                </c:pt>
                <c:pt idx="64">
                  <c:v>6149.9</c:v>
                </c:pt>
                <c:pt idx="65">
                  <c:v>6149.9</c:v>
                </c:pt>
                <c:pt idx="66">
                  <c:v>6149.9</c:v>
                </c:pt>
                <c:pt idx="67">
                  <c:v>6149.9</c:v>
                </c:pt>
                <c:pt idx="68">
                  <c:v>6149.9</c:v>
                </c:pt>
                <c:pt idx="69">
                  <c:v>6149.9</c:v>
                </c:pt>
                <c:pt idx="70">
                  <c:v>6149.9</c:v>
                </c:pt>
                <c:pt idx="71">
                  <c:v>6149.9</c:v>
                </c:pt>
                <c:pt idx="72">
                  <c:v>6149.9</c:v>
                </c:pt>
                <c:pt idx="73">
                  <c:v>6149.9</c:v>
                </c:pt>
                <c:pt idx="74">
                  <c:v>6149.9</c:v>
                </c:pt>
                <c:pt idx="75">
                  <c:v>6149.9</c:v>
                </c:pt>
                <c:pt idx="76">
                  <c:v>6149.9</c:v>
                </c:pt>
                <c:pt idx="77">
                  <c:v>6149.9</c:v>
                </c:pt>
                <c:pt idx="78">
                  <c:v>6149.9</c:v>
                </c:pt>
                <c:pt idx="79">
                  <c:v>6149.9</c:v>
                </c:pt>
                <c:pt idx="80">
                  <c:v>6149.9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20.0"/>
          <c:min val="-20.0"/>
        </c:scaling>
        <c:delete val="0"/>
        <c:axPos val="b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Temperatura (°C)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  <c:majorUnit val="20.0"/>
      </c:valAx>
      <c:valAx>
        <c:axId val="-2129643912"/>
        <c:scaling>
          <c:orientation val="maxMin"/>
          <c:max val="6500.0"/>
          <c:min val="1500.0"/>
        </c:scaling>
        <c:delete val="0"/>
        <c:axPos val="l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MD (m)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  <c:majorUnit val="500.0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5B6B76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B2B36"/>
                </a:solidFill>
                <a:latin typeface="Calibri"/>
              </a:rPr>
              <a:t>SCORE-PySafe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SCORE-PySafe</c:v>
                </c:pt>
              </c:strCache>
            </c:strRef>
          </c:tx>
          <c:spPr>
            <a:ln w="25400">
              <a:solidFill>
                <a:srgbClr val="0F7C8C"/>
              </a:solidFill>
            </a:ln>
          </c:spPr>
          <c:marker>
            <c:symbol val="none"/>
          </c:marker>
          <c:xVal>
            <c:numRef>
              <c:f>Sheet1!$A$2:$A$44</c:f>
              <c:numCache>
                <c:formatCode>General</c:formatCode>
                <c:ptCount val="43"/>
                <c:pt idx="0">
                  <c:v>111.99</c:v>
                </c:pt>
                <c:pt idx="1">
                  <c:v>111.99</c:v>
                </c:pt>
                <c:pt idx="2">
                  <c:v>112.12</c:v>
                </c:pt>
                <c:pt idx="3">
                  <c:v>112.26</c:v>
                </c:pt>
                <c:pt idx="4">
                  <c:v>112.26</c:v>
                </c:pt>
                <c:pt idx="5">
                  <c:v>112.26</c:v>
                </c:pt>
                <c:pt idx="6">
                  <c:v>112.34</c:v>
                </c:pt>
                <c:pt idx="7">
                  <c:v>112.43</c:v>
                </c:pt>
                <c:pt idx="8">
                  <c:v>112.43</c:v>
                </c:pt>
                <c:pt idx="9">
                  <c:v>112.43</c:v>
                </c:pt>
                <c:pt idx="10">
                  <c:v>112.64</c:v>
                </c:pt>
                <c:pt idx="11">
                  <c:v>112.85</c:v>
                </c:pt>
                <c:pt idx="12">
                  <c:v>112.85</c:v>
                </c:pt>
                <c:pt idx="13">
                  <c:v>112.85</c:v>
                </c:pt>
                <c:pt idx="14">
                  <c:v>112.92</c:v>
                </c:pt>
                <c:pt idx="15">
                  <c:v>112.99</c:v>
                </c:pt>
                <c:pt idx="16">
                  <c:v>112.99</c:v>
                </c:pt>
                <c:pt idx="17">
                  <c:v>112.99</c:v>
                </c:pt>
                <c:pt idx="18">
                  <c:v>113.17</c:v>
                </c:pt>
                <c:pt idx="19">
                  <c:v>113.36</c:v>
                </c:pt>
                <c:pt idx="20">
                  <c:v>113.36</c:v>
                </c:pt>
                <c:pt idx="21">
                  <c:v>113.36</c:v>
                </c:pt>
                <c:pt idx="22">
                  <c:v>113.54</c:v>
                </c:pt>
                <c:pt idx="23">
                  <c:v>113.73</c:v>
                </c:pt>
                <c:pt idx="24">
                  <c:v>113.72</c:v>
                </c:pt>
                <c:pt idx="25">
                  <c:v>113.72</c:v>
                </c:pt>
                <c:pt idx="26">
                  <c:v>113.91</c:v>
                </c:pt>
                <c:pt idx="27">
                  <c:v>113.93</c:v>
                </c:pt>
                <c:pt idx="28">
                  <c:v>114.13</c:v>
                </c:pt>
                <c:pt idx="29">
                  <c:v>114.33</c:v>
                </c:pt>
                <c:pt idx="30">
                  <c:v>114.53</c:v>
                </c:pt>
                <c:pt idx="31">
                  <c:v>114.55</c:v>
                </c:pt>
                <c:pt idx="32">
                  <c:v>114.57</c:v>
                </c:pt>
                <c:pt idx="33">
                  <c:v>114.57</c:v>
                </c:pt>
                <c:pt idx="34">
                  <c:v>114.57</c:v>
                </c:pt>
                <c:pt idx="35">
                  <c:v>114.61</c:v>
                </c:pt>
                <c:pt idx="36">
                  <c:v>114.78</c:v>
                </c:pt>
                <c:pt idx="37">
                  <c:v>114.98</c:v>
                </c:pt>
                <c:pt idx="38">
                  <c:v>114.98</c:v>
                </c:pt>
                <c:pt idx="39">
                  <c:v>114.98</c:v>
                </c:pt>
                <c:pt idx="40">
                  <c:v>114.98</c:v>
                </c:pt>
                <c:pt idx="41">
                  <c:v>114.98</c:v>
                </c:pt>
                <c:pt idx="42">
                  <c:v>114.98</c:v>
                </c:pt>
              </c:numCache>
            </c:numRef>
          </c:xVal>
          <c:yVal>
            <c:numRef>
              <c:f>Sheet1!$B$2:$B$44</c:f>
              <c:numCache>
                <c:formatCode>General</c:formatCode>
                <c:ptCount val="43"/>
                <c:pt idx="0">
                  <c:v>6050.0</c:v>
                </c:pt>
                <c:pt idx="1">
                  <c:v>6050.1</c:v>
                </c:pt>
                <c:pt idx="2">
                  <c:v>6080.0</c:v>
                </c:pt>
                <c:pt idx="3">
                  <c:v>6109.9</c:v>
                </c:pt>
                <c:pt idx="4">
                  <c:v>6110.0</c:v>
                </c:pt>
                <c:pt idx="5">
                  <c:v>6110.1</c:v>
                </c:pt>
                <c:pt idx="6">
                  <c:v>6130.0</c:v>
                </c:pt>
                <c:pt idx="7">
                  <c:v>6149.9</c:v>
                </c:pt>
                <c:pt idx="8">
                  <c:v>6150.0</c:v>
                </c:pt>
                <c:pt idx="9">
                  <c:v>6150.1</c:v>
                </c:pt>
                <c:pt idx="10">
                  <c:v>6199.0</c:v>
                </c:pt>
                <c:pt idx="11">
                  <c:v>6247.9</c:v>
                </c:pt>
                <c:pt idx="12">
                  <c:v>6248.0</c:v>
                </c:pt>
                <c:pt idx="13">
                  <c:v>6248.1</c:v>
                </c:pt>
                <c:pt idx="14">
                  <c:v>6257.5</c:v>
                </c:pt>
                <c:pt idx="15">
                  <c:v>6266.9</c:v>
                </c:pt>
                <c:pt idx="16">
                  <c:v>6267.0</c:v>
                </c:pt>
                <c:pt idx="17">
                  <c:v>6267.1</c:v>
                </c:pt>
                <c:pt idx="18">
                  <c:v>6292.0</c:v>
                </c:pt>
                <c:pt idx="19">
                  <c:v>6316.9</c:v>
                </c:pt>
                <c:pt idx="20">
                  <c:v>6317.0</c:v>
                </c:pt>
                <c:pt idx="21">
                  <c:v>6317.1</c:v>
                </c:pt>
                <c:pt idx="22">
                  <c:v>6342.33</c:v>
                </c:pt>
                <c:pt idx="23">
                  <c:v>6367.55</c:v>
                </c:pt>
                <c:pt idx="24">
                  <c:v>6367.65</c:v>
                </c:pt>
                <c:pt idx="25">
                  <c:v>6367.75</c:v>
                </c:pt>
                <c:pt idx="26">
                  <c:v>6422.42</c:v>
                </c:pt>
                <c:pt idx="27">
                  <c:v>6425.56</c:v>
                </c:pt>
                <c:pt idx="28">
                  <c:v>6483.38</c:v>
                </c:pt>
                <c:pt idx="29">
                  <c:v>6541.19</c:v>
                </c:pt>
                <c:pt idx="30">
                  <c:v>6599.0</c:v>
                </c:pt>
                <c:pt idx="31">
                  <c:v>6605.45</c:v>
                </c:pt>
                <c:pt idx="32">
                  <c:v>6611.9</c:v>
                </c:pt>
                <c:pt idx="33">
                  <c:v>6612.0</c:v>
                </c:pt>
                <c:pt idx="34">
                  <c:v>6612.1</c:v>
                </c:pt>
                <c:pt idx="35">
                  <c:v>6622.42</c:v>
                </c:pt>
                <c:pt idx="36">
                  <c:v>6672.05</c:v>
                </c:pt>
                <c:pt idx="37">
                  <c:v>6732.0</c:v>
                </c:pt>
                <c:pt idx="38">
                  <c:v>6732.0</c:v>
                </c:pt>
                <c:pt idx="39">
                  <c:v>6732.0</c:v>
                </c:pt>
                <c:pt idx="40">
                  <c:v>6732.0</c:v>
                </c:pt>
                <c:pt idx="41">
                  <c:v>6732.0</c:v>
                </c:pt>
                <c:pt idx="42">
                  <c:v>6732.0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Sheet1!$B$46</c:f>
              <c:strCache>
                <c:ptCount val="1"/>
                <c:pt idx="0">
                  <c:v>Geotérmico</c:v>
                </c:pt>
              </c:strCache>
            </c:strRef>
          </c:tx>
          <c:spPr>
            <a:ln w="15875">
              <a:solidFill>
                <a:srgbClr val="9AA5AE"/>
              </a:solidFill>
              <a:prstDash val="dash"/>
            </a:ln>
          </c:spPr>
          <c:marker>
            <c:symbol val="none"/>
          </c:marker>
          <c:xVal>
            <c:numRef>
              <c:f>Sheet1!$A$47:$A$89</c:f>
              <c:numCache>
                <c:formatCode>General</c:formatCode>
                <c:ptCount val="43"/>
                <c:pt idx="0">
                  <c:v>105.3</c:v>
                </c:pt>
                <c:pt idx="1">
                  <c:v>105.3</c:v>
                </c:pt>
                <c:pt idx="2">
                  <c:v>105.3</c:v>
                </c:pt>
                <c:pt idx="3">
                  <c:v>105.44</c:v>
                </c:pt>
                <c:pt idx="4">
                  <c:v>105.59</c:v>
                </c:pt>
                <c:pt idx="5">
                  <c:v>105.59</c:v>
                </c:pt>
                <c:pt idx="6">
                  <c:v>105.59</c:v>
                </c:pt>
                <c:pt idx="7">
                  <c:v>106.03</c:v>
                </c:pt>
                <c:pt idx="8">
                  <c:v>106.46</c:v>
                </c:pt>
                <c:pt idx="9">
                  <c:v>106.46</c:v>
                </c:pt>
                <c:pt idx="10">
                  <c:v>106.46</c:v>
                </c:pt>
                <c:pt idx="11">
                  <c:v>106.75</c:v>
                </c:pt>
                <c:pt idx="12">
                  <c:v>107.04</c:v>
                </c:pt>
                <c:pt idx="13">
                  <c:v>107.04</c:v>
                </c:pt>
                <c:pt idx="14">
                  <c:v>107.04</c:v>
                </c:pt>
                <c:pt idx="15">
                  <c:v>107.75</c:v>
                </c:pt>
                <c:pt idx="16">
                  <c:v>108.46</c:v>
                </c:pt>
                <c:pt idx="17">
                  <c:v>108.47</c:v>
                </c:pt>
                <c:pt idx="18">
                  <c:v>108.47</c:v>
                </c:pt>
                <c:pt idx="19">
                  <c:v>108.6</c:v>
                </c:pt>
                <c:pt idx="20">
                  <c:v>108.74</c:v>
                </c:pt>
                <c:pt idx="21">
                  <c:v>108.74</c:v>
                </c:pt>
                <c:pt idx="22">
                  <c:v>108.74</c:v>
                </c:pt>
                <c:pt idx="23">
                  <c:v>109.11</c:v>
                </c:pt>
                <c:pt idx="24">
                  <c:v>109.47</c:v>
                </c:pt>
                <c:pt idx="25">
                  <c:v>109.47</c:v>
                </c:pt>
                <c:pt idx="26">
                  <c:v>109.47</c:v>
                </c:pt>
                <c:pt idx="27">
                  <c:v>109.84</c:v>
                </c:pt>
                <c:pt idx="28">
                  <c:v>110.2</c:v>
                </c:pt>
                <c:pt idx="29">
                  <c:v>110.2</c:v>
                </c:pt>
                <c:pt idx="30">
                  <c:v>110.21</c:v>
                </c:pt>
                <c:pt idx="31">
                  <c:v>111.0</c:v>
                </c:pt>
                <c:pt idx="32">
                  <c:v>111.06</c:v>
                </c:pt>
                <c:pt idx="33">
                  <c:v>112.22</c:v>
                </c:pt>
                <c:pt idx="34">
                  <c:v>113.38</c:v>
                </c:pt>
                <c:pt idx="35">
                  <c:v>114.53</c:v>
                </c:pt>
                <c:pt idx="36">
                  <c:v>114.66</c:v>
                </c:pt>
                <c:pt idx="37">
                  <c:v>114.79</c:v>
                </c:pt>
                <c:pt idx="38">
                  <c:v>114.79</c:v>
                </c:pt>
                <c:pt idx="39">
                  <c:v>114.79</c:v>
                </c:pt>
                <c:pt idx="40">
                  <c:v>115.0</c:v>
                </c:pt>
                <c:pt idx="41">
                  <c:v>116.48</c:v>
                </c:pt>
                <c:pt idx="42">
                  <c:v>118.26</c:v>
                </c:pt>
              </c:numCache>
            </c:numRef>
          </c:xVal>
          <c:yVal>
            <c:numRef>
              <c:f>Sheet1!$B$47:$B$89</c:f>
              <c:numCache>
                <c:formatCode>General</c:formatCode>
                <c:ptCount val="43"/>
                <c:pt idx="0">
                  <c:v>6029.9</c:v>
                </c:pt>
                <c:pt idx="1">
                  <c:v>6030.0</c:v>
                </c:pt>
                <c:pt idx="2">
                  <c:v>6030.1</c:v>
                </c:pt>
                <c:pt idx="3">
                  <c:v>6040.0</c:v>
                </c:pt>
                <c:pt idx="4">
                  <c:v>6049.9</c:v>
                </c:pt>
                <c:pt idx="5">
                  <c:v>6050.0</c:v>
                </c:pt>
                <c:pt idx="6">
                  <c:v>6050.1</c:v>
                </c:pt>
                <c:pt idx="7">
                  <c:v>6080.0</c:v>
                </c:pt>
                <c:pt idx="8">
                  <c:v>6109.9</c:v>
                </c:pt>
                <c:pt idx="9">
                  <c:v>6110.0</c:v>
                </c:pt>
                <c:pt idx="10">
                  <c:v>6110.1</c:v>
                </c:pt>
                <c:pt idx="11">
                  <c:v>6130.0</c:v>
                </c:pt>
                <c:pt idx="12">
                  <c:v>6149.9</c:v>
                </c:pt>
                <c:pt idx="13">
                  <c:v>6150.0</c:v>
                </c:pt>
                <c:pt idx="14">
                  <c:v>6150.1</c:v>
                </c:pt>
                <c:pt idx="15">
                  <c:v>6199.0</c:v>
                </c:pt>
                <c:pt idx="16">
                  <c:v>6247.9</c:v>
                </c:pt>
                <c:pt idx="17">
                  <c:v>6248.0</c:v>
                </c:pt>
                <c:pt idx="18">
                  <c:v>6248.1</c:v>
                </c:pt>
                <c:pt idx="19">
                  <c:v>6257.5</c:v>
                </c:pt>
                <c:pt idx="20">
                  <c:v>6266.9</c:v>
                </c:pt>
                <c:pt idx="21">
                  <c:v>6267.0</c:v>
                </c:pt>
                <c:pt idx="22">
                  <c:v>6267.1</c:v>
                </c:pt>
                <c:pt idx="23">
                  <c:v>6292.0</c:v>
                </c:pt>
                <c:pt idx="24">
                  <c:v>6316.9</c:v>
                </c:pt>
                <c:pt idx="25">
                  <c:v>6317.0</c:v>
                </c:pt>
                <c:pt idx="26">
                  <c:v>6317.1</c:v>
                </c:pt>
                <c:pt idx="27">
                  <c:v>6342.33</c:v>
                </c:pt>
                <c:pt idx="28">
                  <c:v>6367.55</c:v>
                </c:pt>
                <c:pt idx="29">
                  <c:v>6367.65</c:v>
                </c:pt>
                <c:pt idx="30">
                  <c:v>6367.75</c:v>
                </c:pt>
                <c:pt idx="31">
                  <c:v>6422.42</c:v>
                </c:pt>
                <c:pt idx="32">
                  <c:v>6425.56</c:v>
                </c:pt>
                <c:pt idx="33">
                  <c:v>6483.38</c:v>
                </c:pt>
                <c:pt idx="34">
                  <c:v>6541.19</c:v>
                </c:pt>
                <c:pt idx="35">
                  <c:v>6599.0</c:v>
                </c:pt>
                <c:pt idx="36">
                  <c:v>6605.45</c:v>
                </c:pt>
                <c:pt idx="37">
                  <c:v>6611.9</c:v>
                </c:pt>
                <c:pt idx="38">
                  <c:v>6612.0</c:v>
                </c:pt>
                <c:pt idx="39">
                  <c:v>6612.1</c:v>
                </c:pt>
                <c:pt idx="40">
                  <c:v>6622.42</c:v>
                </c:pt>
                <c:pt idx="41">
                  <c:v>6672.05</c:v>
                </c:pt>
                <c:pt idx="42">
                  <c:v>6732.0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20.0"/>
          <c:min val="102.5"/>
        </c:scaling>
        <c:delete val="0"/>
        <c:axPos val="b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Temperatura (°C)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  <c:majorUnit val="2.5"/>
      </c:valAx>
      <c:valAx>
        <c:axId val="-2129643912"/>
        <c:scaling>
          <c:orientation val="maxMin"/>
          <c:max val="6800.0"/>
          <c:min val="6000.0"/>
        </c:scaling>
        <c:delete val="0"/>
        <c:axPos val="l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MD (m)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  <c:majorUnit val="100.0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5B6B76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B2B36"/>
                </a:solidFill>
                <a:latin typeface="Calibri"/>
              </a:rPr>
              <a:t>WellCat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WellCat</c:v>
                </c:pt>
              </c:strCache>
            </c:strRef>
          </c:tx>
          <c:spPr>
            <a:ln w="25400">
              <a:solidFill>
                <a:srgbClr val="D9822B"/>
              </a:solidFill>
            </a:ln>
          </c:spPr>
          <c:marker>
            <c:symbol val="circle"/>
            <c:size val="5"/>
            <c:spPr>
              <a:solidFill>
                <a:srgbClr val="D9822B"/>
              </a:solidFill>
              <a:ln>
                <a:solidFill>
                  <a:srgbClr val="D9822B"/>
                </a:solidFill>
              </a:ln>
            </c:spPr>
          </c:marker>
          <c:xVal>
            <c:numRef>
              <c:f>Sheet1!$A$2:$A$44</c:f>
              <c:numCache>
                <c:formatCode>General</c:formatCode>
                <c:ptCount val="43"/>
                <c:pt idx="0">
                  <c:v>112.85</c:v>
                </c:pt>
                <c:pt idx="1">
                  <c:v>113.51</c:v>
                </c:pt>
                <c:pt idx="2">
                  <c:v>114.18</c:v>
                </c:pt>
                <c:pt idx="3">
                  <c:v>114.35</c:v>
                </c:pt>
                <c:pt idx="4">
                  <c:v>114.49</c:v>
                </c:pt>
                <c:pt idx="5">
                  <c:v>115.29</c:v>
                </c:pt>
                <c:pt idx="6">
                  <c:v>117.28</c:v>
                </c:pt>
                <c:pt idx="7">
                  <c:v>118.26</c:v>
                </c:pt>
                <c:pt idx="8">
                  <c:v>118.26</c:v>
                </c:pt>
                <c:pt idx="9">
                  <c:v>118.26</c:v>
                </c:pt>
                <c:pt idx="10">
                  <c:v>118.26</c:v>
                </c:pt>
                <c:pt idx="11">
                  <c:v>118.26</c:v>
                </c:pt>
                <c:pt idx="12">
                  <c:v>118.26</c:v>
                </c:pt>
                <c:pt idx="13">
                  <c:v>118.26</c:v>
                </c:pt>
                <c:pt idx="14">
                  <c:v>118.26</c:v>
                </c:pt>
                <c:pt idx="15">
                  <c:v>118.26</c:v>
                </c:pt>
                <c:pt idx="16">
                  <c:v>118.26</c:v>
                </c:pt>
                <c:pt idx="17">
                  <c:v>118.26</c:v>
                </c:pt>
                <c:pt idx="18">
                  <c:v>118.26</c:v>
                </c:pt>
                <c:pt idx="19">
                  <c:v>118.26</c:v>
                </c:pt>
                <c:pt idx="20">
                  <c:v>118.26</c:v>
                </c:pt>
                <c:pt idx="21">
                  <c:v>118.26</c:v>
                </c:pt>
                <c:pt idx="22">
                  <c:v>118.26</c:v>
                </c:pt>
                <c:pt idx="23">
                  <c:v>118.26</c:v>
                </c:pt>
                <c:pt idx="24">
                  <c:v>118.26</c:v>
                </c:pt>
                <c:pt idx="25">
                  <c:v>118.26</c:v>
                </c:pt>
                <c:pt idx="26">
                  <c:v>118.26</c:v>
                </c:pt>
                <c:pt idx="27">
                  <c:v>118.26</c:v>
                </c:pt>
                <c:pt idx="28">
                  <c:v>118.26</c:v>
                </c:pt>
                <c:pt idx="29">
                  <c:v>118.26</c:v>
                </c:pt>
                <c:pt idx="30">
                  <c:v>118.26</c:v>
                </c:pt>
                <c:pt idx="31">
                  <c:v>118.26</c:v>
                </c:pt>
                <c:pt idx="32">
                  <c:v>118.26</c:v>
                </c:pt>
                <c:pt idx="33">
                  <c:v>118.26</c:v>
                </c:pt>
                <c:pt idx="34">
                  <c:v>118.26</c:v>
                </c:pt>
                <c:pt idx="35">
                  <c:v>118.26</c:v>
                </c:pt>
                <c:pt idx="36">
                  <c:v>118.26</c:v>
                </c:pt>
                <c:pt idx="37">
                  <c:v>118.26</c:v>
                </c:pt>
                <c:pt idx="38">
                  <c:v>118.26</c:v>
                </c:pt>
                <c:pt idx="39">
                  <c:v>118.26</c:v>
                </c:pt>
                <c:pt idx="40">
                  <c:v>118.26</c:v>
                </c:pt>
                <c:pt idx="41">
                  <c:v>118.26</c:v>
                </c:pt>
                <c:pt idx="42">
                  <c:v>118.26</c:v>
                </c:pt>
              </c:numCache>
            </c:numRef>
          </c:xVal>
          <c:yVal>
            <c:numRef>
              <c:f>Sheet1!$B$2:$B$44</c:f>
              <c:numCache>
                <c:formatCode>General</c:formatCode>
                <c:ptCount val="43"/>
                <c:pt idx="0">
                  <c:v>6078.77</c:v>
                </c:pt>
                <c:pt idx="1">
                  <c:v>6304.02</c:v>
                </c:pt>
                <c:pt idx="2">
                  <c:v>6339.81</c:v>
                </c:pt>
                <c:pt idx="3">
                  <c:v>6435.12</c:v>
                </c:pt>
                <c:pt idx="4">
                  <c:v>6557.09</c:v>
                </c:pt>
                <c:pt idx="5">
                  <c:v>6641.8</c:v>
                </c:pt>
                <c:pt idx="6">
                  <c:v>6703.52</c:v>
                </c:pt>
                <c:pt idx="7">
                  <c:v>6732.0</c:v>
                </c:pt>
                <c:pt idx="8">
                  <c:v>6732.0</c:v>
                </c:pt>
                <c:pt idx="9">
                  <c:v>6732.0</c:v>
                </c:pt>
                <c:pt idx="10">
                  <c:v>6732.0</c:v>
                </c:pt>
                <c:pt idx="11">
                  <c:v>6732.0</c:v>
                </c:pt>
                <c:pt idx="12">
                  <c:v>6732.0</c:v>
                </c:pt>
                <c:pt idx="13">
                  <c:v>6732.0</c:v>
                </c:pt>
                <c:pt idx="14">
                  <c:v>6732.0</c:v>
                </c:pt>
                <c:pt idx="15">
                  <c:v>6732.0</c:v>
                </c:pt>
                <c:pt idx="16">
                  <c:v>6732.0</c:v>
                </c:pt>
                <c:pt idx="17">
                  <c:v>6732.0</c:v>
                </c:pt>
                <c:pt idx="18">
                  <c:v>6732.0</c:v>
                </c:pt>
                <c:pt idx="19">
                  <c:v>6732.0</c:v>
                </c:pt>
                <c:pt idx="20">
                  <c:v>6732.0</c:v>
                </c:pt>
                <c:pt idx="21">
                  <c:v>6732.0</c:v>
                </c:pt>
                <c:pt idx="22">
                  <c:v>6732.0</c:v>
                </c:pt>
                <c:pt idx="23">
                  <c:v>6732.0</c:v>
                </c:pt>
                <c:pt idx="24">
                  <c:v>6732.0</c:v>
                </c:pt>
                <c:pt idx="25">
                  <c:v>6732.0</c:v>
                </c:pt>
                <c:pt idx="26">
                  <c:v>6732.0</c:v>
                </c:pt>
                <c:pt idx="27">
                  <c:v>6732.0</c:v>
                </c:pt>
                <c:pt idx="28">
                  <c:v>6732.0</c:v>
                </c:pt>
                <c:pt idx="29">
                  <c:v>6732.0</c:v>
                </c:pt>
                <c:pt idx="30">
                  <c:v>6732.0</c:v>
                </c:pt>
                <c:pt idx="31">
                  <c:v>6732.0</c:v>
                </c:pt>
                <c:pt idx="32">
                  <c:v>6732.0</c:v>
                </c:pt>
                <c:pt idx="33">
                  <c:v>6732.0</c:v>
                </c:pt>
                <c:pt idx="34">
                  <c:v>6732.0</c:v>
                </c:pt>
                <c:pt idx="35">
                  <c:v>6732.0</c:v>
                </c:pt>
                <c:pt idx="36">
                  <c:v>6732.0</c:v>
                </c:pt>
                <c:pt idx="37">
                  <c:v>6732.0</c:v>
                </c:pt>
                <c:pt idx="38">
                  <c:v>6732.0</c:v>
                </c:pt>
                <c:pt idx="39">
                  <c:v>6732.0</c:v>
                </c:pt>
                <c:pt idx="40">
                  <c:v>6732.0</c:v>
                </c:pt>
                <c:pt idx="41">
                  <c:v>6732.0</c:v>
                </c:pt>
                <c:pt idx="42">
                  <c:v>6732.0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Sheet1!$B$46</c:f>
              <c:strCache>
                <c:ptCount val="1"/>
                <c:pt idx="0">
                  <c:v>WellCat estimado</c:v>
                </c:pt>
              </c:strCache>
            </c:strRef>
          </c:tx>
          <c:spPr>
            <a:ln w="28575">
              <a:solidFill>
                <a:srgbClr val="F2B880"/>
              </a:solidFill>
              <a:prstDash val="sysDot"/>
            </a:ln>
          </c:spPr>
          <c:marker>
            <c:symbol val="none"/>
          </c:marker>
          <c:xVal>
            <c:numRef>
              <c:f>Sheet1!$A$47:$A$89</c:f>
              <c:numCache>
                <c:formatCode>General</c:formatCode>
                <c:ptCount val="43"/>
                <c:pt idx="0">
                  <c:v>112.7657016648169</c:v>
                </c:pt>
                <c:pt idx="1">
                  <c:v>112.76599467258605</c:v>
                </c:pt>
                <c:pt idx="2">
                  <c:v>112.85</c:v>
                </c:pt>
                <c:pt idx="3">
                  <c:v>112.85</c:v>
                </c:pt>
                <c:pt idx="4">
                  <c:v>112.85</c:v>
                </c:pt>
                <c:pt idx="5">
                  <c:v>112.85</c:v>
                </c:pt>
                <c:pt idx="6">
                  <c:v>112.85</c:v>
                </c:pt>
                <c:pt idx="7">
                  <c:v>112.85</c:v>
                </c:pt>
                <c:pt idx="8">
                  <c:v>112.85</c:v>
                </c:pt>
                <c:pt idx="9">
                  <c:v>112.85</c:v>
                </c:pt>
                <c:pt idx="10">
                  <c:v>112.85</c:v>
                </c:pt>
                <c:pt idx="11">
                  <c:v>112.85</c:v>
                </c:pt>
                <c:pt idx="12">
                  <c:v>112.85</c:v>
                </c:pt>
                <c:pt idx="13">
                  <c:v>112.85</c:v>
                </c:pt>
                <c:pt idx="14">
                  <c:v>112.85</c:v>
                </c:pt>
                <c:pt idx="15">
                  <c:v>112.85</c:v>
                </c:pt>
                <c:pt idx="16">
                  <c:v>112.85</c:v>
                </c:pt>
                <c:pt idx="17">
                  <c:v>112.85</c:v>
                </c:pt>
                <c:pt idx="18">
                  <c:v>112.85</c:v>
                </c:pt>
                <c:pt idx="19">
                  <c:v>112.85</c:v>
                </c:pt>
                <c:pt idx="20">
                  <c:v>112.85</c:v>
                </c:pt>
                <c:pt idx="21">
                  <c:v>112.85</c:v>
                </c:pt>
                <c:pt idx="22">
                  <c:v>112.85</c:v>
                </c:pt>
                <c:pt idx="23">
                  <c:v>112.85</c:v>
                </c:pt>
                <c:pt idx="24">
                  <c:v>112.85</c:v>
                </c:pt>
                <c:pt idx="25">
                  <c:v>112.85</c:v>
                </c:pt>
                <c:pt idx="26">
                  <c:v>112.85</c:v>
                </c:pt>
                <c:pt idx="27">
                  <c:v>112.85</c:v>
                </c:pt>
                <c:pt idx="28">
                  <c:v>112.85</c:v>
                </c:pt>
                <c:pt idx="29">
                  <c:v>112.85</c:v>
                </c:pt>
                <c:pt idx="30">
                  <c:v>112.85</c:v>
                </c:pt>
                <c:pt idx="31">
                  <c:v>112.85</c:v>
                </c:pt>
                <c:pt idx="32">
                  <c:v>112.85</c:v>
                </c:pt>
                <c:pt idx="33">
                  <c:v>112.85</c:v>
                </c:pt>
                <c:pt idx="34">
                  <c:v>112.85</c:v>
                </c:pt>
                <c:pt idx="35">
                  <c:v>112.85</c:v>
                </c:pt>
                <c:pt idx="36">
                  <c:v>112.85</c:v>
                </c:pt>
                <c:pt idx="37">
                  <c:v>112.85</c:v>
                </c:pt>
                <c:pt idx="38">
                  <c:v>112.85</c:v>
                </c:pt>
                <c:pt idx="39">
                  <c:v>112.85</c:v>
                </c:pt>
                <c:pt idx="40">
                  <c:v>112.85</c:v>
                </c:pt>
                <c:pt idx="41">
                  <c:v>112.85</c:v>
                </c:pt>
                <c:pt idx="42">
                  <c:v>112.85</c:v>
                </c:pt>
              </c:numCache>
            </c:numRef>
          </c:xVal>
          <c:yVal>
            <c:numRef>
              <c:f>Sheet1!$B$47:$B$89</c:f>
              <c:numCache>
                <c:formatCode>General</c:formatCode>
                <c:ptCount val="43"/>
                <c:pt idx="0">
                  <c:v>6050.0</c:v>
                </c:pt>
                <c:pt idx="1">
                  <c:v>6050.1</c:v>
                </c:pt>
                <c:pt idx="2">
                  <c:v>6078.77</c:v>
                </c:pt>
                <c:pt idx="3">
                  <c:v>6078.77</c:v>
                </c:pt>
                <c:pt idx="4">
                  <c:v>6078.77</c:v>
                </c:pt>
                <c:pt idx="5">
                  <c:v>6078.77</c:v>
                </c:pt>
                <c:pt idx="6">
                  <c:v>6078.77</c:v>
                </c:pt>
                <c:pt idx="7">
                  <c:v>6078.77</c:v>
                </c:pt>
                <c:pt idx="8">
                  <c:v>6078.77</c:v>
                </c:pt>
                <c:pt idx="9">
                  <c:v>6078.77</c:v>
                </c:pt>
                <c:pt idx="10">
                  <c:v>6078.77</c:v>
                </c:pt>
                <c:pt idx="11">
                  <c:v>6078.77</c:v>
                </c:pt>
                <c:pt idx="12">
                  <c:v>6078.77</c:v>
                </c:pt>
                <c:pt idx="13">
                  <c:v>6078.77</c:v>
                </c:pt>
                <c:pt idx="14">
                  <c:v>6078.77</c:v>
                </c:pt>
                <c:pt idx="15">
                  <c:v>6078.77</c:v>
                </c:pt>
                <c:pt idx="16">
                  <c:v>6078.77</c:v>
                </c:pt>
                <c:pt idx="17">
                  <c:v>6078.77</c:v>
                </c:pt>
                <c:pt idx="18">
                  <c:v>6078.77</c:v>
                </c:pt>
                <c:pt idx="19">
                  <c:v>6078.77</c:v>
                </c:pt>
                <c:pt idx="20">
                  <c:v>6078.77</c:v>
                </c:pt>
                <c:pt idx="21">
                  <c:v>6078.77</c:v>
                </c:pt>
                <c:pt idx="22">
                  <c:v>6078.77</c:v>
                </c:pt>
                <c:pt idx="23">
                  <c:v>6078.77</c:v>
                </c:pt>
                <c:pt idx="24">
                  <c:v>6078.77</c:v>
                </c:pt>
                <c:pt idx="25">
                  <c:v>6078.77</c:v>
                </c:pt>
                <c:pt idx="26">
                  <c:v>6078.77</c:v>
                </c:pt>
                <c:pt idx="27">
                  <c:v>6078.77</c:v>
                </c:pt>
                <c:pt idx="28">
                  <c:v>6078.77</c:v>
                </c:pt>
                <c:pt idx="29">
                  <c:v>6078.77</c:v>
                </c:pt>
                <c:pt idx="30">
                  <c:v>6078.77</c:v>
                </c:pt>
                <c:pt idx="31">
                  <c:v>6078.77</c:v>
                </c:pt>
                <c:pt idx="32">
                  <c:v>6078.77</c:v>
                </c:pt>
                <c:pt idx="33">
                  <c:v>6078.77</c:v>
                </c:pt>
                <c:pt idx="34">
                  <c:v>6078.77</c:v>
                </c:pt>
                <c:pt idx="35">
                  <c:v>6078.77</c:v>
                </c:pt>
                <c:pt idx="36">
                  <c:v>6078.77</c:v>
                </c:pt>
                <c:pt idx="37">
                  <c:v>6078.77</c:v>
                </c:pt>
                <c:pt idx="38">
                  <c:v>6078.77</c:v>
                </c:pt>
                <c:pt idx="39">
                  <c:v>6078.77</c:v>
                </c:pt>
                <c:pt idx="40">
                  <c:v>6078.77</c:v>
                </c:pt>
                <c:pt idx="41">
                  <c:v>6078.77</c:v>
                </c:pt>
                <c:pt idx="42">
                  <c:v>6078.77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Sheet1!$B$91</c:f>
              <c:strCache>
                <c:ptCount val="1"/>
                <c:pt idx="0">
                  <c:v>Geotérmico</c:v>
                </c:pt>
              </c:strCache>
            </c:strRef>
          </c:tx>
          <c:spPr>
            <a:ln w="15875">
              <a:solidFill>
                <a:srgbClr val="9AA5AE"/>
              </a:solidFill>
              <a:prstDash val="dash"/>
            </a:ln>
          </c:spPr>
          <c:marker>
            <c:symbol val="none"/>
          </c:marker>
          <c:xVal>
            <c:numRef>
              <c:f>Sheet1!$A$92:$A$134</c:f>
              <c:numCache>
                <c:formatCode>General</c:formatCode>
                <c:ptCount val="43"/>
                <c:pt idx="0">
                  <c:v>105.3</c:v>
                </c:pt>
                <c:pt idx="1">
                  <c:v>105.3</c:v>
                </c:pt>
                <c:pt idx="2">
                  <c:v>105.3</c:v>
                </c:pt>
                <c:pt idx="3">
                  <c:v>105.44</c:v>
                </c:pt>
                <c:pt idx="4">
                  <c:v>105.59</c:v>
                </c:pt>
                <c:pt idx="5">
                  <c:v>105.59</c:v>
                </c:pt>
                <c:pt idx="6">
                  <c:v>105.59</c:v>
                </c:pt>
                <c:pt idx="7">
                  <c:v>106.03</c:v>
                </c:pt>
                <c:pt idx="8">
                  <c:v>106.46</c:v>
                </c:pt>
                <c:pt idx="9">
                  <c:v>106.46</c:v>
                </c:pt>
                <c:pt idx="10">
                  <c:v>106.46</c:v>
                </c:pt>
                <c:pt idx="11">
                  <c:v>106.75</c:v>
                </c:pt>
                <c:pt idx="12">
                  <c:v>107.04</c:v>
                </c:pt>
                <c:pt idx="13">
                  <c:v>107.04</c:v>
                </c:pt>
                <c:pt idx="14">
                  <c:v>107.04</c:v>
                </c:pt>
                <c:pt idx="15">
                  <c:v>107.75</c:v>
                </c:pt>
                <c:pt idx="16">
                  <c:v>108.46</c:v>
                </c:pt>
                <c:pt idx="17">
                  <c:v>108.47</c:v>
                </c:pt>
                <c:pt idx="18">
                  <c:v>108.47</c:v>
                </c:pt>
                <c:pt idx="19">
                  <c:v>108.6</c:v>
                </c:pt>
                <c:pt idx="20">
                  <c:v>108.74</c:v>
                </c:pt>
                <c:pt idx="21">
                  <c:v>108.74</c:v>
                </c:pt>
                <c:pt idx="22">
                  <c:v>108.74</c:v>
                </c:pt>
                <c:pt idx="23">
                  <c:v>109.11</c:v>
                </c:pt>
                <c:pt idx="24">
                  <c:v>109.47</c:v>
                </c:pt>
                <c:pt idx="25">
                  <c:v>109.47</c:v>
                </c:pt>
                <c:pt idx="26">
                  <c:v>109.47</c:v>
                </c:pt>
                <c:pt idx="27">
                  <c:v>109.84</c:v>
                </c:pt>
                <c:pt idx="28">
                  <c:v>110.2</c:v>
                </c:pt>
                <c:pt idx="29">
                  <c:v>110.2</c:v>
                </c:pt>
                <c:pt idx="30">
                  <c:v>110.21</c:v>
                </c:pt>
                <c:pt idx="31">
                  <c:v>111.0</c:v>
                </c:pt>
                <c:pt idx="32">
                  <c:v>111.06</c:v>
                </c:pt>
                <c:pt idx="33">
                  <c:v>112.22</c:v>
                </c:pt>
                <c:pt idx="34">
                  <c:v>113.38</c:v>
                </c:pt>
                <c:pt idx="35">
                  <c:v>114.53</c:v>
                </c:pt>
                <c:pt idx="36">
                  <c:v>114.66</c:v>
                </c:pt>
                <c:pt idx="37">
                  <c:v>114.79</c:v>
                </c:pt>
                <c:pt idx="38">
                  <c:v>114.79</c:v>
                </c:pt>
                <c:pt idx="39">
                  <c:v>114.79</c:v>
                </c:pt>
                <c:pt idx="40">
                  <c:v>115.0</c:v>
                </c:pt>
                <c:pt idx="41">
                  <c:v>116.48</c:v>
                </c:pt>
                <c:pt idx="42">
                  <c:v>118.26</c:v>
                </c:pt>
              </c:numCache>
            </c:numRef>
          </c:xVal>
          <c:yVal>
            <c:numRef>
              <c:f>Sheet1!$B$92:$B$134</c:f>
              <c:numCache>
                <c:formatCode>General</c:formatCode>
                <c:ptCount val="43"/>
                <c:pt idx="0">
                  <c:v>6029.9</c:v>
                </c:pt>
                <c:pt idx="1">
                  <c:v>6030.0</c:v>
                </c:pt>
                <c:pt idx="2">
                  <c:v>6030.1</c:v>
                </c:pt>
                <c:pt idx="3">
                  <c:v>6040.0</c:v>
                </c:pt>
                <c:pt idx="4">
                  <c:v>6049.9</c:v>
                </c:pt>
                <c:pt idx="5">
                  <c:v>6050.0</c:v>
                </c:pt>
                <c:pt idx="6">
                  <c:v>6050.1</c:v>
                </c:pt>
                <c:pt idx="7">
                  <c:v>6080.0</c:v>
                </c:pt>
                <c:pt idx="8">
                  <c:v>6109.9</c:v>
                </c:pt>
                <c:pt idx="9">
                  <c:v>6110.0</c:v>
                </c:pt>
                <c:pt idx="10">
                  <c:v>6110.1</c:v>
                </c:pt>
                <c:pt idx="11">
                  <c:v>6130.0</c:v>
                </c:pt>
                <c:pt idx="12">
                  <c:v>6149.9</c:v>
                </c:pt>
                <c:pt idx="13">
                  <c:v>6150.0</c:v>
                </c:pt>
                <c:pt idx="14">
                  <c:v>6150.1</c:v>
                </c:pt>
                <c:pt idx="15">
                  <c:v>6199.0</c:v>
                </c:pt>
                <c:pt idx="16">
                  <c:v>6247.9</c:v>
                </c:pt>
                <c:pt idx="17">
                  <c:v>6248.0</c:v>
                </c:pt>
                <c:pt idx="18">
                  <c:v>6248.1</c:v>
                </c:pt>
                <c:pt idx="19">
                  <c:v>6257.5</c:v>
                </c:pt>
                <c:pt idx="20">
                  <c:v>6266.9</c:v>
                </c:pt>
                <c:pt idx="21">
                  <c:v>6267.0</c:v>
                </c:pt>
                <c:pt idx="22">
                  <c:v>6267.1</c:v>
                </c:pt>
                <c:pt idx="23">
                  <c:v>6292.0</c:v>
                </c:pt>
                <c:pt idx="24">
                  <c:v>6316.9</c:v>
                </c:pt>
                <c:pt idx="25">
                  <c:v>6317.0</c:v>
                </c:pt>
                <c:pt idx="26">
                  <c:v>6317.1</c:v>
                </c:pt>
                <c:pt idx="27">
                  <c:v>6342.33</c:v>
                </c:pt>
                <c:pt idx="28">
                  <c:v>6367.55</c:v>
                </c:pt>
                <c:pt idx="29">
                  <c:v>6367.65</c:v>
                </c:pt>
                <c:pt idx="30">
                  <c:v>6367.75</c:v>
                </c:pt>
                <c:pt idx="31">
                  <c:v>6422.42</c:v>
                </c:pt>
                <c:pt idx="32">
                  <c:v>6425.56</c:v>
                </c:pt>
                <c:pt idx="33">
                  <c:v>6483.38</c:v>
                </c:pt>
                <c:pt idx="34">
                  <c:v>6541.19</c:v>
                </c:pt>
                <c:pt idx="35">
                  <c:v>6599.0</c:v>
                </c:pt>
                <c:pt idx="36">
                  <c:v>6605.45</c:v>
                </c:pt>
                <c:pt idx="37">
                  <c:v>6611.9</c:v>
                </c:pt>
                <c:pt idx="38">
                  <c:v>6612.0</c:v>
                </c:pt>
                <c:pt idx="39">
                  <c:v>6612.1</c:v>
                </c:pt>
                <c:pt idx="40">
                  <c:v>6622.42</c:v>
                </c:pt>
                <c:pt idx="41">
                  <c:v>6672.05</c:v>
                </c:pt>
                <c:pt idx="42">
                  <c:v>6732.0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20.0"/>
          <c:min val="102.5"/>
        </c:scaling>
        <c:delete val="0"/>
        <c:axPos val="b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Temperatura (°C)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  <c:majorUnit val="2.5"/>
      </c:valAx>
      <c:valAx>
        <c:axId val="-2129643912"/>
        <c:scaling>
          <c:orientation val="maxMin"/>
          <c:max val="6800.0"/>
          <c:min val="6000.0"/>
        </c:scaling>
        <c:delete val="0"/>
        <c:axPos val="l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MD (m)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  <c:majorUnit val="100.0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5B6B76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B2B36"/>
                </a:solidFill>
                <a:latin typeface="Calibri"/>
              </a:rPr>
              <a:t>Sobreposição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SCORE-PySafe</c:v>
                </c:pt>
              </c:strCache>
            </c:strRef>
          </c:tx>
          <c:spPr>
            <a:ln w="25400">
              <a:solidFill>
                <a:srgbClr val="0F7C8C"/>
              </a:solidFill>
            </a:ln>
          </c:spPr>
          <c:marker>
            <c:symbol val="none"/>
          </c:marker>
          <c:xVal>
            <c:numRef>
              <c:f>Sheet1!$A$2:$A$39</c:f>
              <c:numCache>
                <c:formatCode>General</c:formatCode>
                <c:ptCount val="38"/>
                <c:pt idx="0">
                  <c:v>111.99</c:v>
                </c:pt>
                <c:pt idx="1">
                  <c:v>111.99</c:v>
                </c:pt>
                <c:pt idx="2">
                  <c:v>112.12</c:v>
                </c:pt>
                <c:pt idx="3">
                  <c:v>112.26</c:v>
                </c:pt>
                <c:pt idx="4">
                  <c:v>112.26</c:v>
                </c:pt>
                <c:pt idx="5">
                  <c:v>112.26</c:v>
                </c:pt>
                <c:pt idx="6">
                  <c:v>112.34</c:v>
                </c:pt>
                <c:pt idx="7">
                  <c:v>112.43</c:v>
                </c:pt>
                <c:pt idx="8">
                  <c:v>112.43</c:v>
                </c:pt>
                <c:pt idx="9">
                  <c:v>112.43</c:v>
                </c:pt>
                <c:pt idx="10">
                  <c:v>112.64</c:v>
                </c:pt>
                <c:pt idx="11">
                  <c:v>112.85</c:v>
                </c:pt>
                <c:pt idx="12">
                  <c:v>112.85</c:v>
                </c:pt>
                <c:pt idx="13">
                  <c:v>112.85</c:v>
                </c:pt>
                <c:pt idx="14">
                  <c:v>112.92</c:v>
                </c:pt>
                <c:pt idx="15">
                  <c:v>112.99</c:v>
                </c:pt>
                <c:pt idx="16">
                  <c:v>112.99</c:v>
                </c:pt>
                <c:pt idx="17">
                  <c:v>112.99</c:v>
                </c:pt>
                <c:pt idx="18">
                  <c:v>113.17</c:v>
                </c:pt>
                <c:pt idx="19">
                  <c:v>113.36</c:v>
                </c:pt>
                <c:pt idx="20">
                  <c:v>113.36</c:v>
                </c:pt>
                <c:pt idx="21">
                  <c:v>113.36</c:v>
                </c:pt>
                <c:pt idx="22">
                  <c:v>113.54</c:v>
                </c:pt>
                <c:pt idx="23">
                  <c:v>113.73</c:v>
                </c:pt>
                <c:pt idx="24">
                  <c:v>113.72</c:v>
                </c:pt>
                <c:pt idx="25">
                  <c:v>113.72</c:v>
                </c:pt>
                <c:pt idx="26">
                  <c:v>113.91</c:v>
                </c:pt>
                <c:pt idx="27">
                  <c:v>113.93</c:v>
                </c:pt>
                <c:pt idx="28">
                  <c:v>114.13</c:v>
                </c:pt>
                <c:pt idx="29">
                  <c:v>114.33</c:v>
                </c:pt>
                <c:pt idx="30">
                  <c:v>114.53</c:v>
                </c:pt>
                <c:pt idx="31">
                  <c:v>114.55</c:v>
                </c:pt>
                <c:pt idx="32">
                  <c:v>114.57</c:v>
                </c:pt>
                <c:pt idx="33">
                  <c:v>114.57</c:v>
                </c:pt>
                <c:pt idx="34">
                  <c:v>114.57</c:v>
                </c:pt>
                <c:pt idx="35">
                  <c:v>114.61</c:v>
                </c:pt>
                <c:pt idx="36">
                  <c:v>114.78</c:v>
                </c:pt>
                <c:pt idx="37">
                  <c:v>114.98</c:v>
                </c:pt>
              </c:numCache>
            </c:numRef>
          </c:xVal>
          <c:yVal>
            <c:numRef>
              <c:f>Sheet1!$B$2:$B$39</c:f>
              <c:numCache>
                <c:formatCode>General</c:formatCode>
                <c:ptCount val="38"/>
                <c:pt idx="0">
                  <c:v>6050.0</c:v>
                </c:pt>
                <c:pt idx="1">
                  <c:v>6050.1</c:v>
                </c:pt>
                <c:pt idx="2">
                  <c:v>6080.0</c:v>
                </c:pt>
                <c:pt idx="3">
                  <c:v>6109.9</c:v>
                </c:pt>
                <c:pt idx="4">
                  <c:v>6110.0</c:v>
                </c:pt>
                <c:pt idx="5">
                  <c:v>6110.1</c:v>
                </c:pt>
                <c:pt idx="6">
                  <c:v>6130.0</c:v>
                </c:pt>
                <c:pt idx="7">
                  <c:v>6149.9</c:v>
                </c:pt>
                <c:pt idx="8">
                  <c:v>6150.0</c:v>
                </c:pt>
                <c:pt idx="9">
                  <c:v>6150.1</c:v>
                </c:pt>
                <c:pt idx="10">
                  <c:v>6199.0</c:v>
                </c:pt>
                <c:pt idx="11">
                  <c:v>6247.9</c:v>
                </c:pt>
                <c:pt idx="12">
                  <c:v>6248.0</c:v>
                </c:pt>
                <c:pt idx="13">
                  <c:v>6248.1</c:v>
                </c:pt>
                <c:pt idx="14">
                  <c:v>6257.5</c:v>
                </c:pt>
                <c:pt idx="15">
                  <c:v>6266.9</c:v>
                </c:pt>
                <c:pt idx="16">
                  <c:v>6267.0</c:v>
                </c:pt>
                <c:pt idx="17">
                  <c:v>6267.1</c:v>
                </c:pt>
                <c:pt idx="18">
                  <c:v>6292.0</c:v>
                </c:pt>
                <c:pt idx="19">
                  <c:v>6316.9</c:v>
                </c:pt>
                <c:pt idx="20">
                  <c:v>6317.0</c:v>
                </c:pt>
                <c:pt idx="21">
                  <c:v>6317.1</c:v>
                </c:pt>
                <c:pt idx="22">
                  <c:v>6342.33</c:v>
                </c:pt>
                <c:pt idx="23">
                  <c:v>6367.55</c:v>
                </c:pt>
                <c:pt idx="24">
                  <c:v>6367.65</c:v>
                </c:pt>
                <c:pt idx="25">
                  <c:v>6367.75</c:v>
                </c:pt>
                <c:pt idx="26">
                  <c:v>6422.42</c:v>
                </c:pt>
                <c:pt idx="27">
                  <c:v>6425.56</c:v>
                </c:pt>
                <c:pt idx="28">
                  <c:v>6483.38</c:v>
                </c:pt>
                <c:pt idx="29">
                  <c:v>6541.19</c:v>
                </c:pt>
                <c:pt idx="30">
                  <c:v>6599.0</c:v>
                </c:pt>
                <c:pt idx="31">
                  <c:v>6605.45</c:v>
                </c:pt>
                <c:pt idx="32">
                  <c:v>6611.9</c:v>
                </c:pt>
                <c:pt idx="33">
                  <c:v>6612.0</c:v>
                </c:pt>
                <c:pt idx="34">
                  <c:v>6612.1</c:v>
                </c:pt>
                <c:pt idx="35">
                  <c:v>6622.42</c:v>
                </c:pt>
                <c:pt idx="36">
                  <c:v>6672.05</c:v>
                </c:pt>
                <c:pt idx="37">
                  <c:v>6732.0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Sheet1!$B$41</c:f>
              <c:strCache>
                <c:ptCount val="1"/>
                <c:pt idx="0">
                  <c:v>WellCat</c:v>
                </c:pt>
              </c:strCache>
            </c:strRef>
          </c:tx>
          <c:spPr>
            <a:ln w="25400">
              <a:solidFill>
                <a:srgbClr val="D9822B"/>
              </a:solidFill>
              <a:prstDash val="dash"/>
            </a:ln>
          </c:spPr>
          <c:marker>
            <c:symbol val="circle"/>
            <c:size val="5"/>
            <c:spPr>
              <a:solidFill>
                <a:srgbClr val="D9822B"/>
              </a:solidFill>
              <a:ln>
                <a:solidFill>
                  <a:srgbClr val="D9822B"/>
                </a:solidFill>
              </a:ln>
            </c:spPr>
          </c:marker>
          <c:xVal>
            <c:numRef>
              <c:f>Sheet1!$A$42:$A$79</c:f>
              <c:numCache>
                <c:formatCode>General</c:formatCode>
                <c:ptCount val="38"/>
                <c:pt idx="0">
                  <c:v>112.85</c:v>
                </c:pt>
                <c:pt idx="1">
                  <c:v>113.51</c:v>
                </c:pt>
                <c:pt idx="2">
                  <c:v>114.18</c:v>
                </c:pt>
                <c:pt idx="3">
                  <c:v>114.35</c:v>
                </c:pt>
                <c:pt idx="4">
                  <c:v>114.49</c:v>
                </c:pt>
                <c:pt idx="5">
                  <c:v>115.29</c:v>
                </c:pt>
                <c:pt idx="6">
                  <c:v>117.28</c:v>
                </c:pt>
                <c:pt idx="7">
                  <c:v>118.26</c:v>
                </c:pt>
                <c:pt idx="8">
                  <c:v>118.26</c:v>
                </c:pt>
                <c:pt idx="9">
                  <c:v>118.26</c:v>
                </c:pt>
                <c:pt idx="10">
                  <c:v>118.26</c:v>
                </c:pt>
                <c:pt idx="11">
                  <c:v>118.26</c:v>
                </c:pt>
                <c:pt idx="12">
                  <c:v>118.26</c:v>
                </c:pt>
                <c:pt idx="13">
                  <c:v>118.26</c:v>
                </c:pt>
                <c:pt idx="14">
                  <c:v>118.26</c:v>
                </c:pt>
                <c:pt idx="15">
                  <c:v>118.26</c:v>
                </c:pt>
                <c:pt idx="16">
                  <c:v>118.26</c:v>
                </c:pt>
                <c:pt idx="17">
                  <c:v>118.26</c:v>
                </c:pt>
                <c:pt idx="18">
                  <c:v>118.26</c:v>
                </c:pt>
                <c:pt idx="19">
                  <c:v>118.26</c:v>
                </c:pt>
                <c:pt idx="20">
                  <c:v>118.26</c:v>
                </c:pt>
                <c:pt idx="21">
                  <c:v>118.26</c:v>
                </c:pt>
                <c:pt idx="22">
                  <c:v>118.26</c:v>
                </c:pt>
                <c:pt idx="23">
                  <c:v>118.26</c:v>
                </c:pt>
                <c:pt idx="24">
                  <c:v>118.26</c:v>
                </c:pt>
                <c:pt idx="25">
                  <c:v>118.26</c:v>
                </c:pt>
                <c:pt idx="26">
                  <c:v>118.26</c:v>
                </c:pt>
                <c:pt idx="27">
                  <c:v>118.26</c:v>
                </c:pt>
                <c:pt idx="28">
                  <c:v>118.26</c:v>
                </c:pt>
                <c:pt idx="29">
                  <c:v>118.26</c:v>
                </c:pt>
                <c:pt idx="30">
                  <c:v>118.26</c:v>
                </c:pt>
                <c:pt idx="31">
                  <c:v>118.26</c:v>
                </c:pt>
                <c:pt idx="32">
                  <c:v>118.26</c:v>
                </c:pt>
                <c:pt idx="33">
                  <c:v>118.26</c:v>
                </c:pt>
                <c:pt idx="34">
                  <c:v>118.26</c:v>
                </c:pt>
                <c:pt idx="35">
                  <c:v>118.26</c:v>
                </c:pt>
                <c:pt idx="36">
                  <c:v>118.26</c:v>
                </c:pt>
                <c:pt idx="37">
                  <c:v>118.26</c:v>
                </c:pt>
              </c:numCache>
            </c:numRef>
          </c:xVal>
          <c:yVal>
            <c:numRef>
              <c:f>Sheet1!$B$42:$B$79</c:f>
              <c:numCache>
                <c:formatCode>General</c:formatCode>
                <c:ptCount val="38"/>
                <c:pt idx="0">
                  <c:v>6078.77</c:v>
                </c:pt>
                <c:pt idx="1">
                  <c:v>6304.02</c:v>
                </c:pt>
                <c:pt idx="2">
                  <c:v>6339.81</c:v>
                </c:pt>
                <c:pt idx="3">
                  <c:v>6435.12</c:v>
                </c:pt>
                <c:pt idx="4">
                  <c:v>6557.09</c:v>
                </c:pt>
                <c:pt idx="5">
                  <c:v>6641.8</c:v>
                </c:pt>
                <c:pt idx="6">
                  <c:v>6703.52</c:v>
                </c:pt>
                <c:pt idx="7">
                  <c:v>6732.0</c:v>
                </c:pt>
                <c:pt idx="8">
                  <c:v>6732.0</c:v>
                </c:pt>
                <c:pt idx="9">
                  <c:v>6732.0</c:v>
                </c:pt>
                <c:pt idx="10">
                  <c:v>6732.0</c:v>
                </c:pt>
                <c:pt idx="11">
                  <c:v>6732.0</c:v>
                </c:pt>
                <c:pt idx="12">
                  <c:v>6732.0</c:v>
                </c:pt>
                <c:pt idx="13">
                  <c:v>6732.0</c:v>
                </c:pt>
                <c:pt idx="14">
                  <c:v>6732.0</c:v>
                </c:pt>
                <c:pt idx="15">
                  <c:v>6732.0</c:v>
                </c:pt>
                <c:pt idx="16">
                  <c:v>6732.0</c:v>
                </c:pt>
                <c:pt idx="17">
                  <c:v>6732.0</c:v>
                </c:pt>
                <c:pt idx="18">
                  <c:v>6732.0</c:v>
                </c:pt>
                <c:pt idx="19">
                  <c:v>6732.0</c:v>
                </c:pt>
                <c:pt idx="20">
                  <c:v>6732.0</c:v>
                </c:pt>
                <c:pt idx="21">
                  <c:v>6732.0</c:v>
                </c:pt>
                <c:pt idx="22">
                  <c:v>6732.0</c:v>
                </c:pt>
                <c:pt idx="23">
                  <c:v>6732.0</c:v>
                </c:pt>
                <c:pt idx="24">
                  <c:v>6732.0</c:v>
                </c:pt>
                <c:pt idx="25">
                  <c:v>6732.0</c:v>
                </c:pt>
                <c:pt idx="26">
                  <c:v>6732.0</c:v>
                </c:pt>
                <c:pt idx="27">
                  <c:v>6732.0</c:v>
                </c:pt>
                <c:pt idx="28">
                  <c:v>6732.0</c:v>
                </c:pt>
                <c:pt idx="29">
                  <c:v>6732.0</c:v>
                </c:pt>
                <c:pt idx="30">
                  <c:v>6732.0</c:v>
                </c:pt>
                <c:pt idx="31">
                  <c:v>6732.0</c:v>
                </c:pt>
                <c:pt idx="32">
                  <c:v>6732.0</c:v>
                </c:pt>
                <c:pt idx="33">
                  <c:v>6732.0</c:v>
                </c:pt>
                <c:pt idx="34">
                  <c:v>6732.0</c:v>
                </c:pt>
                <c:pt idx="35">
                  <c:v>6732.0</c:v>
                </c:pt>
                <c:pt idx="36">
                  <c:v>6732.0</c:v>
                </c:pt>
                <c:pt idx="37">
                  <c:v>6732.0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Sheet1!$B$81</c:f>
              <c:strCache>
                <c:ptCount val="1"/>
                <c:pt idx="0">
                  <c:v>WellCat estimado</c:v>
                </c:pt>
              </c:strCache>
            </c:strRef>
          </c:tx>
          <c:spPr>
            <a:ln w="28575">
              <a:solidFill>
                <a:srgbClr val="F2B880"/>
              </a:solidFill>
              <a:prstDash val="sysDot"/>
            </a:ln>
          </c:spPr>
          <c:marker>
            <c:symbol val="none"/>
          </c:marker>
          <c:xVal>
            <c:numRef>
              <c:f>Sheet1!$A$82:$A$119</c:f>
              <c:numCache>
                <c:formatCode>General</c:formatCode>
                <c:ptCount val="38"/>
                <c:pt idx="0">
                  <c:v>112.7657016648169</c:v>
                </c:pt>
                <c:pt idx="1">
                  <c:v>112.76599467258605</c:v>
                </c:pt>
                <c:pt idx="2">
                  <c:v>112.85</c:v>
                </c:pt>
                <c:pt idx="3">
                  <c:v>112.85</c:v>
                </c:pt>
                <c:pt idx="4">
                  <c:v>112.85</c:v>
                </c:pt>
                <c:pt idx="5">
                  <c:v>112.85</c:v>
                </c:pt>
                <c:pt idx="6">
                  <c:v>112.85</c:v>
                </c:pt>
                <c:pt idx="7">
                  <c:v>112.85</c:v>
                </c:pt>
                <c:pt idx="8">
                  <c:v>112.85</c:v>
                </c:pt>
                <c:pt idx="9">
                  <c:v>112.85</c:v>
                </c:pt>
                <c:pt idx="10">
                  <c:v>112.85</c:v>
                </c:pt>
                <c:pt idx="11">
                  <c:v>112.85</c:v>
                </c:pt>
                <c:pt idx="12">
                  <c:v>112.85</c:v>
                </c:pt>
                <c:pt idx="13">
                  <c:v>112.85</c:v>
                </c:pt>
                <c:pt idx="14">
                  <c:v>112.85</c:v>
                </c:pt>
                <c:pt idx="15">
                  <c:v>112.85</c:v>
                </c:pt>
                <c:pt idx="16">
                  <c:v>112.85</c:v>
                </c:pt>
                <c:pt idx="17">
                  <c:v>112.85</c:v>
                </c:pt>
                <c:pt idx="18">
                  <c:v>112.85</c:v>
                </c:pt>
                <c:pt idx="19">
                  <c:v>112.85</c:v>
                </c:pt>
                <c:pt idx="20">
                  <c:v>112.85</c:v>
                </c:pt>
                <c:pt idx="21">
                  <c:v>112.85</c:v>
                </c:pt>
                <c:pt idx="22">
                  <c:v>112.85</c:v>
                </c:pt>
                <c:pt idx="23">
                  <c:v>112.85</c:v>
                </c:pt>
                <c:pt idx="24">
                  <c:v>112.85</c:v>
                </c:pt>
                <c:pt idx="25">
                  <c:v>112.85</c:v>
                </c:pt>
                <c:pt idx="26">
                  <c:v>112.85</c:v>
                </c:pt>
                <c:pt idx="27">
                  <c:v>112.85</c:v>
                </c:pt>
                <c:pt idx="28">
                  <c:v>112.85</c:v>
                </c:pt>
                <c:pt idx="29">
                  <c:v>112.85</c:v>
                </c:pt>
                <c:pt idx="30">
                  <c:v>112.85</c:v>
                </c:pt>
                <c:pt idx="31">
                  <c:v>112.85</c:v>
                </c:pt>
                <c:pt idx="32">
                  <c:v>112.85</c:v>
                </c:pt>
                <c:pt idx="33">
                  <c:v>112.85</c:v>
                </c:pt>
                <c:pt idx="34">
                  <c:v>112.85</c:v>
                </c:pt>
                <c:pt idx="35">
                  <c:v>112.85</c:v>
                </c:pt>
                <c:pt idx="36">
                  <c:v>112.85</c:v>
                </c:pt>
                <c:pt idx="37">
                  <c:v>112.85</c:v>
                </c:pt>
              </c:numCache>
            </c:numRef>
          </c:xVal>
          <c:yVal>
            <c:numRef>
              <c:f>Sheet1!$B$82:$B$119</c:f>
              <c:numCache>
                <c:formatCode>General</c:formatCode>
                <c:ptCount val="38"/>
                <c:pt idx="0">
                  <c:v>6050.0</c:v>
                </c:pt>
                <c:pt idx="1">
                  <c:v>6050.1</c:v>
                </c:pt>
                <c:pt idx="2">
                  <c:v>6078.77</c:v>
                </c:pt>
                <c:pt idx="3">
                  <c:v>6078.77</c:v>
                </c:pt>
                <c:pt idx="4">
                  <c:v>6078.77</c:v>
                </c:pt>
                <c:pt idx="5">
                  <c:v>6078.77</c:v>
                </c:pt>
                <c:pt idx="6">
                  <c:v>6078.77</c:v>
                </c:pt>
                <c:pt idx="7">
                  <c:v>6078.77</c:v>
                </c:pt>
                <c:pt idx="8">
                  <c:v>6078.77</c:v>
                </c:pt>
                <c:pt idx="9">
                  <c:v>6078.77</c:v>
                </c:pt>
                <c:pt idx="10">
                  <c:v>6078.77</c:v>
                </c:pt>
                <c:pt idx="11">
                  <c:v>6078.77</c:v>
                </c:pt>
                <c:pt idx="12">
                  <c:v>6078.77</c:v>
                </c:pt>
                <c:pt idx="13">
                  <c:v>6078.77</c:v>
                </c:pt>
                <c:pt idx="14">
                  <c:v>6078.77</c:v>
                </c:pt>
                <c:pt idx="15">
                  <c:v>6078.77</c:v>
                </c:pt>
                <c:pt idx="16">
                  <c:v>6078.77</c:v>
                </c:pt>
                <c:pt idx="17">
                  <c:v>6078.77</c:v>
                </c:pt>
                <c:pt idx="18">
                  <c:v>6078.77</c:v>
                </c:pt>
                <c:pt idx="19">
                  <c:v>6078.77</c:v>
                </c:pt>
                <c:pt idx="20">
                  <c:v>6078.77</c:v>
                </c:pt>
                <c:pt idx="21">
                  <c:v>6078.77</c:v>
                </c:pt>
                <c:pt idx="22">
                  <c:v>6078.77</c:v>
                </c:pt>
                <c:pt idx="23">
                  <c:v>6078.77</c:v>
                </c:pt>
                <c:pt idx="24">
                  <c:v>6078.77</c:v>
                </c:pt>
                <c:pt idx="25">
                  <c:v>6078.77</c:v>
                </c:pt>
                <c:pt idx="26">
                  <c:v>6078.77</c:v>
                </c:pt>
                <c:pt idx="27">
                  <c:v>6078.77</c:v>
                </c:pt>
                <c:pt idx="28">
                  <c:v>6078.77</c:v>
                </c:pt>
                <c:pt idx="29">
                  <c:v>6078.77</c:v>
                </c:pt>
                <c:pt idx="30">
                  <c:v>6078.77</c:v>
                </c:pt>
                <c:pt idx="31">
                  <c:v>6078.77</c:v>
                </c:pt>
                <c:pt idx="32">
                  <c:v>6078.77</c:v>
                </c:pt>
                <c:pt idx="33">
                  <c:v>6078.77</c:v>
                </c:pt>
                <c:pt idx="34">
                  <c:v>6078.77</c:v>
                </c:pt>
                <c:pt idx="35">
                  <c:v>6078.77</c:v>
                </c:pt>
                <c:pt idx="36">
                  <c:v>6078.77</c:v>
                </c:pt>
                <c:pt idx="37">
                  <c:v>6078.77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20.0"/>
          <c:min val="102.5"/>
        </c:scaling>
        <c:delete val="0"/>
        <c:axPos val="b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Temperatura (°C)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  <c:majorUnit val="2.5"/>
      </c:valAx>
      <c:valAx>
        <c:axId val="-2129643912"/>
        <c:scaling>
          <c:orientation val="maxMin"/>
          <c:max val="6800.0"/>
          <c:min val="6000.0"/>
        </c:scaling>
        <c:delete val="0"/>
        <c:axPos val="l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MD (m)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  <c:majorUnit val="100.0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5B6B76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B2B36"/>
                </a:solidFill>
                <a:latin typeface="Calibri"/>
              </a:rPr>
              <a:t>SCORE-PySafe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SCORE-PySafe</c:v>
                </c:pt>
              </c:strCache>
            </c:strRef>
          </c:tx>
          <c:spPr>
            <a:ln w="25400">
              <a:solidFill>
                <a:srgbClr val="0F7C8C"/>
              </a:solidFill>
            </a:ln>
          </c:spPr>
          <c:marker>
            <c:symbol val="none"/>
          </c:marker>
          <c:xVal>
            <c:numRef>
              <c:f>Sheet1!$A$2:$A$103</c:f>
              <c:numCache>
                <c:formatCode>General</c:formatCode>
                <c:ptCount val="102"/>
                <c:pt idx="0">
                  <c:v>89.12</c:v>
                </c:pt>
                <c:pt idx="1">
                  <c:v>89.2</c:v>
                </c:pt>
                <c:pt idx="2">
                  <c:v>89.28</c:v>
                </c:pt>
                <c:pt idx="3">
                  <c:v>89.28</c:v>
                </c:pt>
                <c:pt idx="4">
                  <c:v>89.29</c:v>
                </c:pt>
                <c:pt idx="5">
                  <c:v>89.54</c:v>
                </c:pt>
                <c:pt idx="6">
                  <c:v>89.78</c:v>
                </c:pt>
                <c:pt idx="7">
                  <c:v>89.78</c:v>
                </c:pt>
                <c:pt idx="8">
                  <c:v>89.78</c:v>
                </c:pt>
                <c:pt idx="9">
                  <c:v>90.36</c:v>
                </c:pt>
                <c:pt idx="10">
                  <c:v>90.94</c:v>
                </c:pt>
                <c:pt idx="11">
                  <c:v>91.5</c:v>
                </c:pt>
                <c:pt idx="12">
                  <c:v>92.06</c:v>
                </c:pt>
                <c:pt idx="13">
                  <c:v>92.1</c:v>
                </c:pt>
                <c:pt idx="14">
                  <c:v>92.59</c:v>
                </c:pt>
                <c:pt idx="15">
                  <c:v>93.13</c:v>
                </c:pt>
                <c:pt idx="16">
                  <c:v>93.51</c:v>
                </c:pt>
                <c:pt idx="17">
                  <c:v>93.63</c:v>
                </c:pt>
                <c:pt idx="18">
                  <c:v>94.13</c:v>
                </c:pt>
                <c:pt idx="19">
                  <c:v>94.14</c:v>
                </c:pt>
                <c:pt idx="20">
                  <c:v>94.61</c:v>
                </c:pt>
                <c:pt idx="21">
                  <c:v>95.09</c:v>
                </c:pt>
                <c:pt idx="22">
                  <c:v>95.18</c:v>
                </c:pt>
                <c:pt idx="23">
                  <c:v>95.64</c:v>
                </c:pt>
                <c:pt idx="24">
                  <c:v>95.81</c:v>
                </c:pt>
                <c:pt idx="25">
                  <c:v>96.16</c:v>
                </c:pt>
                <c:pt idx="26">
                  <c:v>96.46</c:v>
                </c:pt>
                <c:pt idx="27">
                  <c:v>96.76</c:v>
                </c:pt>
                <c:pt idx="28">
                  <c:v>97.37</c:v>
                </c:pt>
                <c:pt idx="29">
                  <c:v>97.37</c:v>
                </c:pt>
                <c:pt idx="30">
                  <c:v>97.37</c:v>
                </c:pt>
                <c:pt idx="31">
                  <c:v>97.89</c:v>
                </c:pt>
                <c:pt idx="32">
                  <c:v>98.4</c:v>
                </c:pt>
                <c:pt idx="33">
                  <c:v>98.41</c:v>
                </c:pt>
                <c:pt idx="34">
                  <c:v>98.41</c:v>
                </c:pt>
                <c:pt idx="35">
                  <c:v>98.78</c:v>
                </c:pt>
                <c:pt idx="36">
                  <c:v>99.16</c:v>
                </c:pt>
                <c:pt idx="37">
                  <c:v>99.16</c:v>
                </c:pt>
                <c:pt idx="38">
                  <c:v>99.15</c:v>
                </c:pt>
                <c:pt idx="39">
                  <c:v>99.78</c:v>
                </c:pt>
                <c:pt idx="40">
                  <c:v>100.41</c:v>
                </c:pt>
                <c:pt idx="41">
                  <c:v>101.01</c:v>
                </c:pt>
                <c:pt idx="42">
                  <c:v>101.62</c:v>
                </c:pt>
                <c:pt idx="43">
                  <c:v>102.2</c:v>
                </c:pt>
                <c:pt idx="44">
                  <c:v>102.78</c:v>
                </c:pt>
                <c:pt idx="45">
                  <c:v>103.33</c:v>
                </c:pt>
                <c:pt idx="46">
                  <c:v>103.88</c:v>
                </c:pt>
                <c:pt idx="47">
                  <c:v>104.42</c:v>
                </c:pt>
                <c:pt idx="48">
                  <c:v>104.96</c:v>
                </c:pt>
                <c:pt idx="49">
                  <c:v>105.48</c:v>
                </c:pt>
                <c:pt idx="50">
                  <c:v>106.0</c:v>
                </c:pt>
                <c:pt idx="51">
                  <c:v>106.51</c:v>
                </c:pt>
                <c:pt idx="52">
                  <c:v>107.01</c:v>
                </c:pt>
                <c:pt idx="53">
                  <c:v>107.49</c:v>
                </c:pt>
                <c:pt idx="54">
                  <c:v>107.97</c:v>
                </c:pt>
                <c:pt idx="55">
                  <c:v>108.44</c:v>
                </c:pt>
                <c:pt idx="56">
                  <c:v>108.9</c:v>
                </c:pt>
                <c:pt idx="57">
                  <c:v>108.9</c:v>
                </c:pt>
                <c:pt idx="58">
                  <c:v>108.91</c:v>
                </c:pt>
                <c:pt idx="59">
                  <c:v>109.28</c:v>
                </c:pt>
                <c:pt idx="60">
                  <c:v>109.65</c:v>
                </c:pt>
                <c:pt idx="61">
                  <c:v>110.01</c:v>
                </c:pt>
                <c:pt idx="62">
                  <c:v>110.37</c:v>
                </c:pt>
                <c:pt idx="63">
                  <c:v>110.73</c:v>
                </c:pt>
                <c:pt idx="64">
                  <c:v>111.08</c:v>
                </c:pt>
                <c:pt idx="65">
                  <c:v>111.43</c:v>
                </c:pt>
                <c:pt idx="66">
                  <c:v>111.77</c:v>
                </c:pt>
                <c:pt idx="67">
                  <c:v>112.11</c:v>
                </c:pt>
                <c:pt idx="68">
                  <c:v>112.44</c:v>
                </c:pt>
                <c:pt idx="69">
                  <c:v>112.44</c:v>
                </c:pt>
                <c:pt idx="70">
                  <c:v>112.44</c:v>
                </c:pt>
                <c:pt idx="71">
                  <c:v>112.48</c:v>
                </c:pt>
                <c:pt idx="72">
                  <c:v>112.52</c:v>
                </c:pt>
                <c:pt idx="73">
                  <c:v>112.52</c:v>
                </c:pt>
                <c:pt idx="74">
                  <c:v>112.53</c:v>
                </c:pt>
                <c:pt idx="75">
                  <c:v>112.64</c:v>
                </c:pt>
                <c:pt idx="76">
                  <c:v>112.76</c:v>
                </c:pt>
                <c:pt idx="77">
                  <c:v>112.76</c:v>
                </c:pt>
                <c:pt idx="78">
                  <c:v>112.76</c:v>
                </c:pt>
                <c:pt idx="79">
                  <c:v>112.83</c:v>
                </c:pt>
                <c:pt idx="80">
                  <c:v>112.91</c:v>
                </c:pt>
                <c:pt idx="81">
                  <c:v>112.91</c:v>
                </c:pt>
                <c:pt idx="82">
                  <c:v>112.91</c:v>
                </c:pt>
                <c:pt idx="83">
                  <c:v>113.09</c:v>
                </c:pt>
                <c:pt idx="84">
                  <c:v>113.28</c:v>
                </c:pt>
                <c:pt idx="85">
                  <c:v>113.28</c:v>
                </c:pt>
                <c:pt idx="86">
                  <c:v>113.28</c:v>
                </c:pt>
                <c:pt idx="87">
                  <c:v>113.31</c:v>
                </c:pt>
                <c:pt idx="88">
                  <c:v>113.35</c:v>
                </c:pt>
                <c:pt idx="89">
                  <c:v>113.35</c:v>
                </c:pt>
                <c:pt idx="90">
                  <c:v>113.35</c:v>
                </c:pt>
                <c:pt idx="91">
                  <c:v>113.44</c:v>
                </c:pt>
                <c:pt idx="92">
                  <c:v>113.53</c:v>
                </c:pt>
                <c:pt idx="93">
                  <c:v>113.53</c:v>
                </c:pt>
                <c:pt idx="94">
                  <c:v>113.53</c:v>
                </c:pt>
                <c:pt idx="95">
                  <c:v>113.53</c:v>
                </c:pt>
                <c:pt idx="96">
                  <c:v>113.53</c:v>
                </c:pt>
                <c:pt idx="97">
                  <c:v>113.53</c:v>
                </c:pt>
                <c:pt idx="98">
                  <c:v>113.53</c:v>
                </c:pt>
                <c:pt idx="99">
                  <c:v>113.53</c:v>
                </c:pt>
                <c:pt idx="100">
                  <c:v>113.53</c:v>
                </c:pt>
                <c:pt idx="101">
                  <c:v>113.53</c:v>
                </c:pt>
              </c:numCache>
            </c:numRef>
          </c:xVal>
          <c:yVal>
            <c:numRef>
              <c:f>Sheet1!$B$2:$B$103</c:f>
              <c:numCache>
                <c:formatCode>General</c:formatCode>
                <c:ptCount val="102"/>
                <c:pt idx="0">
                  <c:v>1785.0</c:v>
                </c:pt>
                <c:pt idx="1">
                  <c:v>1796.95</c:v>
                </c:pt>
                <c:pt idx="2">
                  <c:v>1808.9</c:v>
                </c:pt>
                <c:pt idx="3">
                  <c:v>1809.0</c:v>
                </c:pt>
                <c:pt idx="4">
                  <c:v>1809.1</c:v>
                </c:pt>
                <c:pt idx="5">
                  <c:v>1847.0</c:v>
                </c:pt>
                <c:pt idx="6">
                  <c:v>1884.9</c:v>
                </c:pt>
                <c:pt idx="7">
                  <c:v>1885.0</c:v>
                </c:pt>
                <c:pt idx="8">
                  <c:v>1885.1</c:v>
                </c:pt>
                <c:pt idx="9">
                  <c:v>1975.09</c:v>
                </c:pt>
                <c:pt idx="10">
                  <c:v>2065.07</c:v>
                </c:pt>
                <c:pt idx="11">
                  <c:v>2155.06</c:v>
                </c:pt>
                <c:pt idx="12">
                  <c:v>2245.04</c:v>
                </c:pt>
                <c:pt idx="13">
                  <c:v>2252.0</c:v>
                </c:pt>
                <c:pt idx="14">
                  <c:v>2335.03</c:v>
                </c:pt>
                <c:pt idx="15">
                  <c:v>2425.01</c:v>
                </c:pt>
                <c:pt idx="16">
                  <c:v>2493.0</c:v>
                </c:pt>
                <c:pt idx="17">
                  <c:v>2515.0</c:v>
                </c:pt>
                <c:pt idx="18">
                  <c:v>2604.99</c:v>
                </c:pt>
                <c:pt idx="19">
                  <c:v>2606.0</c:v>
                </c:pt>
                <c:pt idx="20">
                  <c:v>2694.97</c:v>
                </c:pt>
                <c:pt idx="21">
                  <c:v>2784.96</c:v>
                </c:pt>
                <c:pt idx="22">
                  <c:v>2800.0</c:v>
                </c:pt>
                <c:pt idx="23">
                  <c:v>2874.94</c:v>
                </c:pt>
                <c:pt idx="24">
                  <c:v>2904.0</c:v>
                </c:pt>
                <c:pt idx="25">
                  <c:v>2964.93</c:v>
                </c:pt>
                <c:pt idx="26">
                  <c:v>3009.0</c:v>
                </c:pt>
                <c:pt idx="27">
                  <c:v>3054.91</c:v>
                </c:pt>
                <c:pt idx="28">
                  <c:v>3144.9</c:v>
                </c:pt>
                <c:pt idx="29">
                  <c:v>3145.0</c:v>
                </c:pt>
                <c:pt idx="30">
                  <c:v>3145.1</c:v>
                </c:pt>
                <c:pt idx="31">
                  <c:v>3225.0</c:v>
                </c:pt>
                <c:pt idx="32">
                  <c:v>3304.9</c:v>
                </c:pt>
                <c:pt idx="33">
                  <c:v>3305.0</c:v>
                </c:pt>
                <c:pt idx="34">
                  <c:v>3305.1</c:v>
                </c:pt>
                <c:pt idx="35">
                  <c:v>3365.0</c:v>
                </c:pt>
                <c:pt idx="36">
                  <c:v>3424.9</c:v>
                </c:pt>
                <c:pt idx="37">
                  <c:v>3425.0</c:v>
                </c:pt>
                <c:pt idx="38">
                  <c:v>3425.1</c:v>
                </c:pt>
                <c:pt idx="39">
                  <c:v>3523.7</c:v>
                </c:pt>
                <c:pt idx="40">
                  <c:v>3622.3</c:v>
                </c:pt>
                <c:pt idx="41">
                  <c:v>3720.9</c:v>
                </c:pt>
                <c:pt idx="42">
                  <c:v>3819.5</c:v>
                </c:pt>
                <c:pt idx="43">
                  <c:v>3918.1</c:v>
                </c:pt>
                <c:pt idx="44">
                  <c:v>4016.7</c:v>
                </c:pt>
                <c:pt idx="45">
                  <c:v>4115.3</c:v>
                </c:pt>
                <c:pt idx="46">
                  <c:v>4213.9</c:v>
                </c:pt>
                <c:pt idx="47">
                  <c:v>4312.5</c:v>
                </c:pt>
                <c:pt idx="48">
                  <c:v>4411.1</c:v>
                </c:pt>
                <c:pt idx="49">
                  <c:v>4509.7</c:v>
                </c:pt>
                <c:pt idx="50">
                  <c:v>4608.3</c:v>
                </c:pt>
                <c:pt idx="51">
                  <c:v>4706.9</c:v>
                </c:pt>
                <c:pt idx="52">
                  <c:v>4805.5</c:v>
                </c:pt>
                <c:pt idx="53">
                  <c:v>4904.1</c:v>
                </c:pt>
                <c:pt idx="54">
                  <c:v>5002.7</c:v>
                </c:pt>
                <c:pt idx="55">
                  <c:v>5101.3</c:v>
                </c:pt>
                <c:pt idx="56">
                  <c:v>5199.9</c:v>
                </c:pt>
                <c:pt idx="57">
                  <c:v>5200.0</c:v>
                </c:pt>
                <c:pt idx="58">
                  <c:v>5200.1</c:v>
                </c:pt>
                <c:pt idx="59">
                  <c:v>5283.08</c:v>
                </c:pt>
                <c:pt idx="60">
                  <c:v>5366.06</c:v>
                </c:pt>
                <c:pt idx="61">
                  <c:v>5449.04</c:v>
                </c:pt>
                <c:pt idx="62">
                  <c:v>5532.02</c:v>
                </c:pt>
                <c:pt idx="63">
                  <c:v>5615.0</c:v>
                </c:pt>
                <c:pt idx="64">
                  <c:v>5697.98</c:v>
                </c:pt>
                <c:pt idx="65">
                  <c:v>5780.96</c:v>
                </c:pt>
                <c:pt idx="66">
                  <c:v>5863.94</c:v>
                </c:pt>
                <c:pt idx="67">
                  <c:v>5946.92</c:v>
                </c:pt>
                <c:pt idx="68">
                  <c:v>6029.9</c:v>
                </c:pt>
                <c:pt idx="69">
                  <c:v>6030.0</c:v>
                </c:pt>
                <c:pt idx="70">
                  <c:v>6030.1</c:v>
                </c:pt>
                <c:pt idx="71">
                  <c:v>6040.0</c:v>
                </c:pt>
                <c:pt idx="72">
                  <c:v>6049.9</c:v>
                </c:pt>
                <c:pt idx="73">
                  <c:v>6050.0</c:v>
                </c:pt>
                <c:pt idx="74">
                  <c:v>6050.1</c:v>
                </c:pt>
                <c:pt idx="75">
                  <c:v>6080.0</c:v>
                </c:pt>
                <c:pt idx="76">
                  <c:v>6109.9</c:v>
                </c:pt>
                <c:pt idx="77">
                  <c:v>6110.0</c:v>
                </c:pt>
                <c:pt idx="78">
                  <c:v>6110.1</c:v>
                </c:pt>
                <c:pt idx="79">
                  <c:v>6130.0</c:v>
                </c:pt>
                <c:pt idx="80">
                  <c:v>6149.9</c:v>
                </c:pt>
                <c:pt idx="81">
                  <c:v>6150.0</c:v>
                </c:pt>
                <c:pt idx="82">
                  <c:v>6150.1</c:v>
                </c:pt>
                <c:pt idx="83">
                  <c:v>6199.0</c:v>
                </c:pt>
                <c:pt idx="84">
                  <c:v>6247.9</c:v>
                </c:pt>
                <c:pt idx="85">
                  <c:v>6248.0</c:v>
                </c:pt>
                <c:pt idx="86">
                  <c:v>6248.1</c:v>
                </c:pt>
                <c:pt idx="87">
                  <c:v>6257.5</c:v>
                </c:pt>
                <c:pt idx="88">
                  <c:v>6266.9</c:v>
                </c:pt>
                <c:pt idx="89">
                  <c:v>6267.0</c:v>
                </c:pt>
                <c:pt idx="90">
                  <c:v>6267.1</c:v>
                </c:pt>
                <c:pt idx="91">
                  <c:v>6292.0</c:v>
                </c:pt>
                <c:pt idx="92">
                  <c:v>6316.9</c:v>
                </c:pt>
                <c:pt idx="93">
                  <c:v>6316.9</c:v>
                </c:pt>
                <c:pt idx="94">
                  <c:v>6316.9</c:v>
                </c:pt>
                <c:pt idx="95">
                  <c:v>6316.9</c:v>
                </c:pt>
                <c:pt idx="96">
                  <c:v>6316.9</c:v>
                </c:pt>
                <c:pt idx="97">
                  <c:v>6316.9</c:v>
                </c:pt>
                <c:pt idx="98">
                  <c:v>6316.9</c:v>
                </c:pt>
                <c:pt idx="99">
                  <c:v>6316.9</c:v>
                </c:pt>
                <c:pt idx="100">
                  <c:v>6316.9</c:v>
                </c:pt>
                <c:pt idx="101">
                  <c:v>6316.9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Sheet1!$B$105</c:f>
              <c:strCache>
                <c:ptCount val="1"/>
                <c:pt idx="0">
                  <c:v>Geotérmico</c:v>
                </c:pt>
              </c:strCache>
            </c:strRef>
          </c:tx>
          <c:spPr>
            <a:ln w="15875">
              <a:solidFill>
                <a:srgbClr val="9AA5AE"/>
              </a:solidFill>
              <a:prstDash val="dash"/>
            </a:ln>
          </c:spPr>
          <c:marker>
            <c:symbol val="none"/>
          </c:marker>
          <c:xVal>
            <c:numRef>
              <c:f>Sheet1!$A$106:$A$207</c:f>
              <c:numCache>
                <c:formatCode>General</c:formatCode>
                <c:ptCount val="102"/>
                <c:pt idx="0">
                  <c:v>4.0</c:v>
                </c:pt>
                <c:pt idx="1">
                  <c:v>4.64</c:v>
                </c:pt>
                <c:pt idx="2">
                  <c:v>5.28</c:v>
                </c:pt>
                <c:pt idx="3">
                  <c:v>5.28</c:v>
                </c:pt>
                <c:pt idx="4">
                  <c:v>5.29</c:v>
                </c:pt>
                <c:pt idx="5">
                  <c:v>7.32</c:v>
                </c:pt>
                <c:pt idx="6">
                  <c:v>9.35</c:v>
                </c:pt>
                <c:pt idx="7">
                  <c:v>9.35</c:v>
                </c:pt>
                <c:pt idx="8">
                  <c:v>9.36</c:v>
                </c:pt>
                <c:pt idx="9">
                  <c:v>14.18</c:v>
                </c:pt>
                <c:pt idx="10">
                  <c:v>18.99</c:v>
                </c:pt>
                <c:pt idx="11">
                  <c:v>23.81</c:v>
                </c:pt>
                <c:pt idx="12">
                  <c:v>28.63</c:v>
                </c:pt>
                <c:pt idx="13">
                  <c:v>29.0</c:v>
                </c:pt>
                <c:pt idx="14">
                  <c:v>32.79</c:v>
                </c:pt>
                <c:pt idx="15">
                  <c:v>36.9</c:v>
                </c:pt>
                <c:pt idx="16">
                  <c:v>40.0</c:v>
                </c:pt>
                <c:pt idx="17">
                  <c:v>40.97</c:v>
                </c:pt>
                <c:pt idx="18">
                  <c:v>44.96</c:v>
                </c:pt>
                <c:pt idx="19">
                  <c:v>45.0</c:v>
                </c:pt>
                <c:pt idx="20">
                  <c:v>49.13</c:v>
                </c:pt>
                <c:pt idx="21">
                  <c:v>53.3</c:v>
                </c:pt>
                <c:pt idx="22">
                  <c:v>54.0</c:v>
                </c:pt>
                <c:pt idx="23">
                  <c:v>56.88</c:v>
                </c:pt>
                <c:pt idx="24">
                  <c:v>58.0</c:v>
                </c:pt>
                <c:pt idx="25">
                  <c:v>60.9</c:v>
                </c:pt>
                <c:pt idx="26">
                  <c:v>63.0</c:v>
                </c:pt>
                <c:pt idx="27">
                  <c:v>63.67</c:v>
                </c:pt>
                <c:pt idx="28">
                  <c:v>64.97</c:v>
                </c:pt>
                <c:pt idx="29">
                  <c:v>64.98</c:v>
                </c:pt>
                <c:pt idx="30">
                  <c:v>64.98</c:v>
                </c:pt>
                <c:pt idx="31">
                  <c:v>66.14</c:v>
                </c:pt>
                <c:pt idx="32">
                  <c:v>67.3</c:v>
                </c:pt>
                <c:pt idx="33">
                  <c:v>67.3</c:v>
                </c:pt>
                <c:pt idx="34">
                  <c:v>67.3</c:v>
                </c:pt>
                <c:pt idx="35">
                  <c:v>68.17</c:v>
                </c:pt>
                <c:pt idx="36">
                  <c:v>69.04</c:v>
                </c:pt>
                <c:pt idx="37">
                  <c:v>69.04</c:v>
                </c:pt>
                <c:pt idx="38">
                  <c:v>69.05</c:v>
                </c:pt>
                <c:pt idx="39">
                  <c:v>70.48</c:v>
                </c:pt>
                <c:pt idx="40">
                  <c:v>71.9</c:v>
                </c:pt>
                <c:pt idx="41">
                  <c:v>73.32</c:v>
                </c:pt>
                <c:pt idx="42">
                  <c:v>74.72</c:v>
                </c:pt>
                <c:pt idx="43">
                  <c:v>76.1</c:v>
                </c:pt>
                <c:pt idx="44">
                  <c:v>77.46</c:v>
                </c:pt>
                <c:pt idx="45">
                  <c:v>78.81</c:v>
                </c:pt>
                <c:pt idx="46">
                  <c:v>80.15</c:v>
                </c:pt>
                <c:pt idx="47">
                  <c:v>81.5</c:v>
                </c:pt>
                <c:pt idx="48">
                  <c:v>82.84</c:v>
                </c:pt>
                <c:pt idx="49">
                  <c:v>84.19</c:v>
                </c:pt>
                <c:pt idx="50">
                  <c:v>85.54</c:v>
                </c:pt>
                <c:pt idx="51">
                  <c:v>86.88</c:v>
                </c:pt>
                <c:pt idx="52">
                  <c:v>88.23</c:v>
                </c:pt>
                <c:pt idx="53">
                  <c:v>89.57</c:v>
                </c:pt>
                <c:pt idx="54">
                  <c:v>90.92</c:v>
                </c:pt>
                <c:pt idx="55">
                  <c:v>92.27</c:v>
                </c:pt>
                <c:pt idx="56">
                  <c:v>93.61</c:v>
                </c:pt>
                <c:pt idx="57">
                  <c:v>93.61</c:v>
                </c:pt>
                <c:pt idx="58">
                  <c:v>93.61</c:v>
                </c:pt>
                <c:pt idx="59">
                  <c:v>94.75</c:v>
                </c:pt>
                <c:pt idx="60">
                  <c:v>95.88</c:v>
                </c:pt>
                <c:pt idx="61">
                  <c:v>97.01</c:v>
                </c:pt>
                <c:pt idx="62">
                  <c:v>98.16</c:v>
                </c:pt>
                <c:pt idx="63">
                  <c:v>99.33</c:v>
                </c:pt>
                <c:pt idx="64">
                  <c:v>100.5</c:v>
                </c:pt>
                <c:pt idx="65">
                  <c:v>101.69</c:v>
                </c:pt>
                <c:pt idx="66">
                  <c:v>102.89</c:v>
                </c:pt>
                <c:pt idx="67">
                  <c:v>104.09</c:v>
                </c:pt>
                <c:pt idx="68">
                  <c:v>105.3</c:v>
                </c:pt>
                <c:pt idx="69">
                  <c:v>105.3</c:v>
                </c:pt>
                <c:pt idx="70">
                  <c:v>105.3</c:v>
                </c:pt>
                <c:pt idx="71">
                  <c:v>105.44</c:v>
                </c:pt>
                <c:pt idx="72">
                  <c:v>105.59</c:v>
                </c:pt>
                <c:pt idx="73">
                  <c:v>105.59</c:v>
                </c:pt>
                <c:pt idx="74">
                  <c:v>105.59</c:v>
                </c:pt>
                <c:pt idx="75">
                  <c:v>106.03</c:v>
                </c:pt>
                <c:pt idx="76">
                  <c:v>106.46</c:v>
                </c:pt>
                <c:pt idx="77">
                  <c:v>106.46</c:v>
                </c:pt>
                <c:pt idx="78">
                  <c:v>106.46</c:v>
                </c:pt>
                <c:pt idx="79">
                  <c:v>106.75</c:v>
                </c:pt>
                <c:pt idx="80">
                  <c:v>107.04</c:v>
                </c:pt>
                <c:pt idx="81">
                  <c:v>107.04</c:v>
                </c:pt>
                <c:pt idx="82">
                  <c:v>107.04</c:v>
                </c:pt>
                <c:pt idx="83">
                  <c:v>107.75</c:v>
                </c:pt>
                <c:pt idx="84">
                  <c:v>108.46</c:v>
                </c:pt>
                <c:pt idx="85">
                  <c:v>108.47</c:v>
                </c:pt>
                <c:pt idx="86">
                  <c:v>108.47</c:v>
                </c:pt>
                <c:pt idx="87">
                  <c:v>108.6</c:v>
                </c:pt>
                <c:pt idx="88">
                  <c:v>108.74</c:v>
                </c:pt>
                <c:pt idx="89">
                  <c:v>108.74</c:v>
                </c:pt>
                <c:pt idx="90">
                  <c:v>108.74</c:v>
                </c:pt>
                <c:pt idx="91">
                  <c:v>109.11</c:v>
                </c:pt>
                <c:pt idx="92">
                  <c:v>109.47</c:v>
                </c:pt>
                <c:pt idx="93">
                  <c:v>109.47</c:v>
                </c:pt>
                <c:pt idx="94">
                  <c:v>109.47</c:v>
                </c:pt>
                <c:pt idx="95">
                  <c:v>109.84</c:v>
                </c:pt>
                <c:pt idx="96">
                  <c:v>110.2</c:v>
                </c:pt>
                <c:pt idx="97">
                  <c:v>110.2</c:v>
                </c:pt>
                <c:pt idx="98">
                  <c:v>110.21</c:v>
                </c:pt>
                <c:pt idx="99">
                  <c:v>111.0</c:v>
                </c:pt>
                <c:pt idx="100">
                  <c:v>111.06</c:v>
                </c:pt>
                <c:pt idx="101">
                  <c:v>112.22</c:v>
                </c:pt>
              </c:numCache>
            </c:numRef>
          </c:xVal>
          <c:yVal>
            <c:numRef>
              <c:f>Sheet1!$B$106:$B$207</c:f>
              <c:numCache>
                <c:formatCode>General</c:formatCode>
                <c:ptCount val="102"/>
                <c:pt idx="0">
                  <c:v>1785.0</c:v>
                </c:pt>
                <c:pt idx="1">
                  <c:v>1796.95</c:v>
                </c:pt>
                <c:pt idx="2">
                  <c:v>1808.9</c:v>
                </c:pt>
                <c:pt idx="3">
                  <c:v>1809.0</c:v>
                </c:pt>
                <c:pt idx="4">
                  <c:v>1809.1</c:v>
                </c:pt>
                <c:pt idx="5">
                  <c:v>1847.0</c:v>
                </c:pt>
                <c:pt idx="6">
                  <c:v>1884.9</c:v>
                </c:pt>
                <c:pt idx="7">
                  <c:v>1885.0</c:v>
                </c:pt>
                <c:pt idx="8">
                  <c:v>1885.1</c:v>
                </c:pt>
                <c:pt idx="9">
                  <c:v>1975.09</c:v>
                </c:pt>
                <c:pt idx="10">
                  <c:v>2065.07</c:v>
                </c:pt>
                <c:pt idx="11">
                  <c:v>2155.06</c:v>
                </c:pt>
                <c:pt idx="12">
                  <c:v>2245.04</c:v>
                </c:pt>
                <c:pt idx="13">
                  <c:v>2252.0</c:v>
                </c:pt>
                <c:pt idx="14">
                  <c:v>2335.03</c:v>
                </c:pt>
                <c:pt idx="15">
                  <c:v>2425.01</c:v>
                </c:pt>
                <c:pt idx="16">
                  <c:v>2493.0</c:v>
                </c:pt>
                <c:pt idx="17">
                  <c:v>2515.0</c:v>
                </c:pt>
                <c:pt idx="18">
                  <c:v>2604.99</c:v>
                </c:pt>
                <c:pt idx="19">
                  <c:v>2606.0</c:v>
                </c:pt>
                <c:pt idx="20">
                  <c:v>2694.97</c:v>
                </c:pt>
                <c:pt idx="21">
                  <c:v>2784.96</c:v>
                </c:pt>
                <c:pt idx="22">
                  <c:v>2800.0</c:v>
                </c:pt>
                <c:pt idx="23">
                  <c:v>2874.94</c:v>
                </c:pt>
                <c:pt idx="24">
                  <c:v>2904.0</c:v>
                </c:pt>
                <c:pt idx="25">
                  <c:v>2964.93</c:v>
                </c:pt>
                <c:pt idx="26">
                  <c:v>3009.0</c:v>
                </c:pt>
                <c:pt idx="27">
                  <c:v>3054.91</c:v>
                </c:pt>
                <c:pt idx="28">
                  <c:v>3144.9</c:v>
                </c:pt>
                <c:pt idx="29">
                  <c:v>3145.0</c:v>
                </c:pt>
                <c:pt idx="30">
                  <c:v>3145.1</c:v>
                </c:pt>
                <c:pt idx="31">
                  <c:v>3225.0</c:v>
                </c:pt>
                <c:pt idx="32">
                  <c:v>3304.9</c:v>
                </c:pt>
                <c:pt idx="33">
                  <c:v>3305.0</c:v>
                </c:pt>
                <c:pt idx="34">
                  <c:v>3305.1</c:v>
                </c:pt>
                <c:pt idx="35">
                  <c:v>3365.0</c:v>
                </c:pt>
                <c:pt idx="36">
                  <c:v>3424.9</c:v>
                </c:pt>
                <c:pt idx="37">
                  <c:v>3425.0</c:v>
                </c:pt>
                <c:pt idx="38">
                  <c:v>3425.1</c:v>
                </c:pt>
                <c:pt idx="39">
                  <c:v>3523.7</c:v>
                </c:pt>
                <c:pt idx="40">
                  <c:v>3622.3</c:v>
                </c:pt>
                <c:pt idx="41">
                  <c:v>3720.9</c:v>
                </c:pt>
                <c:pt idx="42">
                  <c:v>3819.5</c:v>
                </c:pt>
                <c:pt idx="43">
                  <c:v>3918.1</c:v>
                </c:pt>
                <c:pt idx="44">
                  <c:v>4016.7</c:v>
                </c:pt>
                <c:pt idx="45">
                  <c:v>4115.3</c:v>
                </c:pt>
                <c:pt idx="46">
                  <c:v>4213.9</c:v>
                </c:pt>
                <c:pt idx="47">
                  <c:v>4312.5</c:v>
                </c:pt>
                <c:pt idx="48">
                  <c:v>4411.1</c:v>
                </c:pt>
                <c:pt idx="49">
                  <c:v>4509.7</c:v>
                </c:pt>
                <c:pt idx="50">
                  <c:v>4608.3</c:v>
                </c:pt>
                <c:pt idx="51">
                  <c:v>4706.9</c:v>
                </c:pt>
                <c:pt idx="52">
                  <c:v>4805.5</c:v>
                </c:pt>
                <c:pt idx="53">
                  <c:v>4904.1</c:v>
                </c:pt>
                <c:pt idx="54">
                  <c:v>5002.7</c:v>
                </c:pt>
                <c:pt idx="55">
                  <c:v>5101.3</c:v>
                </c:pt>
                <c:pt idx="56">
                  <c:v>5199.9</c:v>
                </c:pt>
                <c:pt idx="57">
                  <c:v>5200.0</c:v>
                </c:pt>
                <c:pt idx="58">
                  <c:v>5200.1</c:v>
                </c:pt>
                <c:pt idx="59">
                  <c:v>5283.08</c:v>
                </c:pt>
                <c:pt idx="60">
                  <c:v>5366.06</c:v>
                </c:pt>
                <c:pt idx="61">
                  <c:v>5449.04</c:v>
                </c:pt>
                <c:pt idx="62">
                  <c:v>5532.02</c:v>
                </c:pt>
                <c:pt idx="63">
                  <c:v>5615.0</c:v>
                </c:pt>
                <c:pt idx="64">
                  <c:v>5697.98</c:v>
                </c:pt>
                <c:pt idx="65">
                  <c:v>5780.96</c:v>
                </c:pt>
                <c:pt idx="66">
                  <c:v>5863.94</c:v>
                </c:pt>
                <c:pt idx="67">
                  <c:v>5946.92</c:v>
                </c:pt>
                <c:pt idx="68">
                  <c:v>6029.9</c:v>
                </c:pt>
                <c:pt idx="69">
                  <c:v>6030.0</c:v>
                </c:pt>
                <c:pt idx="70">
                  <c:v>6030.1</c:v>
                </c:pt>
                <c:pt idx="71">
                  <c:v>6040.0</c:v>
                </c:pt>
                <c:pt idx="72">
                  <c:v>6049.9</c:v>
                </c:pt>
                <c:pt idx="73">
                  <c:v>6050.0</c:v>
                </c:pt>
                <c:pt idx="74">
                  <c:v>6050.1</c:v>
                </c:pt>
                <c:pt idx="75">
                  <c:v>6080.0</c:v>
                </c:pt>
                <c:pt idx="76">
                  <c:v>6109.9</c:v>
                </c:pt>
                <c:pt idx="77">
                  <c:v>6110.0</c:v>
                </c:pt>
                <c:pt idx="78">
                  <c:v>6110.1</c:v>
                </c:pt>
                <c:pt idx="79">
                  <c:v>6130.0</c:v>
                </c:pt>
                <c:pt idx="80">
                  <c:v>6149.9</c:v>
                </c:pt>
                <c:pt idx="81">
                  <c:v>6150.0</c:v>
                </c:pt>
                <c:pt idx="82">
                  <c:v>6150.1</c:v>
                </c:pt>
                <c:pt idx="83">
                  <c:v>6199.0</c:v>
                </c:pt>
                <c:pt idx="84">
                  <c:v>6247.9</c:v>
                </c:pt>
                <c:pt idx="85">
                  <c:v>6248.0</c:v>
                </c:pt>
                <c:pt idx="86">
                  <c:v>6248.1</c:v>
                </c:pt>
                <c:pt idx="87">
                  <c:v>6257.5</c:v>
                </c:pt>
                <c:pt idx="88">
                  <c:v>6266.9</c:v>
                </c:pt>
                <c:pt idx="89">
                  <c:v>6267.0</c:v>
                </c:pt>
                <c:pt idx="90">
                  <c:v>6267.1</c:v>
                </c:pt>
                <c:pt idx="91">
                  <c:v>6292.0</c:v>
                </c:pt>
                <c:pt idx="92">
                  <c:v>6316.9</c:v>
                </c:pt>
                <c:pt idx="93">
                  <c:v>6317.0</c:v>
                </c:pt>
                <c:pt idx="94">
                  <c:v>6317.1</c:v>
                </c:pt>
                <c:pt idx="95">
                  <c:v>6342.33</c:v>
                </c:pt>
                <c:pt idx="96">
                  <c:v>6367.55</c:v>
                </c:pt>
                <c:pt idx="97">
                  <c:v>6367.65</c:v>
                </c:pt>
                <c:pt idx="98">
                  <c:v>6367.75</c:v>
                </c:pt>
                <c:pt idx="99">
                  <c:v>6422.42</c:v>
                </c:pt>
                <c:pt idx="100">
                  <c:v>6425.56</c:v>
                </c:pt>
                <c:pt idx="101">
                  <c:v>6483.38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20.0"/>
          <c:min val="-20.0"/>
        </c:scaling>
        <c:delete val="0"/>
        <c:axPos val="b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Temperatura (°C)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  <c:majorUnit val="20.0"/>
      </c:valAx>
      <c:valAx>
        <c:axId val="-2129643912"/>
        <c:scaling>
          <c:orientation val="maxMin"/>
          <c:max val="6500.0"/>
          <c:min val="1500.0"/>
        </c:scaling>
        <c:delete val="0"/>
        <c:axPos val="l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MD (m)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  <c:majorUnit val="500.0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5B6B76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B2B36"/>
                </a:solidFill>
                <a:latin typeface="Calibri"/>
              </a:rPr>
              <a:t>WellCat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WellCat</c:v>
                </c:pt>
              </c:strCache>
            </c:strRef>
          </c:tx>
          <c:spPr>
            <a:ln w="25400">
              <a:solidFill>
                <a:srgbClr val="D9822B"/>
              </a:solidFill>
            </a:ln>
          </c:spPr>
          <c:marker>
            <c:symbol val="circle"/>
            <c:size val="5"/>
            <c:spPr>
              <a:solidFill>
                <a:srgbClr val="D9822B"/>
              </a:solidFill>
              <a:ln>
                <a:solidFill>
                  <a:srgbClr val="D9822B"/>
                </a:solidFill>
              </a:ln>
            </c:spPr>
          </c:marker>
          <c:xVal>
            <c:numRef>
              <c:f>Sheet1!$A$2:$A$103</c:f>
              <c:numCache>
                <c:formatCode>General</c:formatCode>
                <c:ptCount val="102"/>
                <c:pt idx="0">
                  <c:v>90.07</c:v>
                </c:pt>
                <c:pt idx="1">
                  <c:v>95.48</c:v>
                </c:pt>
                <c:pt idx="2">
                  <c:v>96.02</c:v>
                </c:pt>
                <c:pt idx="3">
                  <c:v>96.43</c:v>
                </c:pt>
                <c:pt idx="4">
                  <c:v>96.67</c:v>
                </c:pt>
                <c:pt idx="5">
                  <c:v>96.94</c:v>
                </c:pt>
                <c:pt idx="6">
                  <c:v>97.26</c:v>
                </c:pt>
                <c:pt idx="7">
                  <c:v>97.9</c:v>
                </c:pt>
                <c:pt idx="8">
                  <c:v>99.96</c:v>
                </c:pt>
                <c:pt idx="9">
                  <c:v>102.24</c:v>
                </c:pt>
                <c:pt idx="10">
                  <c:v>104.09</c:v>
                </c:pt>
                <c:pt idx="11">
                  <c:v>105.33</c:v>
                </c:pt>
                <c:pt idx="12">
                  <c:v>106.5</c:v>
                </c:pt>
                <c:pt idx="13">
                  <c:v>108.6</c:v>
                </c:pt>
                <c:pt idx="14">
                  <c:v>110.76</c:v>
                </c:pt>
                <c:pt idx="15">
                  <c:v>112.36</c:v>
                </c:pt>
                <c:pt idx="16">
                  <c:v>113.51</c:v>
                </c:pt>
                <c:pt idx="17">
                  <c:v>114.06</c:v>
                </c:pt>
                <c:pt idx="18">
                  <c:v>114.15</c:v>
                </c:pt>
                <c:pt idx="19">
                  <c:v>114.15</c:v>
                </c:pt>
                <c:pt idx="20">
                  <c:v>114.15</c:v>
                </c:pt>
                <c:pt idx="21">
                  <c:v>114.15</c:v>
                </c:pt>
                <c:pt idx="22">
                  <c:v>114.15</c:v>
                </c:pt>
                <c:pt idx="23">
                  <c:v>114.15</c:v>
                </c:pt>
                <c:pt idx="24">
                  <c:v>114.15</c:v>
                </c:pt>
                <c:pt idx="25">
                  <c:v>114.15</c:v>
                </c:pt>
                <c:pt idx="26">
                  <c:v>114.15</c:v>
                </c:pt>
                <c:pt idx="27">
                  <c:v>114.15</c:v>
                </c:pt>
                <c:pt idx="28">
                  <c:v>114.15</c:v>
                </c:pt>
                <c:pt idx="29">
                  <c:v>114.15</c:v>
                </c:pt>
                <c:pt idx="30">
                  <c:v>114.15</c:v>
                </c:pt>
                <c:pt idx="31">
                  <c:v>114.15</c:v>
                </c:pt>
                <c:pt idx="32">
                  <c:v>114.15</c:v>
                </c:pt>
                <c:pt idx="33">
                  <c:v>114.15</c:v>
                </c:pt>
                <c:pt idx="34">
                  <c:v>114.15</c:v>
                </c:pt>
                <c:pt idx="35">
                  <c:v>114.15</c:v>
                </c:pt>
                <c:pt idx="36">
                  <c:v>114.15</c:v>
                </c:pt>
                <c:pt idx="37">
                  <c:v>114.15</c:v>
                </c:pt>
                <c:pt idx="38">
                  <c:v>114.15</c:v>
                </c:pt>
                <c:pt idx="39">
                  <c:v>114.15</c:v>
                </c:pt>
                <c:pt idx="40">
                  <c:v>114.15</c:v>
                </c:pt>
                <c:pt idx="41">
                  <c:v>114.15</c:v>
                </c:pt>
                <c:pt idx="42">
                  <c:v>114.15</c:v>
                </c:pt>
                <c:pt idx="43">
                  <c:v>114.15</c:v>
                </c:pt>
                <c:pt idx="44">
                  <c:v>114.15</c:v>
                </c:pt>
                <c:pt idx="45">
                  <c:v>114.15</c:v>
                </c:pt>
                <c:pt idx="46">
                  <c:v>114.15</c:v>
                </c:pt>
                <c:pt idx="47">
                  <c:v>114.15</c:v>
                </c:pt>
                <c:pt idx="48">
                  <c:v>114.15</c:v>
                </c:pt>
                <c:pt idx="49">
                  <c:v>114.15</c:v>
                </c:pt>
                <c:pt idx="50">
                  <c:v>114.15</c:v>
                </c:pt>
                <c:pt idx="51">
                  <c:v>114.15</c:v>
                </c:pt>
                <c:pt idx="52">
                  <c:v>114.15</c:v>
                </c:pt>
                <c:pt idx="53">
                  <c:v>114.15</c:v>
                </c:pt>
                <c:pt idx="54">
                  <c:v>114.15</c:v>
                </c:pt>
                <c:pt idx="55">
                  <c:v>114.15</c:v>
                </c:pt>
                <c:pt idx="56">
                  <c:v>114.15</c:v>
                </c:pt>
                <c:pt idx="57">
                  <c:v>114.15</c:v>
                </c:pt>
                <c:pt idx="58">
                  <c:v>114.15</c:v>
                </c:pt>
                <c:pt idx="59">
                  <c:v>114.15</c:v>
                </c:pt>
                <c:pt idx="60">
                  <c:v>114.15</c:v>
                </c:pt>
                <c:pt idx="61">
                  <c:v>114.15</c:v>
                </c:pt>
                <c:pt idx="62">
                  <c:v>114.15</c:v>
                </c:pt>
                <c:pt idx="63">
                  <c:v>114.15</c:v>
                </c:pt>
                <c:pt idx="64">
                  <c:v>114.15</c:v>
                </c:pt>
                <c:pt idx="65">
                  <c:v>114.15</c:v>
                </c:pt>
                <c:pt idx="66">
                  <c:v>114.15</c:v>
                </c:pt>
                <c:pt idx="67">
                  <c:v>114.15</c:v>
                </c:pt>
                <c:pt idx="68">
                  <c:v>114.15</c:v>
                </c:pt>
                <c:pt idx="69">
                  <c:v>114.15</c:v>
                </c:pt>
                <c:pt idx="70">
                  <c:v>114.15</c:v>
                </c:pt>
                <c:pt idx="71">
                  <c:v>114.15</c:v>
                </c:pt>
                <c:pt idx="72">
                  <c:v>114.15</c:v>
                </c:pt>
                <c:pt idx="73">
                  <c:v>114.15</c:v>
                </c:pt>
                <c:pt idx="74">
                  <c:v>114.15</c:v>
                </c:pt>
                <c:pt idx="75">
                  <c:v>114.15</c:v>
                </c:pt>
                <c:pt idx="76">
                  <c:v>114.15</c:v>
                </c:pt>
                <c:pt idx="77">
                  <c:v>114.15</c:v>
                </c:pt>
                <c:pt idx="78">
                  <c:v>114.15</c:v>
                </c:pt>
                <c:pt idx="79">
                  <c:v>114.15</c:v>
                </c:pt>
                <c:pt idx="80">
                  <c:v>114.15</c:v>
                </c:pt>
                <c:pt idx="81">
                  <c:v>114.15</c:v>
                </c:pt>
                <c:pt idx="82">
                  <c:v>114.15</c:v>
                </c:pt>
                <c:pt idx="83">
                  <c:v>114.15</c:v>
                </c:pt>
                <c:pt idx="84">
                  <c:v>114.15</c:v>
                </c:pt>
                <c:pt idx="85">
                  <c:v>114.15</c:v>
                </c:pt>
                <c:pt idx="86">
                  <c:v>114.15</c:v>
                </c:pt>
                <c:pt idx="87">
                  <c:v>114.15</c:v>
                </c:pt>
                <c:pt idx="88">
                  <c:v>114.15</c:v>
                </c:pt>
                <c:pt idx="89">
                  <c:v>114.15</c:v>
                </c:pt>
                <c:pt idx="90">
                  <c:v>114.15</c:v>
                </c:pt>
                <c:pt idx="91">
                  <c:v>114.15</c:v>
                </c:pt>
                <c:pt idx="92">
                  <c:v>114.15</c:v>
                </c:pt>
                <c:pt idx="93">
                  <c:v>114.15</c:v>
                </c:pt>
                <c:pt idx="94">
                  <c:v>114.15</c:v>
                </c:pt>
                <c:pt idx="95">
                  <c:v>114.15</c:v>
                </c:pt>
                <c:pt idx="96">
                  <c:v>114.15</c:v>
                </c:pt>
                <c:pt idx="97">
                  <c:v>114.15</c:v>
                </c:pt>
                <c:pt idx="98">
                  <c:v>114.15</c:v>
                </c:pt>
                <c:pt idx="99">
                  <c:v>114.15</c:v>
                </c:pt>
                <c:pt idx="100">
                  <c:v>114.15</c:v>
                </c:pt>
                <c:pt idx="101">
                  <c:v>114.15</c:v>
                </c:pt>
              </c:numCache>
            </c:numRef>
          </c:xVal>
          <c:yVal>
            <c:numRef>
              <c:f>Sheet1!$B$2:$B$103</c:f>
              <c:numCache>
                <c:formatCode>General</c:formatCode>
                <c:ptCount val="102"/>
                <c:pt idx="0">
                  <c:v>1785.0</c:v>
                </c:pt>
                <c:pt idx="1">
                  <c:v>1785.31</c:v>
                </c:pt>
                <c:pt idx="2">
                  <c:v>1785.65</c:v>
                </c:pt>
                <c:pt idx="3">
                  <c:v>1786.31</c:v>
                </c:pt>
                <c:pt idx="4">
                  <c:v>1786.86</c:v>
                </c:pt>
                <c:pt idx="5">
                  <c:v>1787.53</c:v>
                </c:pt>
                <c:pt idx="6">
                  <c:v>1788.51</c:v>
                </c:pt>
                <c:pt idx="7">
                  <c:v>1789.8</c:v>
                </c:pt>
                <c:pt idx="8">
                  <c:v>1792.93</c:v>
                </c:pt>
                <c:pt idx="9">
                  <c:v>1802.64</c:v>
                </c:pt>
                <c:pt idx="10">
                  <c:v>1809.89</c:v>
                </c:pt>
                <c:pt idx="11">
                  <c:v>1811.09</c:v>
                </c:pt>
                <c:pt idx="12">
                  <c:v>1871.91</c:v>
                </c:pt>
                <c:pt idx="13">
                  <c:v>2015.49</c:v>
                </c:pt>
                <c:pt idx="14">
                  <c:v>2039.3</c:v>
                </c:pt>
                <c:pt idx="15">
                  <c:v>2065.02</c:v>
                </c:pt>
                <c:pt idx="16">
                  <c:v>2259.42</c:v>
                </c:pt>
                <c:pt idx="17">
                  <c:v>2331.72</c:v>
                </c:pt>
                <c:pt idx="18">
                  <c:v>2359.34</c:v>
                </c:pt>
                <c:pt idx="19">
                  <c:v>2359.34</c:v>
                </c:pt>
                <c:pt idx="20">
                  <c:v>2359.34</c:v>
                </c:pt>
                <c:pt idx="21">
                  <c:v>2359.34</c:v>
                </c:pt>
                <c:pt idx="22">
                  <c:v>2359.34</c:v>
                </c:pt>
                <c:pt idx="23">
                  <c:v>2359.34</c:v>
                </c:pt>
                <c:pt idx="24">
                  <c:v>2359.34</c:v>
                </c:pt>
                <c:pt idx="25">
                  <c:v>2359.34</c:v>
                </c:pt>
                <c:pt idx="26">
                  <c:v>2359.34</c:v>
                </c:pt>
                <c:pt idx="27">
                  <c:v>2359.34</c:v>
                </c:pt>
                <c:pt idx="28">
                  <c:v>2359.34</c:v>
                </c:pt>
                <c:pt idx="29">
                  <c:v>2359.34</c:v>
                </c:pt>
                <c:pt idx="30">
                  <c:v>2359.34</c:v>
                </c:pt>
                <c:pt idx="31">
                  <c:v>2359.34</c:v>
                </c:pt>
                <c:pt idx="32">
                  <c:v>2359.34</c:v>
                </c:pt>
                <c:pt idx="33">
                  <c:v>2359.34</c:v>
                </c:pt>
                <c:pt idx="34">
                  <c:v>2359.34</c:v>
                </c:pt>
                <c:pt idx="35">
                  <c:v>2359.34</c:v>
                </c:pt>
                <c:pt idx="36">
                  <c:v>2359.34</c:v>
                </c:pt>
                <c:pt idx="37">
                  <c:v>2359.34</c:v>
                </c:pt>
                <c:pt idx="38">
                  <c:v>2359.34</c:v>
                </c:pt>
                <c:pt idx="39">
                  <c:v>2359.34</c:v>
                </c:pt>
                <c:pt idx="40">
                  <c:v>2359.34</c:v>
                </c:pt>
                <c:pt idx="41">
                  <c:v>2359.34</c:v>
                </c:pt>
                <c:pt idx="42">
                  <c:v>2359.34</c:v>
                </c:pt>
                <c:pt idx="43">
                  <c:v>2359.34</c:v>
                </c:pt>
                <c:pt idx="44">
                  <c:v>2359.34</c:v>
                </c:pt>
                <c:pt idx="45">
                  <c:v>2359.34</c:v>
                </c:pt>
                <c:pt idx="46">
                  <c:v>2359.34</c:v>
                </c:pt>
                <c:pt idx="47">
                  <c:v>2359.34</c:v>
                </c:pt>
                <c:pt idx="48">
                  <c:v>2359.34</c:v>
                </c:pt>
                <c:pt idx="49">
                  <c:v>2359.34</c:v>
                </c:pt>
                <c:pt idx="50">
                  <c:v>2359.34</c:v>
                </c:pt>
                <c:pt idx="51">
                  <c:v>2359.34</c:v>
                </c:pt>
                <c:pt idx="52">
                  <c:v>2359.34</c:v>
                </c:pt>
                <c:pt idx="53">
                  <c:v>2359.34</c:v>
                </c:pt>
                <c:pt idx="54">
                  <c:v>2359.34</c:v>
                </c:pt>
                <c:pt idx="55">
                  <c:v>2359.34</c:v>
                </c:pt>
                <c:pt idx="56">
                  <c:v>2359.34</c:v>
                </c:pt>
                <c:pt idx="57">
                  <c:v>2359.34</c:v>
                </c:pt>
                <c:pt idx="58">
                  <c:v>2359.34</c:v>
                </c:pt>
                <c:pt idx="59">
                  <c:v>2359.34</c:v>
                </c:pt>
                <c:pt idx="60">
                  <c:v>2359.34</c:v>
                </c:pt>
                <c:pt idx="61">
                  <c:v>2359.34</c:v>
                </c:pt>
                <c:pt idx="62">
                  <c:v>2359.34</c:v>
                </c:pt>
                <c:pt idx="63">
                  <c:v>2359.34</c:v>
                </c:pt>
                <c:pt idx="64">
                  <c:v>2359.34</c:v>
                </c:pt>
                <c:pt idx="65">
                  <c:v>2359.34</c:v>
                </c:pt>
                <c:pt idx="66">
                  <c:v>2359.34</c:v>
                </c:pt>
                <c:pt idx="67">
                  <c:v>2359.34</c:v>
                </c:pt>
                <c:pt idx="68">
                  <c:v>2359.34</c:v>
                </c:pt>
                <c:pt idx="69">
                  <c:v>2359.34</c:v>
                </c:pt>
                <c:pt idx="70">
                  <c:v>2359.34</c:v>
                </c:pt>
                <c:pt idx="71">
                  <c:v>2359.34</c:v>
                </c:pt>
                <c:pt idx="72">
                  <c:v>2359.34</c:v>
                </c:pt>
                <c:pt idx="73">
                  <c:v>2359.34</c:v>
                </c:pt>
                <c:pt idx="74">
                  <c:v>2359.34</c:v>
                </c:pt>
                <c:pt idx="75">
                  <c:v>2359.34</c:v>
                </c:pt>
                <c:pt idx="76">
                  <c:v>2359.34</c:v>
                </c:pt>
                <c:pt idx="77">
                  <c:v>2359.34</c:v>
                </c:pt>
                <c:pt idx="78">
                  <c:v>2359.34</c:v>
                </c:pt>
                <c:pt idx="79">
                  <c:v>2359.34</c:v>
                </c:pt>
                <c:pt idx="80">
                  <c:v>2359.34</c:v>
                </c:pt>
                <c:pt idx="81">
                  <c:v>2359.34</c:v>
                </c:pt>
                <c:pt idx="82">
                  <c:v>2359.34</c:v>
                </c:pt>
                <c:pt idx="83">
                  <c:v>2359.34</c:v>
                </c:pt>
                <c:pt idx="84">
                  <c:v>2359.34</c:v>
                </c:pt>
                <c:pt idx="85">
                  <c:v>2359.34</c:v>
                </c:pt>
                <c:pt idx="86">
                  <c:v>2359.34</c:v>
                </c:pt>
                <c:pt idx="87">
                  <c:v>2359.34</c:v>
                </c:pt>
                <c:pt idx="88">
                  <c:v>2359.34</c:v>
                </c:pt>
                <c:pt idx="89">
                  <c:v>2359.34</c:v>
                </c:pt>
                <c:pt idx="90">
                  <c:v>2359.34</c:v>
                </c:pt>
                <c:pt idx="91">
                  <c:v>2359.34</c:v>
                </c:pt>
                <c:pt idx="92">
                  <c:v>2359.34</c:v>
                </c:pt>
                <c:pt idx="93">
                  <c:v>2359.34</c:v>
                </c:pt>
                <c:pt idx="94">
                  <c:v>2359.34</c:v>
                </c:pt>
                <c:pt idx="95">
                  <c:v>2359.34</c:v>
                </c:pt>
                <c:pt idx="96">
                  <c:v>2359.34</c:v>
                </c:pt>
                <c:pt idx="97">
                  <c:v>2359.34</c:v>
                </c:pt>
                <c:pt idx="98">
                  <c:v>2359.34</c:v>
                </c:pt>
                <c:pt idx="99">
                  <c:v>2359.34</c:v>
                </c:pt>
                <c:pt idx="100">
                  <c:v>2359.34</c:v>
                </c:pt>
                <c:pt idx="101">
                  <c:v>2359.34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Sheet1!$B$105</c:f>
              <c:strCache>
                <c:ptCount val="1"/>
                <c:pt idx="0">
                  <c:v>WellCat estimado</c:v>
                </c:pt>
              </c:strCache>
            </c:strRef>
          </c:tx>
          <c:spPr>
            <a:ln w="28575">
              <a:solidFill>
                <a:srgbClr val="F2B880"/>
              </a:solidFill>
              <a:prstDash val="sysDot"/>
            </a:ln>
          </c:spPr>
          <c:marker>
            <c:symbol val="none"/>
          </c:marker>
          <c:xVal>
            <c:numRef>
              <c:f>Sheet1!$A$106:$A$207</c:f>
              <c:numCache>
                <c:formatCode>General</c:formatCode>
                <c:ptCount val="102"/>
                <c:pt idx="0">
                  <c:v>114.15</c:v>
                </c:pt>
                <c:pt idx="1">
                  <c:v>114.12704728950405</c:v>
                </c:pt>
                <c:pt idx="2">
                  <c:v>114.10328370207263</c:v>
                </c:pt>
                <c:pt idx="3">
                  <c:v>114.09559435182273</c:v>
                </c:pt>
                <c:pt idx="4">
                  <c:v>114.06414141414142</c:v>
                </c:pt>
                <c:pt idx="5">
                  <c:v>114.06378840306176</c:v>
                </c:pt>
                <c:pt idx="6">
                  <c:v>114.03269197161931</c:v>
                </c:pt>
                <c:pt idx="7">
                  <c:v>114.001239033938</c:v>
                </c:pt>
                <c:pt idx="8">
                  <c:v>113.99598231449443</c:v>
                </c:pt>
                <c:pt idx="9">
                  <c:v>113.96978959141589</c:v>
                </c:pt>
                <c:pt idx="10">
                  <c:v>113.95963265876762</c:v>
                </c:pt>
                <c:pt idx="11">
                  <c:v>113.93833665373458</c:v>
                </c:pt>
                <c:pt idx="12">
                  <c:v>113.92293348712035</c:v>
                </c:pt>
                <c:pt idx="13">
                  <c:v>113.90688721121248</c:v>
                </c:pt>
                <c:pt idx="14">
                  <c:v>113.87543427353117</c:v>
                </c:pt>
                <c:pt idx="15">
                  <c:v>113.87539932193911</c:v>
                </c:pt>
                <c:pt idx="16">
                  <c:v>113.87536437034707</c:v>
                </c:pt>
                <c:pt idx="17">
                  <c:v>113.8474380483031</c:v>
                </c:pt>
                <c:pt idx="18">
                  <c:v>113.81951172625914</c:v>
                </c:pt>
                <c:pt idx="19">
                  <c:v>113.8194767746671</c:v>
                </c:pt>
                <c:pt idx="20">
                  <c:v>113.81944182307504</c:v>
                </c:pt>
                <c:pt idx="21">
                  <c:v>113.79850581944008</c:v>
                </c:pt>
                <c:pt idx="22">
                  <c:v>113.77756981580511</c:v>
                </c:pt>
                <c:pt idx="23">
                  <c:v>113.77753486421307</c:v>
                </c:pt>
                <c:pt idx="24">
                  <c:v>113.77749991262102</c:v>
                </c:pt>
                <c:pt idx="25">
                  <c:v>113.74303764286464</c:v>
                </c:pt>
                <c:pt idx="26">
                  <c:v>113.70857537310825</c:v>
                </c:pt>
                <c:pt idx="27">
                  <c:v>113.67411310335186</c:v>
                </c:pt>
                <c:pt idx="28">
                  <c:v>113.63965083359547</c:v>
                </c:pt>
                <c:pt idx="29">
                  <c:v>113.60518856383908</c:v>
                </c:pt>
                <c:pt idx="30">
                  <c:v>113.57072629408269</c:v>
                </c:pt>
                <c:pt idx="31">
                  <c:v>113.53626402432631</c:v>
                </c:pt>
                <c:pt idx="32">
                  <c:v>113.50180175456993</c:v>
                </c:pt>
                <c:pt idx="33">
                  <c:v>113.46733948481354</c:v>
                </c:pt>
                <c:pt idx="34">
                  <c:v>113.43287721505715</c:v>
                </c:pt>
                <c:pt idx="35">
                  <c:v>113.39841494530076</c:v>
                </c:pt>
                <c:pt idx="36">
                  <c:v>113.36395267554437</c:v>
                </c:pt>
                <c:pt idx="37">
                  <c:v>113.32949040578798</c:v>
                </c:pt>
                <c:pt idx="38">
                  <c:v>113.29502813603159</c:v>
                </c:pt>
                <c:pt idx="39">
                  <c:v>113.2605658662752</c:v>
                </c:pt>
                <c:pt idx="40">
                  <c:v>113.22610359651883</c:v>
                </c:pt>
                <c:pt idx="41">
                  <c:v>113.19164132676244</c:v>
                </c:pt>
                <c:pt idx="42">
                  <c:v>113.15717905700605</c:v>
                </c:pt>
                <c:pt idx="43">
                  <c:v>113.157144105414</c:v>
                </c:pt>
                <c:pt idx="44">
                  <c:v>113.15710915382195</c:v>
                </c:pt>
                <c:pt idx="45">
                  <c:v>113.128106322743</c:v>
                </c:pt>
                <c:pt idx="46">
                  <c:v>113.09910349166404</c:v>
                </c:pt>
                <c:pt idx="47">
                  <c:v>113.07010066058508</c:v>
                </c:pt>
                <c:pt idx="48">
                  <c:v>113.04109782950613</c:v>
                </c:pt>
                <c:pt idx="49">
                  <c:v>113.01209499842717</c:v>
                </c:pt>
                <c:pt idx="50">
                  <c:v>112.98309216734822</c:v>
                </c:pt>
                <c:pt idx="51">
                  <c:v>112.95408933626926</c:v>
                </c:pt>
                <c:pt idx="52">
                  <c:v>112.92508650519031</c:v>
                </c:pt>
                <c:pt idx="53">
                  <c:v>112.89608367411135</c:v>
                </c:pt>
                <c:pt idx="54">
                  <c:v>112.8670808430324</c:v>
                </c:pt>
                <c:pt idx="55">
                  <c:v>112.86704589144036</c:v>
                </c:pt>
                <c:pt idx="56">
                  <c:v>112.8670109398483</c:v>
                </c:pt>
                <c:pt idx="57">
                  <c:v>112.86355073223585</c:v>
                </c:pt>
                <c:pt idx="58">
                  <c:v>112.86009052462339</c:v>
                </c:pt>
                <c:pt idx="59">
                  <c:v>112.86005557303135</c:v>
                </c:pt>
                <c:pt idx="60">
                  <c:v>112.8600206214393</c:v>
                </c:pt>
                <c:pt idx="61">
                  <c:v>112.85360399556048</c:v>
                </c:pt>
                <c:pt idx="62">
                  <c:v>112.94121331853495</c:v>
                </c:pt>
                <c:pt idx="63">
                  <c:v>112.94150632630411</c:v>
                </c:pt>
                <c:pt idx="64">
                  <c:v>112.94179933407325</c:v>
                </c:pt>
                <c:pt idx="65">
                  <c:v>113.00010788013319</c:v>
                </c:pt>
                <c:pt idx="66">
                  <c:v>113.05841642619312</c:v>
                </c:pt>
                <c:pt idx="67">
                  <c:v>113.05870943396226</c:v>
                </c:pt>
                <c:pt idx="68">
                  <c:v>113.05900244173141</c:v>
                </c:pt>
                <c:pt idx="69">
                  <c:v>113.2022832408435</c:v>
                </c:pt>
                <c:pt idx="70">
                  <c:v>113.3455640399556</c:v>
                </c:pt>
                <c:pt idx="71">
                  <c:v>113.34585704772475</c:v>
                </c:pt>
                <c:pt idx="72">
                  <c:v>113.3461500554939</c:v>
                </c:pt>
                <c:pt idx="73">
                  <c:v>113.37369278579357</c:v>
                </c:pt>
                <c:pt idx="74">
                  <c:v>113.40123551609324</c:v>
                </c:pt>
                <c:pt idx="75">
                  <c:v>113.40152852386238</c:v>
                </c:pt>
                <c:pt idx="76">
                  <c:v>113.40182153163153</c:v>
                </c:pt>
                <c:pt idx="77">
                  <c:v>113.47478046614873</c:v>
                </c:pt>
                <c:pt idx="78">
                  <c:v>113.75111763062307</c:v>
                </c:pt>
                <c:pt idx="79">
                  <c:v>113.75111763062307</c:v>
                </c:pt>
                <c:pt idx="80">
                  <c:v>113.75111763062307</c:v>
                </c:pt>
                <c:pt idx="81">
                  <c:v>113.75111763062307</c:v>
                </c:pt>
                <c:pt idx="82">
                  <c:v>113.75111763062307</c:v>
                </c:pt>
                <c:pt idx="83">
                  <c:v>113.75111763062307</c:v>
                </c:pt>
                <c:pt idx="84">
                  <c:v>113.75111763062307</c:v>
                </c:pt>
                <c:pt idx="85">
                  <c:v>113.75111763062307</c:v>
                </c:pt>
                <c:pt idx="86">
                  <c:v>113.75111763062307</c:v>
                </c:pt>
                <c:pt idx="87">
                  <c:v>113.75111763062307</c:v>
                </c:pt>
                <c:pt idx="88">
                  <c:v>113.75111763062307</c:v>
                </c:pt>
                <c:pt idx="89">
                  <c:v>113.75111763062307</c:v>
                </c:pt>
                <c:pt idx="90">
                  <c:v>113.75111763062307</c:v>
                </c:pt>
                <c:pt idx="91">
                  <c:v>113.75111763062307</c:v>
                </c:pt>
                <c:pt idx="92">
                  <c:v>113.75111763062307</c:v>
                </c:pt>
                <c:pt idx="93">
                  <c:v>113.75111763062307</c:v>
                </c:pt>
                <c:pt idx="94">
                  <c:v>113.75111763062307</c:v>
                </c:pt>
                <c:pt idx="95">
                  <c:v>113.75111763062307</c:v>
                </c:pt>
                <c:pt idx="96">
                  <c:v>113.75111763062307</c:v>
                </c:pt>
                <c:pt idx="97">
                  <c:v>113.75111763062307</c:v>
                </c:pt>
                <c:pt idx="98">
                  <c:v>113.75111763062307</c:v>
                </c:pt>
                <c:pt idx="99">
                  <c:v>113.75111763062307</c:v>
                </c:pt>
                <c:pt idx="100">
                  <c:v>113.75111763062307</c:v>
                </c:pt>
                <c:pt idx="101">
                  <c:v>113.75111763062307</c:v>
                </c:pt>
              </c:numCache>
            </c:numRef>
          </c:xVal>
          <c:yVal>
            <c:numRef>
              <c:f>Sheet1!$B$106:$B$207</c:f>
              <c:numCache>
                <c:formatCode>General</c:formatCode>
                <c:ptCount val="102"/>
                <c:pt idx="0">
                  <c:v>2359.34</c:v>
                </c:pt>
                <c:pt idx="1">
                  <c:v>2425.01</c:v>
                </c:pt>
                <c:pt idx="2">
                  <c:v>2493.0</c:v>
                </c:pt>
                <c:pt idx="3">
                  <c:v>2515.0</c:v>
                </c:pt>
                <c:pt idx="4">
                  <c:v>2604.99</c:v>
                </c:pt>
                <c:pt idx="5">
                  <c:v>2606.0</c:v>
                </c:pt>
                <c:pt idx="6">
                  <c:v>2694.97</c:v>
                </c:pt>
                <c:pt idx="7">
                  <c:v>2784.96</c:v>
                </c:pt>
                <c:pt idx="8">
                  <c:v>2800.0</c:v>
                </c:pt>
                <c:pt idx="9">
                  <c:v>2874.94</c:v>
                </c:pt>
                <c:pt idx="10">
                  <c:v>2904.0</c:v>
                </c:pt>
                <c:pt idx="11">
                  <c:v>2964.93</c:v>
                </c:pt>
                <c:pt idx="12">
                  <c:v>3009.0</c:v>
                </c:pt>
                <c:pt idx="13">
                  <c:v>3054.91</c:v>
                </c:pt>
                <c:pt idx="14">
                  <c:v>3144.9</c:v>
                </c:pt>
                <c:pt idx="15">
                  <c:v>3145.0</c:v>
                </c:pt>
                <c:pt idx="16">
                  <c:v>3145.1</c:v>
                </c:pt>
                <c:pt idx="17">
                  <c:v>3225.0</c:v>
                </c:pt>
                <c:pt idx="18">
                  <c:v>3304.9</c:v>
                </c:pt>
                <c:pt idx="19">
                  <c:v>3305.0</c:v>
                </c:pt>
                <c:pt idx="20">
                  <c:v>3305.1</c:v>
                </c:pt>
                <c:pt idx="21">
                  <c:v>3365.0</c:v>
                </c:pt>
                <c:pt idx="22">
                  <c:v>3424.9</c:v>
                </c:pt>
                <c:pt idx="23">
                  <c:v>3425.0</c:v>
                </c:pt>
                <c:pt idx="24">
                  <c:v>3425.1</c:v>
                </c:pt>
                <c:pt idx="25">
                  <c:v>3523.7</c:v>
                </c:pt>
                <c:pt idx="26">
                  <c:v>3622.3</c:v>
                </c:pt>
                <c:pt idx="27">
                  <c:v>3720.9</c:v>
                </c:pt>
                <c:pt idx="28">
                  <c:v>3819.5</c:v>
                </c:pt>
                <c:pt idx="29">
                  <c:v>3918.1</c:v>
                </c:pt>
                <c:pt idx="30">
                  <c:v>4016.7</c:v>
                </c:pt>
                <c:pt idx="31">
                  <c:v>4115.3</c:v>
                </c:pt>
                <c:pt idx="32">
                  <c:v>4213.9</c:v>
                </c:pt>
                <c:pt idx="33">
                  <c:v>4312.5</c:v>
                </c:pt>
                <c:pt idx="34">
                  <c:v>4411.1</c:v>
                </c:pt>
                <c:pt idx="35">
                  <c:v>4509.7</c:v>
                </c:pt>
                <c:pt idx="36">
                  <c:v>4608.3</c:v>
                </c:pt>
                <c:pt idx="37">
                  <c:v>4706.9</c:v>
                </c:pt>
                <c:pt idx="38">
                  <c:v>4805.5</c:v>
                </c:pt>
                <c:pt idx="39">
                  <c:v>4904.1</c:v>
                </c:pt>
                <c:pt idx="40">
                  <c:v>5002.7</c:v>
                </c:pt>
                <c:pt idx="41">
                  <c:v>5101.3</c:v>
                </c:pt>
                <c:pt idx="42">
                  <c:v>5199.9</c:v>
                </c:pt>
                <c:pt idx="43">
                  <c:v>5200.0</c:v>
                </c:pt>
                <c:pt idx="44">
                  <c:v>5200.1</c:v>
                </c:pt>
                <c:pt idx="45">
                  <c:v>5283.08</c:v>
                </c:pt>
                <c:pt idx="46">
                  <c:v>5366.06</c:v>
                </c:pt>
                <c:pt idx="47">
                  <c:v>5449.04</c:v>
                </c:pt>
                <c:pt idx="48">
                  <c:v>5532.02</c:v>
                </c:pt>
                <c:pt idx="49">
                  <c:v>5615.0</c:v>
                </c:pt>
                <c:pt idx="50">
                  <c:v>5697.98</c:v>
                </c:pt>
                <c:pt idx="51">
                  <c:v>5780.96</c:v>
                </c:pt>
                <c:pt idx="52">
                  <c:v>5863.94</c:v>
                </c:pt>
                <c:pt idx="53">
                  <c:v>5946.92</c:v>
                </c:pt>
                <c:pt idx="54">
                  <c:v>6029.9</c:v>
                </c:pt>
                <c:pt idx="55">
                  <c:v>6030.0</c:v>
                </c:pt>
                <c:pt idx="56">
                  <c:v>6030.1</c:v>
                </c:pt>
                <c:pt idx="57">
                  <c:v>6040.0</c:v>
                </c:pt>
                <c:pt idx="58">
                  <c:v>6049.9</c:v>
                </c:pt>
                <c:pt idx="59">
                  <c:v>6050.0</c:v>
                </c:pt>
                <c:pt idx="60">
                  <c:v>6050.1</c:v>
                </c:pt>
                <c:pt idx="61">
                  <c:v>6080.0</c:v>
                </c:pt>
                <c:pt idx="62">
                  <c:v>6109.9</c:v>
                </c:pt>
                <c:pt idx="63">
                  <c:v>6110.0</c:v>
                </c:pt>
                <c:pt idx="64">
                  <c:v>6110.1</c:v>
                </c:pt>
                <c:pt idx="65">
                  <c:v>6130.0</c:v>
                </c:pt>
                <c:pt idx="66">
                  <c:v>6149.9</c:v>
                </c:pt>
                <c:pt idx="67">
                  <c:v>6150.0</c:v>
                </c:pt>
                <c:pt idx="68">
                  <c:v>6150.1</c:v>
                </c:pt>
                <c:pt idx="69">
                  <c:v>6199.0</c:v>
                </c:pt>
                <c:pt idx="70">
                  <c:v>6247.9</c:v>
                </c:pt>
                <c:pt idx="71">
                  <c:v>6248.0</c:v>
                </c:pt>
                <c:pt idx="72">
                  <c:v>6248.1</c:v>
                </c:pt>
                <c:pt idx="73">
                  <c:v>6257.5</c:v>
                </c:pt>
                <c:pt idx="74">
                  <c:v>6266.9</c:v>
                </c:pt>
                <c:pt idx="75">
                  <c:v>6267.0</c:v>
                </c:pt>
                <c:pt idx="76">
                  <c:v>6267.1</c:v>
                </c:pt>
                <c:pt idx="77">
                  <c:v>6292.0</c:v>
                </c:pt>
                <c:pt idx="78">
                  <c:v>6316.9</c:v>
                </c:pt>
                <c:pt idx="79">
                  <c:v>6316.9</c:v>
                </c:pt>
                <c:pt idx="80">
                  <c:v>6316.9</c:v>
                </c:pt>
                <c:pt idx="81">
                  <c:v>6316.9</c:v>
                </c:pt>
                <c:pt idx="82">
                  <c:v>6316.9</c:v>
                </c:pt>
                <c:pt idx="83">
                  <c:v>6316.9</c:v>
                </c:pt>
                <c:pt idx="84">
                  <c:v>6316.9</c:v>
                </c:pt>
                <c:pt idx="85">
                  <c:v>6316.9</c:v>
                </c:pt>
                <c:pt idx="86">
                  <c:v>6316.9</c:v>
                </c:pt>
                <c:pt idx="87">
                  <c:v>6316.9</c:v>
                </c:pt>
                <c:pt idx="88">
                  <c:v>6316.9</c:v>
                </c:pt>
                <c:pt idx="89">
                  <c:v>6316.9</c:v>
                </c:pt>
                <c:pt idx="90">
                  <c:v>6316.9</c:v>
                </c:pt>
                <c:pt idx="91">
                  <c:v>6316.9</c:v>
                </c:pt>
                <c:pt idx="92">
                  <c:v>6316.9</c:v>
                </c:pt>
                <c:pt idx="93">
                  <c:v>6316.9</c:v>
                </c:pt>
                <c:pt idx="94">
                  <c:v>6316.9</c:v>
                </c:pt>
                <c:pt idx="95">
                  <c:v>6316.9</c:v>
                </c:pt>
                <c:pt idx="96">
                  <c:v>6316.9</c:v>
                </c:pt>
                <c:pt idx="97">
                  <c:v>6316.9</c:v>
                </c:pt>
                <c:pt idx="98">
                  <c:v>6316.9</c:v>
                </c:pt>
                <c:pt idx="99">
                  <c:v>6316.9</c:v>
                </c:pt>
                <c:pt idx="100">
                  <c:v>6316.9</c:v>
                </c:pt>
                <c:pt idx="101">
                  <c:v>6316.9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Sheet1!$B$209</c:f>
              <c:strCache>
                <c:ptCount val="1"/>
                <c:pt idx="0">
                  <c:v>Geotérmico</c:v>
                </c:pt>
              </c:strCache>
            </c:strRef>
          </c:tx>
          <c:spPr>
            <a:ln w="15875">
              <a:solidFill>
                <a:srgbClr val="9AA5AE"/>
              </a:solidFill>
              <a:prstDash val="dash"/>
            </a:ln>
          </c:spPr>
          <c:marker>
            <c:symbol val="none"/>
          </c:marker>
          <c:xVal>
            <c:numRef>
              <c:f>Sheet1!$A$210:$A$311</c:f>
              <c:numCache>
                <c:formatCode>General</c:formatCode>
                <c:ptCount val="102"/>
                <c:pt idx="0">
                  <c:v>4.0</c:v>
                </c:pt>
                <c:pt idx="1">
                  <c:v>4.64</c:v>
                </c:pt>
                <c:pt idx="2">
                  <c:v>5.28</c:v>
                </c:pt>
                <c:pt idx="3">
                  <c:v>5.28</c:v>
                </c:pt>
                <c:pt idx="4">
                  <c:v>5.29</c:v>
                </c:pt>
                <c:pt idx="5">
                  <c:v>7.32</c:v>
                </c:pt>
                <c:pt idx="6">
                  <c:v>9.35</c:v>
                </c:pt>
                <c:pt idx="7">
                  <c:v>9.35</c:v>
                </c:pt>
                <c:pt idx="8">
                  <c:v>9.36</c:v>
                </c:pt>
                <c:pt idx="9">
                  <c:v>14.18</c:v>
                </c:pt>
                <c:pt idx="10">
                  <c:v>18.99</c:v>
                </c:pt>
                <c:pt idx="11">
                  <c:v>23.81</c:v>
                </c:pt>
                <c:pt idx="12">
                  <c:v>28.63</c:v>
                </c:pt>
                <c:pt idx="13">
                  <c:v>29.0</c:v>
                </c:pt>
                <c:pt idx="14">
                  <c:v>32.79</c:v>
                </c:pt>
                <c:pt idx="15">
                  <c:v>36.9</c:v>
                </c:pt>
                <c:pt idx="16">
                  <c:v>40.0</c:v>
                </c:pt>
                <c:pt idx="17">
                  <c:v>40.97</c:v>
                </c:pt>
                <c:pt idx="18">
                  <c:v>44.96</c:v>
                </c:pt>
                <c:pt idx="19">
                  <c:v>45.0</c:v>
                </c:pt>
                <c:pt idx="20">
                  <c:v>49.13</c:v>
                </c:pt>
                <c:pt idx="21">
                  <c:v>53.3</c:v>
                </c:pt>
                <c:pt idx="22">
                  <c:v>54.0</c:v>
                </c:pt>
                <c:pt idx="23">
                  <c:v>56.88</c:v>
                </c:pt>
                <c:pt idx="24">
                  <c:v>58.0</c:v>
                </c:pt>
                <c:pt idx="25">
                  <c:v>60.9</c:v>
                </c:pt>
                <c:pt idx="26">
                  <c:v>63.0</c:v>
                </c:pt>
                <c:pt idx="27">
                  <c:v>63.67</c:v>
                </c:pt>
                <c:pt idx="28">
                  <c:v>64.97</c:v>
                </c:pt>
                <c:pt idx="29">
                  <c:v>64.98</c:v>
                </c:pt>
                <c:pt idx="30">
                  <c:v>64.98</c:v>
                </c:pt>
                <c:pt idx="31">
                  <c:v>66.14</c:v>
                </c:pt>
                <c:pt idx="32">
                  <c:v>67.3</c:v>
                </c:pt>
                <c:pt idx="33">
                  <c:v>67.3</c:v>
                </c:pt>
                <c:pt idx="34">
                  <c:v>67.3</c:v>
                </c:pt>
                <c:pt idx="35">
                  <c:v>68.17</c:v>
                </c:pt>
                <c:pt idx="36">
                  <c:v>69.04</c:v>
                </c:pt>
                <c:pt idx="37">
                  <c:v>69.04</c:v>
                </c:pt>
                <c:pt idx="38">
                  <c:v>69.05</c:v>
                </c:pt>
                <c:pt idx="39">
                  <c:v>70.48</c:v>
                </c:pt>
                <c:pt idx="40">
                  <c:v>71.9</c:v>
                </c:pt>
                <c:pt idx="41">
                  <c:v>73.32</c:v>
                </c:pt>
                <c:pt idx="42">
                  <c:v>74.72</c:v>
                </c:pt>
                <c:pt idx="43">
                  <c:v>76.1</c:v>
                </c:pt>
                <c:pt idx="44">
                  <c:v>77.46</c:v>
                </c:pt>
                <c:pt idx="45">
                  <c:v>78.81</c:v>
                </c:pt>
                <c:pt idx="46">
                  <c:v>80.15</c:v>
                </c:pt>
                <c:pt idx="47">
                  <c:v>81.5</c:v>
                </c:pt>
                <c:pt idx="48">
                  <c:v>82.84</c:v>
                </c:pt>
                <c:pt idx="49">
                  <c:v>84.19</c:v>
                </c:pt>
                <c:pt idx="50">
                  <c:v>85.54</c:v>
                </c:pt>
                <c:pt idx="51">
                  <c:v>86.88</c:v>
                </c:pt>
                <c:pt idx="52">
                  <c:v>88.23</c:v>
                </c:pt>
                <c:pt idx="53">
                  <c:v>89.57</c:v>
                </c:pt>
                <c:pt idx="54">
                  <c:v>90.92</c:v>
                </c:pt>
                <c:pt idx="55">
                  <c:v>92.27</c:v>
                </c:pt>
                <c:pt idx="56">
                  <c:v>93.61</c:v>
                </c:pt>
                <c:pt idx="57">
                  <c:v>93.61</c:v>
                </c:pt>
                <c:pt idx="58">
                  <c:v>93.61</c:v>
                </c:pt>
                <c:pt idx="59">
                  <c:v>94.75</c:v>
                </c:pt>
                <c:pt idx="60">
                  <c:v>95.88</c:v>
                </c:pt>
                <c:pt idx="61">
                  <c:v>97.01</c:v>
                </c:pt>
                <c:pt idx="62">
                  <c:v>98.16</c:v>
                </c:pt>
                <c:pt idx="63">
                  <c:v>99.33</c:v>
                </c:pt>
                <c:pt idx="64">
                  <c:v>100.5</c:v>
                </c:pt>
                <c:pt idx="65">
                  <c:v>101.69</c:v>
                </c:pt>
                <c:pt idx="66">
                  <c:v>102.89</c:v>
                </c:pt>
                <c:pt idx="67">
                  <c:v>104.09</c:v>
                </c:pt>
                <c:pt idx="68">
                  <c:v>105.3</c:v>
                </c:pt>
                <c:pt idx="69">
                  <c:v>105.3</c:v>
                </c:pt>
                <c:pt idx="70">
                  <c:v>105.3</c:v>
                </c:pt>
                <c:pt idx="71">
                  <c:v>105.44</c:v>
                </c:pt>
                <c:pt idx="72">
                  <c:v>105.59</c:v>
                </c:pt>
                <c:pt idx="73">
                  <c:v>105.59</c:v>
                </c:pt>
                <c:pt idx="74">
                  <c:v>105.59</c:v>
                </c:pt>
                <c:pt idx="75">
                  <c:v>106.03</c:v>
                </c:pt>
                <c:pt idx="76">
                  <c:v>106.46</c:v>
                </c:pt>
                <c:pt idx="77">
                  <c:v>106.46</c:v>
                </c:pt>
                <c:pt idx="78">
                  <c:v>106.46</c:v>
                </c:pt>
                <c:pt idx="79">
                  <c:v>106.75</c:v>
                </c:pt>
                <c:pt idx="80">
                  <c:v>107.04</c:v>
                </c:pt>
                <c:pt idx="81">
                  <c:v>107.04</c:v>
                </c:pt>
                <c:pt idx="82">
                  <c:v>107.04</c:v>
                </c:pt>
                <c:pt idx="83">
                  <c:v>107.75</c:v>
                </c:pt>
                <c:pt idx="84">
                  <c:v>108.46</c:v>
                </c:pt>
                <c:pt idx="85">
                  <c:v>108.47</c:v>
                </c:pt>
                <c:pt idx="86">
                  <c:v>108.47</c:v>
                </c:pt>
                <c:pt idx="87">
                  <c:v>108.6</c:v>
                </c:pt>
                <c:pt idx="88">
                  <c:v>108.74</c:v>
                </c:pt>
                <c:pt idx="89">
                  <c:v>108.74</c:v>
                </c:pt>
                <c:pt idx="90">
                  <c:v>108.74</c:v>
                </c:pt>
                <c:pt idx="91">
                  <c:v>109.11</c:v>
                </c:pt>
                <c:pt idx="92">
                  <c:v>109.47</c:v>
                </c:pt>
                <c:pt idx="93">
                  <c:v>109.47</c:v>
                </c:pt>
                <c:pt idx="94">
                  <c:v>109.47</c:v>
                </c:pt>
                <c:pt idx="95">
                  <c:v>109.84</c:v>
                </c:pt>
                <c:pt idx="96">
                  <c:v>110.2</c:v>
                </c:pt>
                <c:pt idx="97">
                  <c:v>110.2</c:v>
                </c:pt>
                <c:pt idx="98">
                  <c:v>110.21</c:v>
                </c:pt>
                <c:pt idx="99">
                  <c:v>111.0</c:v>
                </c:pt>
                <c:pt idx="100">
                  <c:v>111.06</c:v>
                </c:pt>
                <c:pt idx="101">
                  <c:v>112.22</c:v>
                </c:pt>
              </c:numCache>
            </c:numRef>
          </c:xVal>
          <c:yVal>
            <c:numRef>
              <c:f>Sheet1!$B$210:$B$311</c:f>
              <c:numCache>
                <c:formatCode>General</c:formatCode>
                <c:ptCount val="102"/>
                <c:pt idx="0">
                  <c:v>1785.0</c:v>
                </c:pt>
                <c:pt idx="1">
                  <c:v>1796.95</c:v>
                </c:pt>
                <c:pt idx="2">
                  <c:v>1808.9</c:v>
                </c:pt>
                <c:pt idx="3">
                  <c:v>1809.0</c:v>
                </c:pt>
                <c:pt idx="4">
                  <c:v>1809.1</c:v>
                </c:pt>
                <c:pt idx="5">
                  <c:v>1847.0</c:v>
                </c:pt>
                <c:pt idx="6">
                  <c:v>1884.9</c:v>
                </c:pt>
                <c:pt idx="7">
                  <c:v>1885.0</c:v>
                </c:pt>
                <c:pt idx="8">
                  <c:v>1885.1</c:v>
                </c:pt>
                <c:pt idx="9">
                  <c:v>1975.09</c:v>
                </c:pt>
                <c:pt idx="10">
                  <c:v>2065.07</c:v>
                </c:pt>
                <c:pt idx="11">
                  <c:v>2155.06</c:v>
                </c:pt>
                <c:pt idx="12">
                  <c:v>2245.04</c:v>
                </c:pt>
                <c:pt idx="13">
                  <c:v>2252.0</c:v>
                </c:pt>
                <c:pt idx="14">
                  <c:v>2335.03</c:v>
                </c:pt>
                <c:pt idx="15">
                  <c:v>2425.01</c:v>
                </c:pt>
                <c:pt idx="16">
                  <c:v>2493.0</c:v>
                </c:pt>
                <c:pt idx="17">
                  <c:v>2515.0</c:v>
                </c:pt>
                <c:pt idx="18">
                  <c:v>2604.99</c:v>
                </c:pt>
                <c:pt idx="19">
                  <c:v>2606.0</c:v>
                </c:pt>
                <c:pt idx="20">
                  <c:v>2694.97</c:v>
                </c:pt>
                <c:pt idx="21">
                  <c:v>2784.96</c:v>
                </c:pt>
                <c:pt idx="22">
                  <c:v>2800.0</c:v>
                </c:pt>
                <c:pt idx="23">
                  <c:v>2874.94</c:v>
                </c:pt>
                <c:pt idx="24">
                  <c:v>2904.0</c:v>
                </c:pt>
                <c:pt idx="25">
                  <c:v>2964.93</c:v>
                </c:pt>
                <c:pt idx="26">
                  <c:v>3009.0</c:v>
                </c:pt>
                <c:pt idx="27">
                  <c:v>3054.91</c:v>
                </c:pt>
                <c:pt idx="28">
                  <c:v>3144.9</c:v>
                </c:pt>
                <c:pt idx="29">
                  <c:v>3145.0</c:v>
                </c:pt>
                <c:pt idx="30">
                  <c:v>3145.1</c:v>
                </c:pt>
                <c:pt idx="31">
                  <c:v>3225.0</c:v>
                </c:pt>
                <c:pt idx="32">
                  <c:v>3304.9</c:v>
                </c:pt>
                <c:pt idx="33">
                  <c:v>3305.0</c:v>
                </c:pt>
                <c:pt idx="34">
                  <c:v>3305.1</c:v>
                </c:pt>
                <c:pt idx="35">
                  <c:v>3365.0</c:v>
                </c:pt>
                <c:pt idx="36">
                  <c:v>3424.9</c:v>
                </c:pt>
                <c:pt idx="37">
                  <c:v>3425.0</c:v>
                </c:pt>
                <c:pt idx="38">
                  <c:v>3425.1</c:v>
                </c:pt>
                <c:pt idx="39">
                  <c:v>3523.7</c:v>
                </c:pt>
                <c:pt idx="40">
                  <c:v>3622.3</c:v>
                </c:pt>
                <c:pt idx="41">
                  <c:v>3720.9</c:v>
                </c:pt>
                <c:pt idx="42">
                  <c:v>3819.5</c:v>
                </c:pt>
                <c:pt idx="43">
                  <c:v>3918.1</c:v>
                </c:pt>
                <c:pt idx="44">
                  <c:v>4016.7</c:v>
                </c:pt>
                <c:pt idx="45">
                  <c:v>4115.3</c:v>
                </c:pt>
                <c:pt idx="46">
                  <c:v>4213.9</c:v>
                </c:pt>
                <c:pt idx="47">
                  <c:v>4312.5</c:v>
                </c:pt>
                <c:pt idx="48">
                  <c:v>4411.1</c:v>
                </c:pt>
                <c:pt idx="49">
                  <c:v>4509.7</c:v>
                </c:pt>
                <c:pt idx="50">
                  <c:v>4608.3</c:v>
                </c:pt>
                <c:pt idx="51">
                  <c:v>4706.9</c:v>
                </c:pt>
                <c:pt idx="52">
                  <c:v>4805.5</c:v>
                </c:pt>
                <c:pt idx="53">
                  <c:v>4904.1</c:v>
                </c:pt>
                <c:pt idx="54">
                  <c:v>5002.7</c:v>
                </c:pt>
                <c:pt idx="55">
                  <c:v>5101.3</c:v>
                </c:pt>
                <c:pt idx="56">
                  <c:v>5199.9</c:v>
                </c:pt>
                <c:pt idx="57">
                  <c:v>5200.0</c:v>
                </c:pt>
                <c:pt idx="58">
                  <c:v>5200.1</c:v>
                </c:pt>
                <c:pt idx="59">
                  <c:v>5283.08</c:v>
                </c:pt>
                <c:pt idx="60">
                  <c:v>5366.06</c:v>
                </c:pt>
                <c:pt idx="61">
                  <c:v>5449.04</c:v>
                </c:pt>
                <c:pt idx="62">
                  <c:v>5532.02</c:v>
                </c:pt>
                <c:pt idx="63">
                  <c:v>5615.0</c:v>
                </c:pt>
                <c:pt idx="64">
                  <c:v>5697.98</c:v>
                </c:pt>
                <c:pt idx="65">
                  <c:v>5780.96</c:v>
                </c:pt>
                <c:pt idx="66">
                  <c:v>5863.94</c:v>
                </c:pt>
                <c:pt idx="67">
                  <c:v>5946.92</c:v>
                </c:pt>
                <c:pt idx="68">
                  <c:v>6029.9</c:v>
                </c:pt>
                <c:pt idx="69">
                  <c:v>6030.0</c:v>
                </c:pt>
                <c:pt idx="70">
                  <c:v>6030.1</c:v>
                </c:pt>
                <c:pt idx="71">
                  <c:v>6040.0</c:v>
                </c:pt>
                <c:pt idx="72">
                  <c:v>6049.9</c:v>
                </c:pt>
                <c:pt idx="73">
                  <c:v>6050.0</c:v>
                </c:pt>
                <c:pt idx="74">
                  <c:v>6050.1</c:v>
                </c:pt>
                <c:pt idx="75">
                  <c:v>6080.0</c:v>
                </c:pt>
                <c:pt idx="76">
                  <c:v>6109.9</c:v>
                </c:pt>
                <c:pt idx="77">
                  <c:v>6110.0</c:v>
                </c:pt>
                <c:pt idx="78">
                  <c:v>6110.1</c:v>
                </c:pt>
                <c:pt idx="79">
                  <c:v>6130.0</c:v>
                </c:pt>
                <c:pt idx="80">
                  <c:v>6149.9</c:v>
                </c:pt>
                <c:pt idx="81">
                  <c:v>6150.0</c:v>
                </c:pt>
                <c:pt idx="82">
                  <c:v>6150.1</c:v>
                </c:pt>
                <c:pt idx="83">
                  <c:v>6199.0</c:v>
                </c:pt>
                <c:pt idx="84">
                  <c:v>6247.9</c:v>
                </c:pt>
                <c:pt idx="85">
                  <c:v>6248.0</c:v>
                </c:pt>
                <c:pt idx="86">
                  <c:v>6248.1</c:v>
                </c:pt>
                <c:pt idx="87">
                  <c:v>6257.5</c:v>
                </c:pt>
                <c:pt idx="88">
                  <c:v>6266.9</c:v>
                </c:pt>
                <c:pt idx="89">
                  <c:v>6267.0</c:v>
                </c:pt>
                <c:pt idx="90">
                  <c:v>6267.1</c:v>
                </c:pt>
                <c:pt idx="91">
                  <c:v>6292.0</c:v>
                </c:pt>
                <c:pt idx="92">
                  <c:v>6316.9</c:v>
                </c:pt>
                <c:pt idx="93">
                  <c:v>6317.0</c:v>
                </c:pt>
                <c:pt idx="94">
                  <c:v>6317.1</c:v>
                </c:pt>
                <c:pt idx="95">
                  <c:v>6342.33</c:v>
                </c:pt>
                <c:pt idx="96">
                  <c:v>6367.55</c:v>
                </c:pt>
                <c:pt idx="97">
                  <c:v>6367.65</c:v>
                </c:pt>
                <c:pt idx="98">
                  <c:v>6367.75</c:v>
                </c:pt>
                <c:pt idx="99">
                  <c:v>6422.42</c:v>
                </c:pt>
                <c:pt idx="100">
                  <c:v>6425.56</c:v>
                </c:pt>
                <c:pt idx="101">
                  <c:v>6483.38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20.0"/>
          <c:min val="-20.0"/>
        </c:scaling>
        <c:delete val="0"/>
        <c:axPos val="b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Temperatura (°C)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  <c:majorUnit val="20.0"/>
      </c:valAx>
      <c:valAx>
        <c:axId val="-2129643912"/>
        <c:scaling>
          <c:orientation val="maxMin"/>
          <c:max val="6500.0"/>
          <c:min val="1500.0"/>
        </c:scaling>
        <c:delete val="0"/>
        <c:axPos val="l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MD (m)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  <c:majorUnit val="500.0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5B6B76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B2B36"/>
                </a:solidFill>
                <a:latin typeface="Calibri"/>
              </a:rPr>
              <a:t>Sobreposição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SCORE-PySafe</c:v>
                </c:pt>
              </c:strCache>
            </c:strRef>
          </c:tx>
          <c:spPr>
            <a:ln w="25400">
              <a:solidFill>
                <a:srgbClr val="0F7C8C"/>
              </a:solidFill>
            </a:ln>
          </c:spPr>
          <c:marker>
            <c:symbol val="none"/>
          </c:marker>
          <c:xVal>
            <c:numRef>
              <c:f>Sheet1!$A$2:$A$94</c:f>
              <c:numCache>
                <c:formatCode>General</c:formatCode>
                <c:ptCount val="93"/>
                <c:pt idx="0">
                  <c:v>89.12</c:v>
                </c:pt>
                <c:pt idx="1">
                  <c:v>89.2</c:v>
                </c:pt>
                <c:pt idx="2">
                  <c:v>89.28</c:v>
                </c:pt>
                <c:pt idx="3">
                  <c:v>89.28</c:v>
                </c:pt>
                <c:pt idx="4">
                  <c:v>89.29</c:v>
                </c:pt>
                <c:pt idx="5">
                  <c:v>89.54</c:v>
                </c:pt>
                <c:pt idx="6">
                  <c:v>89.78</c:v>
                </c:pt>
                <c:pt idx="7">
                  <c:v>89.78</c:v>
                </c:pt>
                <c:pt idx="8">
                  <c:v>89.78</c:v>
                </c:pt>
                <c:pt idx="9">
                  <c:v>90.36</c:v>
                </c:pt>
                <c:pt idx="10">
                  <c:v>90.94</c:v>
                </c:pt>
                <c:pt idx="11">
                  <c:v>91.5</c:v>
                </c:pt>
                <c:pt idx="12">
                  <c:v>92.06</c:v>
                </c:pt>
                <c:pt idx="13">
                  <c:v>92.1</c:v>
                </c:pt>
                <c:pt idx="14">
                  <c:v>92.59</c:v>
                </c:pt>
                <c:pt idx="15">
                  <c:v>93.13</c:v>
                </c:pt>
                <c:pt idx="16">
                  <c:v>93.51</c:v>
                </c:pt>
                <c:pt idx="17">
                  <c:v>93.63</c:v>
                </c:pt>
                <c:pt idx="18">
                  <c:v>94.13</c:v>
                </c:pt>
                <c:pt idx="19">
                  <c:v>94.14</c:v>
                </c:pt>
                <c:pt idx="20">
                  <c:v>94.61</c:v>
                </c:pt>
                <c:pt idx="21">
                  <c:v>95.09</c:v>
                </c:pt>
                <c:pt idx="22">
                  <c:v>95.18</c:v>
                </c:pt>
                <c:pt idx="23">
                  <c:v>95.64</c:v>
                </c:pt>
                <c:pt idx="24">
                  <c:v>95.81</c:v>
                </c:pt>
                <c:pt idx="25">
                  <c:v>96.16</c:v>
                </c:pt>
                <c:pt idx="26">
                  <c:v>96.46</c:v>
                </c:pt>
                <c:pt idx="27">
                  <c:v>96.76</c:v>
                </c:pt>
                <c:pt idx="28">
                  <c:v>97.37</c:v>
                </c:pt>
                <c:pt idx="29">
                  <c:v>97.37</c:v>
                </c:pt>
                <c:pt idx="30">
                  <c:v>97.37</c:v>
                </c:pt>
                <c:pt idx="31">
                  <c:v>97.89</c:v>
                </c:pt>
                <c:pt idx="32">
                  <c:v>98.4</c:v>
                </c:pt>
                <c:pt idx="33">
                  <c:v>98.41</c:v>
                </c:pt>
                <c:pt idx="34">
                  <c:v>98.41</c:v>
                </c:pt>
                <c:pt idx="35">
                  <c:v>98.78</c:v>
                </c:pt>
                <c:pt idx="36">
                  <c:v>99.16</c:v>
                </c:pt>
                <c:pt idx="37">
                  <c:v>99.16</c:v>
                </c:pt>
                <c:pt idx="38">
                  <c:v>99.15</c:v>
                </c:pt>
                <c:pt idx="39">
                  <c:v>99.78</c:v>
                </c:pt>
                <c:pt idx="40">
                  <c:v>100.41</c:v>
                </c:pt>
                <c:pt idx="41">
                  <c:v>101.01</c:v>
                </c:pt>
                <c:pt idx="42">
                  <c:v>101.62</c:v>
                </c:pt>
                <c:pt idx="43">
                  <c:v>102.2</c:v>
                </c:pt>
                <c:pt idx="44">
                  <c:v>102.78</c:v>
                </c:pt>
                <c:pt idx="45">
                  <c:v>103.33</c:v>
                </c:pt>
                <c:pt idx="46">
                  <c:v>103.88</c:v>
                </c:pt>
                <c:pt idx="47">
                  <c:v>104.42</c:v>
                </c:pt>
                <c:pt idx="48">
                  <c:v>104.96</c:v>
                </c:pt>
                <c:pt idx="49">
                  <c:v>105.48</c:v>
                </c:pt>
                <c:pt idx="50">
                  <c:v>106.0</c:v>
                </c:pt>
                <c:pt idx="51">
                  <c:v>106.51</c:v>
                </c:pt>
                <c:pt idx="52">
                  <c:v>107.01</c:v>
                </c:pt>
                <c:pt idx="53">
                  <c:v>107.49</c:v>
                </c:pt>
                <c:pt idx="54">
                  <c:v>107.97</c:v>
                </c:pt>
                <c:pt idx="55">
                  <c:v>108.44</c:v>
                </c:pt>
                <c:pt idx="56">
                  <c:v>108.9</c:v>
                </c:pt>
                <c:pt idx="57">
                  <c:v>108.9</c:v>
                </c:pt>
                <c:pt idx="58">
                  <c:v>108.91</c:v>
                </c:pt>
                <c:pt idx="59">
                  <c:v>109.28</c:v>
                </c:pt>
                <c:pt idx="60">
                  <c:v>109.65</c:v>
                </c:pt>
                <c:pt idx="61">
                  <c:v>110.01</c:v>
                </c:pt>
                <c:pt idx="62">
                  <c:v>110.37</c:v>
                </c:pt>
                <c:pt idx="63">
                  <c:v>110.73</c:v>
                </c:pt>
                <c:pt idx="64">
                  <c:v>111.08</c:v>
                </c:pt>
                <c:pt idx="65">
                  <c:v>111.43</c:v>
                </c:pt>
                <c:pt idx="66">
                  <c:v>111.77</c:v>
                </c:pt>
                <c:pt idx="67">
                  <c:v>112.11</c:v>
                </c:pt>
                <c:pt idx="68">
                  <c:v>112.44</c:v>
                </c:pt>
                <c:pt idx="69">
                  <c:v>112.44</c:v>
                </c:pt>
                <c:pt idx="70">
                  <c:v>112.44</c:v>
                </c:pt>
                <c:pt idx="71">
                  <c:v>112.48</c:v>
                </c:pt>
                <c:pt idx="72">
                  <c:v>112.52</c:v>
                </c:pt>
                <c:pt idx="73">
                  <c:v>112.52</c:v>
                </c:pt>
                <c:pt idx="74">
                  <c:v>112.53</c:v>
                </c:pt>
                <c:pt idx="75">
                  <c:v>112.64</c:v>
                </c:pt>
                <c:pt idx="76">
                  <c:v>112.76</c:v>
                </c:pt>
                <c:pt idx="77">
                  <c:v>112.76</c:v>
                </c:pt>
                <c:pt idx="78">
                  <c:v>112.76</c:v>
                </c:pt>
                <c:pt idx="79">
                  <c:v>112.83</c:v>
                </c:pt>
                <c:pt idx="80">
                  <c:v>112.91</c:v>
                </c:pt>
                <c:pt idx="81">
                  <c:v>112.91</c:v>
                </c:pt>
                <c:pt idx="82">
                  <c:v>112.91</c:v>
                </c:pt>
                <c:pt idx="83">
                  <c:v>113.09</c:v>
                </c:pt>
                <c:pt idx="84">
                  <c:v>113.28</c:v>
                </c:pt>
                <c:pt idx="85">
                  <c:v>113.28</c:v>
                </c:pt>
                <c:pt idx="86">
                  <c:v>113.28</c:v>
                </c:pt>
                <c:pt idx="87">
                  <c:v>113.31</c:v>
                </c:pt>
                <c:pt idx="88">
                  <c:v>113.35</c:v>
                </c:pt>
                <c:pt idx="89">
                  <c:v>113.35</c:v>
                </c:pt>
                <c:pt idx="90">
                  <c:v>113.35</c:v>
                </c:pt>
                <c:pt idx="91">
                  <c:v>113.44</c:v>
                </c:pt>
                <c:pt idx="92">
                  <c:v>113.53</c:v>
                </c:pt>
              </c:numCache>
            </c:numRef>
          </c:xVal>
          <c:yVal>
            <c:numRef>
              <c:f>Sheet1!$B$2:$B$94</c:f>
              <c:numCache>
                <c:formatCode>General</c:formatCode>
                <c:ptCount val="93"/>
                <c:pt idx="0">
                  <c:v>1785.0</c:v>
                </c:pt>
                <c:pt idx="1">
                  <c:v>1796.95</c:v>
                </c:pt>
                <c:pt idx="2">
                  <c:v>1808.9</c:v>
                </c:pt>
                <c:pt idx="3">
                  <c:v>1809.0</c:v>
                </c:pt>
                <c:pt idx="4">
                  <c:v>1809.1</c:v>
                </c:pt>
                <c:pt idx="5">
                  <c:v>1847.0</c:v>
                </c:pt>
                <c:pt idx="6">
                  <c:v>1884.9</c:v>
                </c:pt>
                <c:pt idx="7">
                  <c:v>1885.0</c:v>
                </c:pt>
                <c:pt idx="8">
                  <c:v>1885.1</c:v>
                </c:pt>
                <c:pt idx="9">
                  <c:v>1975.09</c:v>
                </c:pt>
                <c:pt idx="10">
                  <c:v>2065.07</c:v>
                </c:pt>
                <c:pt idx="11">
                  <c:v>2155.06</c:v>
                </c:pt>
                <c:pt idx="12">
                  <c:v>2245.04</c:v>
                </c:pt>
                <c:pt idx="13">
                  <c:v>2252.0</c:v>
                </c:pt>
                <c:pt idx="14">
                  <c:v>2335.03</c:v>
                </c:pt>
                <c:pt idx="15">
                  <c:v>2425.01</c:v>
                </c:pt>
                <c:pt idx="16">
                  <c:v>2493.0</c:v>
                </c:pt>
                <c:pt idx="17">
                  <c:v>2515.0</c:v>
                </c:pt>
                <c:pt idx="18">
                  <c:v>2604.99</c:v>
                </c:pt>
                <c:pt idx="19">
                  <c:v>2606.0</c:v>
                </c:pt>
                <c:pt idx="20">
                  <c:v>2694.97</c:v>
                </c:pt>
                <c:pt idx="21">
                  <c:v>2784.96</c:v>
                </c:pt>
                <c:pt idx="22">
                  <c:v>2800.0</c:v>
                </c:pt>
                <c:pt idx="23">
                  <c:v>2874.94</c:v>
                </c:pt>
                <c:pt idx="24">
                  <c:v>2904.0</c:v>
                </c:pt>
                <c:pt idx="25">
                  <c:v>2964.93</c:v>
                </c:pt>
                <c:pt idx="26">
                  <c:v>3009.0</c:v>
                </c:pt>
                <c:pt idx="27">
                  <c:v>3054.91</c:v>
                </c:pt>
                <c:pt idx="28">
                  <c:v>3144.9</c:v>
                </c:pt>
                <c:pt idx="29">
                  <c:v>3145.0</c:v>
                </c:pt>
                <c:pt idx="30">
                  <c:v>3145.1</c:v>
                </c:pt>
                <c:pt idx="31">
                  <c:v>3225.0</c:v>
                </c:pt>
                <c:pt idx="32">
                  <c:v>3304.9</c:v>
                </c:pt>
                <c:pt idx="33">
                  <c:v>3305.0</c:v>
                </c:pt>
                <c:pt idx="34">
                  <c:v>3305.1</c:v>
                </c:pt>
                <c:pt idx="35">
                  <c:v>3365.0</c:v>
                </c:pt>
                <c:pt idx="36">
                  <c:v>3424.9</c:v>
                </c:pt>
                <c:pt idx="37">
                  <c:v>3425.0</c:v>
                </c:pt>
                <c:pt idx="38">
                  <c:v>3425.1</c:v>
                </c:pt>
                <c:pt idx="39">
                  <c:v>3523.7</c:v>
                </c:pt>
                <c:pt idx="40">
                  <c:v>3622.3</c:v>
                </c:pt>
                <c:pt idx="41">
                  <c:v>3720.9</c:v>
                </c:pt>
                <c:pt idx="42">
                  <c:v>3819.5</c:v>
                </c:pt>
                <c:pt idx="43">
                  <c:v>3918.1</c:v>
                </c:pt>
                <c:pt idx="44">
                  <c:v>4016.7</c:v>
                </c:pt>
                <c:pt idx="45">
                  <c:v>4115.3</c:v>
                </c:pt>
                <c:pt idx="46">
                  <c:v>4213.9</c:v>
                </c:pt>
                <c:pt idx="47">
                  <c:v>4312.5</c:v>
                </c:pt>
                <c:pt idx="48">
                  <c:v>4411.1</c:v>
                </c:pt>
                <c:pt idx="49">
                  <c:v>4509.7</c:v>
                </c:pt>
                <c:pt idx="50">
                  <c:v>4608.3</c:v>
                </c:pt>
                <c:pt idx="51">
                  <c:v>4706.9</c:v>
                </c:pt>
                <c:pt idx="52">
                  <c:v>4805.5</c:v>
                </c:pt>
                <c:pt idx="53">
                  <c:v>4904.1</c:v>
                </c:pt>
                <c:pt idx="54">
                  <c:v>5002.7</c:v>
                </c:pt>
                <c:pt idx="55">
                  <c:v>5101.3</c:v>
                </c:pt>
                <c:pt idx="56">
                  <c:v>5199.9</c:v>
                </c:pt>
                <c:pt idx="57">
                  <c:v>5200.0</c:v>
                </c:pt>
                <c:pt idx="58">
                  <c:v>5200.1</c:v>
                </c:pt>
                <c:pt idx="59">
                  <c:v>5283.08</c:v>
                </c:pt>
                <c:pt idx="60">
                  <c:v>5366.06</c:v>
                </c:pt>
                <c:pt idx="61">
                  <c:v>5449.04</c:v>
                </c:pt>
                <c:pt idx="62">
                  <c:v>5532.02</c:v>
                </c:pt>
                <c:pt idx="63">
                  <c:v>5615.0</c:v>
                </c:pt>
                <c:pt idx="64">
                  <c:v>5697.98</c:v>
                </c:pt>
                <c:pt idx="65">
                  <c:v>5780.96</c:v>
                </c:pt>
                <c:pt idx="66">
                  <c:v>5863.94</c:v>
                </c:pt>
                <c:pt idx="67">
                  <c:v>5946.92</c:v>
                </c:pt>
                <c:pt idx="68">
                  <c:v>6029.9</c:v>
                </c:pt>
                <c:pt idx="69">
                  <c:v>6030.0</c:v>
                </c:pt>
                <c:pt idx="70">
                  <c:v>6030.1</c:v>
                </c:pt>
                <c:pt idx="71">
                  <c:v>6040.0</c:v>
                </c:pt>
                <c:pt idx="72">
                  <c:v>6049.9</c:v>
                </c:pt>
                <c:pt idx="73">
                  <c:v>6050.0</c:v>
                </c:pt>
                <c:pt idx="74">
                  <c:v>6050.1</c:v>
                </c:pt>
                <c:pt idx="75">
                  <c:v>6080.0</c:v>
                </c:pt>
                <c:pt idx="76">
                  <c:v>6109.9</c:v>
                </c:pt>
                <c:pt idx="77">
                  <c:v>6110.0</c:v>
                </c:pt>
                <c:pt idx="78">
                  <c:v>6110.1</c:v>
                </c:pt>
                <c:pt idx="79">
                  <c:v>6130.0</c:v>
                </c:pt>
                <c:pt idx="80">
                  <c:v>6149.9</c:v>
                </c:pt>
                <c:pt idx="81">
                  <c:v>6150.0</c:v>
                </c:pt>
                <c:pt idx="82">
                  <c:v>6150.1</c:v>
                </c:pt>
                <c:pt idx="83">
                  <c:v>6199.0</c:v>
                </c:pt>
                <c:pt idx="84">
                  <c:v>6247.9</c:v>
                </c:pt>
                <c:pt idx="85">
                  <c:v>6248.0</c:v>
                </c:pt>
                <c:pt idx="86">
                  <c:v>6248.1</c:v>
                </c:pt>
                <c:pt idx="87">
                  <c:v>6257.5</c:v>
                </c:pt>
                <c:pt idx="88">
                  <c:v>6266.9</c:v>
                </c:pt>
                <c:pt idx="89">
                  <c:v>6267.0</c:v>
                </c:pt>
                <c:pt idx="90">
                  <c:v>6267.1</c:v>
                </c:pt>
                <c:pt idx="91">
                  <c:v>6292.0</c:v>
                </c:pt>
                <c:pt idx="92">
                  <c:v>6316.9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Sheet1!$B$96</c:f>
              <c:strCache>
                <c:ptCount val="1"/>
                <c:pt idx="0">
                  <c:v>WellCat</c:v>
                </c:pt>
              </c:strCache>
            </c:strRef>
          </c:tx>
          <c:spPr>
            <a:ln w="25400">
              <a:solidFill>
                <a:srgbClr val="D9822B"/>
              </a:solidFill>
              <a:prstDash val="dash"/>
            </a:ln>
          </c:spPr>
          <c:marker>
            <c:symbol val="circle"/>
            <c:size val="5"/>
            <c:spPr>
              <a:solidFill>
                <a:srgbClr val="D9822B"/>
              </a:solidFill>
              <a:ln>
                <a:solidFill>
                  <a:srgbClr val="D9822B"/>
                </a:solidFill>
              </a:ln>
            </c:spPr>
          </c:marker>
          <c:xVal>
            <c:numRef>
              <c:f>Sheet1!$A$97:$A$189</c:f>
              <c:numCache>
                <c:formatCode>General</c:formatCode>
                <c:ptCount val="93"/>
                <c:pt idx="0">
                  <c:v>90.07</c:v>
                </c:pt>
                <c:pt idx="1">
                  <c:v>95.48</c:v>
                </c:pt>
                <c:pt idx="2">
                  <c:v>96.02</c:v>
                </c:pt>
                <c:pt idx="3">
                  <c:v>96.43</c:v>
                </c:pt>
                <c:pt idx="4">
                  <c:v>96.67</c:v>
                </c:pt>
                <c:pt idx="5">
                  <c:v>96.94</c:v>
                </c:pt>
                <c:pt idx="6">
                  <c:v>97.26</c:v>
                </c:pt>
                <c:pt idx="7">
                  <c:v>97.9</c:v>
                </c:pt>
                <c:pt idx="8">
                  <c:v>99.96</c:v>
                </c:pt>
                <c:pt idx="9">
                  <c:v>102.24</c:v>
                </c:pt>
                <c:pt idx="10">
                  <c:v>104.09</c:v>
                </c:pt>
                <c:pt idx="11">
                  <c:v>105.33</c:v>
                </c:pt>
                <c:pt idx="12">
                  <c:v>106.5</c:v>
                </c:pt>
                <c:pt idx="13">
                  <c:v>108.6</c:v>
                </c:pt>
                <c:pt idx="14">
                  <c:v>110.76</c:v>
                </c:pt>
                <c:pt idx="15">
                  <c:v>112.36</c:v>
                </c:pt>
                <c:pt idx="16">
                  <c:v>113.51</c:v>
                </c:pt>
                <c:pt idx="17">
                  <c:v>114.06</c:v>
                </c:pt>
                <c:pt idx="18">
                  <c:v>114.15</c:v>
                </c:pt>
                <c:pt idx="19">
                  <c:v>114.15</c:v>
                </c:pt>
                <c:pt idx="20">
                  <c:v>114.15</c:v>
                </c:pt>
                <c:pt idx="21">
                  <c:v>114.15</c:v>
                </c:pt>
                <c:pt idx="22">
                  <c:v>114.15</c:v>
                </c:pt>
                <c:pt idx="23">
                  <c:v>114.15</c:v>
                </c:pt>
                <c:pt idx="24">
                  <c:v>114.15</c:v>
                </c:pt>
                <c:pt idx="25">
                  <c:v>114.15</c:v>
                </c:pt>
                <c:pt idx="26">
                  <c:v>114.15</c:v>
                </c:pt>
                <c:pt idx="27">
                  <c:v>114.15</c:v>
                </c:pt>
                <c:pt idx="28">
                  <c:v>114.15</c:v>
                </c:pt>
                <c:pt idx="29">
                  <c:v>114.15</c:v>
                </c:pt>
                <c:pt idx="30">
                  <c:v>114.15</c:v>
                </c:pt>
                <c:pt idx="31">
                  <c:v>114.15</c:v>
                </c:pt>
                <c:pt idx="32">
                  <c:v>114.15</c:v>
                </c:pt>
                <c:pt idx="33">
                  <c:v>114.15</c:v>
                </c:pt>
                <c:pt idx="34">
                  <c:v>114.15</c:v>
                </c:pt>
                <c:pt idx="35">
                  <c:v>114.15</c:v>
                </c:pt>
                <c:pt idx="36">
                  <c:v>114.15</c:v>
                </c:pt>
                <c:pt idx="37">
                  <c:v>114.15</c:v>
                </c:pt>
                <c:pt idx="38">
                  <c:v>114.15</c:v>
                </c:pt>
                <c:pt idx="39">
                  <c:v>114.15</c:v>
                </c:pt>
                <c:pt idx="40">
                  <c:v>114.15</c:v>
                </c:pt>
                <c:pt idx="41">
                  <c:v>114.15</c:v>
                </c:pt>
                <c:pt idx="42">
                  <c:v>114.15</c:v>
                </c:pt>
                <c:pt idx="43">
                  <c:v>114.15</c:v>
                </c:pt>
                <c:pt idx="44">
                  <c:v>114.15</c:v>
                </c:pt>
                <c:pt idx="45">
                  <c:v>114.15</c:v>
                </c:pt>
                <c:pt idx="46">
                  <c:v>114.15</c:v>
                </c:pt>
                <c:pt idx="47">
                  <c:v>114.15</c:v>
                </c:pt>
                <c:pt idx="48">
                  <c:v>114.15</c:v>
                </c:pt>
                <c:pt idx="49">
                  <c:v>114.15</c:v>
                </c:pt>
                <c:pt idx="50">
                  <c:v>114.15</c:v>
                </c:pt>
                <c:pt idx="51">
                  <c:v>114.15</c:v>
                </c:pt>
                <c:pt idx="52">
                  <c:v>114.15</c:v>
                </c:pt>
                <c:pt idx="53">
                  <c:v>114.15</c:v>
                </c:pt>
                <c:pt idx="54">
                  <c:v>114.15</c:v>
                </c:pt>
                <c:pt idx="55">
                  <c:v>114.15</c:v>
                </c:pt>
                <c:pt idx="56">
                  <c:v>114.15</c:v>
                </c:pt>
                <c:pt idx="57">
                  <c:v>114.15</c:v>
                </c:pt>
                <c:pt idx="58">
                  <c:v>114.15</c:v>
                </c:pt>
                <c:pt idx="59">
                  <c:v>114.15</c:v>
                </c:pt>
                <c:pt idx="60">
                  <c:v>114.15</c:v>
                </c:pt>
                <c:pt idx="61">
                  <c:v>114.15</c:v>
                </c:pt>
                <c:pt idx="62">
                  <c:v>114.15</c:v>
                </c:pt>
                <c:pt idx="63">
                  <c:v>114.15</c:v>
                </c:pt>
                <c:pt idx="64">
                  <c:v>114.15</c:v>
                </c:pt>
                <c:pt idx="65">
                  <c:v>114.15</c:v>
                </c:pt>
                <c:pt idx="66">
                  <c:v>114.15</c:v>
                </c:pt>
                <c:pt idx="67">
                  <c:v>114.15</c:v>
                </c:pt>
                <c:pt idx="68">
                  <c:v>114.15</c:v>
                </c:pt>
                <c:pt idx="69">
                  <c:v>114.15</c:v>
                </c:pt>
                <c:pt idx="70">
                  <c:v>114.15</c:v>
                </c:pt>
                <c:pt idx="71">
                  <c:v>114.15</c:v>
                </c:pt>
                <c:pt idx="72">
                  <c:v>114.15</c:v>
                </c:pt>
                <c:pt idx="73">
                  <c:v>114.15</c:v>
                </c:pt>
                <c:pt idx="74">
                  <c:v>114.15</c:v>
                </c:pt>
                <c:pt idx="75">
                  <c:v>114.15</c:v>
                </c:pt>
                <c:pt idx="76">
                  <c:v>114.15</c:v>
                </c:pt>
                <c:pt idx="77">
                  <c:v>114.15</c:v>
                </c:pt>
                <c:pt idx="78">
                  <c:v>114.15</c:v>
                </c:pt>
                <c:pt idx="79">
                  <c:v>114.15</c:v>
                </c:pt>
                <c:pt idx="80">
                  <c:v>114.15</c:v>
                </c:pt>
                <c:pt idx="81">
                  <c:v>114.15</c:v>
                </c:pt>
                <c:pt idx="82">
                  <c:v>114.15</c:v>
                </c:pt>
                <c:pt idx="83">
                  <c:v>114.15</c:v>
                </c:pt>
                <c:pt idx="84">
                  <c:v>114.15</c:v>
                </c:pt>
                <c:pt idx="85">
                  <c:v>114.15</c:v>
                </c:pt>
                <c:pt idx="86">
                  <c:v>114.15</c:v>
                </c:pt>
                <c:pt idx="87">
                  <c:v>114.15</c:v>
                </c:pt>
                <c:pt idx="88">
                  <c:v>114.15</c:v>
                </c:pt>
                <c:pt idx="89">
                  <c:v>114.15</c:v>
                </c:pt>
                <c:pt idx="90">
                  <c:v>114.15</c:v>
                </c:pt>
                <c:pt idx="91">
                  <c:v>114.15</c:v>
                </c:pt>
                <c:pt idx="92">
                  <c:v>114.15</c:v>
                </c:pt>
              </c:numCache>
            </c:numRef>
          </c:xVal>
          <c:yVal>
            <c:numRef>
              <c:f>Sheet1!$B$97:$B$189</c:f>
              <c:numCache>
                <c:formatCode>General</c:formatCode>
                <c:ptCount val="93"/>
                <c:pt idx="0">
                  <c:v>1785.0</c:v>
                </c:pt>
                <c:pt idx="1">
                  <c:v>1785.31</c:v>
                </c:pt>
                <c:pt idx="2">
                  <c:v>1785.65</c:v>
                </c:pt>
                <c:pt idx="3">
                  <c:v>1786.31</c:v>
                </c:pt>
                <c:pt idx="4">
                  <c:v>1786.86</c:v>
                </c:pt>
                <c:pt idx="5">
                  <c:v>1787.53</c:v>
                </c:pt>
                <c:pt idx="6">
                  <c:v>1788.51</c:v>
                </c:pt>
                <c:pt idx="7">
                  <c:v>1789.8</c:v>
                </c:pt>
                <c:pt idx="8">
                  <c:v>1792.93</c:v>
                </c:pt>
                <c:pt idx="9">
                  <c:v>1802.64</c:v>
                </c:pt>
                <c:pt idx="10">
                  <c:v>1809.89</c:v>
                </c:pt>
                <c:pt idx="11">
                  <c:v>1811.09</c:v>
                </c:pt>
                <c:pt idx="12">
                  <c:v>1871.91</c:v>
                </c:pt>
                <c:pt idx="13">
                  <c:v>2015.49</c:v>
                </c:pt>
                <c:pt idx="14">
                  <c:v>2039.3</c:v>
                </c:pt>
                <c:pt idx="15">
                  <c:v>2065.02</c:v>
                </c:pt>
                <c:pt idx="16">
                  <c:v>2259.42</c:v>
                </c:pt>
                <c:pt idx="17">
                  <c:v>2331.72</c:v>
                </c:pt>
                <c:pt idx="18">
                  <c:v>2359.34</c:v>
                </c:pt>
                <c:pt idx="19">
                  <c:v>2359.34</c:v>
                </c:pt>
                <c:pt idx="20">
                  <c:v>2359.34</c:v>
                </c:pt>
                <c:pt idx="21">
                  <c:v>2359.34</c:v>
                </c:pt>
                <c:pt idx="22">
                  <c:v>2359.34</c:v>
                </c:pt>
                <c:pt idx="23">
                  <c:v>2359.34</c:v>
                </c:pt>
                <c:pt idx="24">
                  <c:v>2359.34</c:v>
                </c:pt>
                <c:pt idx="25">
                  <c:v>2359.34</c:v>
                </c:pt>
                <c:pt idx="26">
                  <c:v>2359.34</c:v>
                </c:pt>
                <c:pt idx="27">
                  <c:v>2359.34</c:v>
                </c:pt>
                <c:pt idx="28">
                  <c:v>2359.34</c:v>
                </c:pt>
                <c:pt idx="29">
                  <c:v>2359.34</c:v>
                </c:pt>
                <c:pt idx="30">
                  <c:v>2359.34</c:v>
                </c:pt>
                <c:pt idx="31">
                  <c:v>2359.34</c:v>
                </c:pt>
                <c:pt idx="32">
                  <c:v>2359.34</c:v>
                </c:pt>
                <c:pt idx="33">
                  <c:v>2359.34</c:v>
                </c:pt>
                <c:pt idx="34">
                  <c:v>2359.34</c:v>
                </c:pt>
                <c:pt idx="35">
                  <c:v>2359.34</c:v>
                </c:pt>
                <c:pt idx="36">
                  <c:v>2359.34</c:v>
                </c:pt>
                <c:pt idx="37">
                  <c:v>2359.34</c:v>
                </c:pt>
                <c:pt idx="38">
                  <c:v>2359.34</c:v>
                </c:pt>
                <c:pt idx="39">
                  <c:v>2359.34</c:v>
                </c:pt>
                <c:pt idx="40">
                  <c:v>2359.34</c:v>
                </c:pt>
                <c:pt idx="41">
                  <c:v>2359.34</c:v>
                </c:pt>
                <c:pt idx="42">
                  <c:v>2359.34</c:v>
                </c:pt>
                <c:pt idx="43">
                  <c:v>2359.34</c:v>
                </c:pt>
                <c:pt idx="44">
                  <c:v>2359.34</c:v>
                </c:pt>
                <c:pt idx="45">
                  <c:v>2359.34</c:v>
                </c:pt>
                <c:pt idx="46">
                  <c:v>2359.34</c:v>
                </c:pt>
                <c:pt idx="47">
                  <c:v>2359.34</c:v>
                </c:pt>
                <c:pt idx="48">
                  <c:v>2359.34</c:v>
                </c:pt>
                <c:pt idx="49">
                  <c:v>2359.34</c:v>
                </c:pt>
                <c:pt idx="50">
                  <c:v>2359.34</c:v>
                </c:pt>
                <c:pt idx="51">
                  <c:v>2359.34</c:v>
                </c:pt>
                <c:pt idx="52">
                  <c:v>2359.34</c:v>
                </c:pt>
                <c:pt idx="53">
                  <c:v>2359.34</c:v>
                </c:pt>
                <c:pt idx="54">
                  <c:v>2359.34</c:v>
                </c:pt>
                <c:pt idx="55">
                  <c:v>2359.34</c:v>
                </c:pt>
                <c:pt idx="56">
                  <c:v>2359.34</c:v>
                </c:pt>
                <c:pt idx="57">
                  <c:v>2359.34</c:v>
                </c:pt>
                <c:pt idx="58">
                  <c:v>2359.34</c:v>
                </c:pt>
                <c:pt idx="59">
                  <c:v>2359.34</c:v>
                </c:pt>
                <c:pt idx="60">
                  <c:v>2359.34</c:v>
                </c:pt>
                <c:pt idx="61">
                  <c:v>2359.34</c:v>
                </c:pt>
                <c:pt idx="62">
                  <c:v>2359.34</c:v>
                </c:pt>
                <c:pt idx="63">
                  <c:v>2359.34</c:v>
                </c:pt>
                <c:pt idx="64">
                  <c:v>2359.34</c:v>
                </c:pt>
                <c:pt idx="65">
                  <c:v>2359.34</c:v>
                </c:pt>
                <c:pt idx="66">
                  <c:v>2359.34</c:v>
                </c:pt>
                <c:pt idx="67">
                  <c:v>2359.34</c:v>
                </c:pt>
                <c:pt idx="68">
                  <c:v>2359.34</c:v>
                </c:pt>
                <c:pt idx="69">
                  <c:v>2359.34</c:v>
                </c:pt>
                <c:pt idx="70">
                  <c:v>2359.34</c:v>
                </c:pt>
                <c:pt idx="71">
                  <c:v>2359.34</c:v>
                </c:pt>
                <c:pt idx="72">
                  <c:v>2359.34</c:v>
                </c:pt>
                <c:pt idx="73">
                  <c:v>2359.34</c:v>
                </c:pt>
                <c:pt idx="74">
                  <c:v>2359.34</c:v>
                </c:pt>
                <c:pt idx="75">
                  <c:v>2359.34</c:v>
                </c:pt>
                <c:pt idx="76">
                  <c:v>2359.34</c:v>
                </c:pt>
                <c:pt idx="77">
                  <c:v>2359.34</c:v>
                </c:pt>
                <c:pt idx="78">
                  <c:v>2359.34</c:v>
                </c:pt>
                <c:pt idx="79">
                  <c:v>2359.34</c:v>
                </c:pt>
                <c:pt idx="80">
                  <c:v>2359.34</c:v>
                </c:pt>
                <c:pt idx="81">
                  <c:v>2359.34</c:v>
                </c:pt>
                <c:pt idx="82">
                  <c:v>2359.34</c:v>
                </c:pt>
                <c:pt idx="83">
                  <c:v>2359.34</c:v>
                </c:pt>
                <c:pt idx="84">
                  <c:v>2359.34</c:v>
                </c:pt>
                <c:pt idx="85">
                  <c:v>2359.34</c:v>
                </c:pt>
                <c:pt idx="86">
                  <c:v>2359.34</c:v>
                </c:pt>
                <c:pt idx="87">
                  <c:v>2359.34</c:v>
                </c:pt>
                <c:pt idx="88">
                  <c:v>2359.34</c:v>
                </c:pt>
                <c:pt idx="89">
                  <c:v>2359.34</c:v>
                </c:pt>
                <c:pt idx="90">
                  <c:v>2359.34</c:v>
                </c:pt>
                <c:pt idx="91">
                  <c:v>2359.34</c:v>
                </c:pt>
                <c:pt idx="92">
                  <c:v>2359.34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Sheet1!$B$191</c:f>
              <c:strCache>
                <c:ptCount val="1"/>
                <c:pt idx="0">
                  <c:v>WellCat estimado</c:v>
                </c:pt>
              </c:strCache>
            </c:strRef>
          </c:tx>
          <c:spPr>
            <a:ln w="28575">
              <a:solidFill>
                <a:srgbClr val="F2B880"/>
              </a:solidFill>
              <a:prstDash val="sysDot"/>
            </a:ln>
          </c:spPr>
          <c:marker>
            <c:symbol val="none"/>
          </c:marker>
          <c:xVal>
            <c:numRef>
              <c:f>Sheet1!$A$192:$A$284</c:f>
              <c:numCache>
                <c:formatCode>General</c:formatCode>
                <c:ptCount val="93"/>
                <c:pt idx="0">
                  <c:v>114.15</c:v>
                </c:pt>
                <c:pt idx="1">
                  <c:v>114.12704728950405</c:v>
                </c:pt>
                <c:pt idx="2">
                  <c:v>114.10328370207263</c:v>
                </c:pt>
                <c:pt idx="3">
                  <c:v>114.09559435182273</c:v>
                </c:pt>
                <c:pt idx="4">
                  <c:v>114.06414141414142</c:v>
                </c:pt>
                <c:pt idx="5">
                  <c:v>114.06378840306176</c:v>
                </c:pt>
                <c:pt idx="6">
                  <c:v>114.03269197161931</c:v>
                </c:pt>
                <c:pt idx="7">
                  <c:v>114.001239033938</c:v>
                </c:pt>
                <c:pt idx="8">
                  <c:v>113.99598231449443</c:v>
                </c:pt>
                <c:pt idx="9">
                  <c:v>113.96978959141589</c:v>
                </c:pt>
                <c:pt idx="10">
                  <c:v>113.95963265876762</c:v>
                </c:pt>
                <c:pt idx="11">
                  <c:v>113.93833665373458</c:v>
                </c:pt>
                <c:pt idx="12">
                  <c:v>113.92293348712035</c:v>
                </c:pt>
                <c:pt idx="13">
                  <c:v>113.90688721121248</c:v>
                </c:pt>
                <c:pt idx="14">
                  <c:v>113.87543427353117</c:v>
                </c:pt>
                <c:pt idx="15">
                  <c:v>113.87539932193911</c:v>
                </c:pt>
                <c:pt idx="16">
                  <c:v>113.87536437034707</c:v>
                </c:pt>
                <c:pt idx="17">
                  <c:v>113.8474380483031</c:v>
                </c:pt>
                <c:pt idx="18">
                  <c:v>113.81951172625914</c:v>
                </c:pt>
                <c:pt idx="19">
                  <c:v>113.8194767746671</c:v>
                </c:pt>
                <c:pt idx="20">
                  <c:v>113.81944182307504</c:v>
                </c:pt>
                <c:pt idx="21">
                  <c:v>113.79850581944008</c:v>
                </c:pt>
                <c:pt idx="22">
                  <c:v>113.77756981580511</c:v>
                </c:pt>
                <c:pt idx="23">
                  <c:v>113.77753486421307</c:v>
                </c:pt>
                <c:pt idx="24">
                  <c:v>113.77749991262102</c:v>
                </c:pt>
                <c:pt idx="25">
                  <c:v>113.74303764286464</c:v>
                </c:pt>
                <c:pt idx="26">
                  <c:v>113.70857537310825</c:v>
                </c:pt>
                <c:pt idx="27">
                  <c:v>113.67411310335186</c:v>
                </c:pt>
                <c:pt idx="28">
                  <c:v>113.63965083359547</c:v>
                </c:pt>
                <c:pt idx="29">
                  <c:v>113.60518856383908</c:v>
                </c:pt>
                <c:pt idx="30">
                  <c:v>113.57072629408269</c:v>
                </c:pt>
                <c:pt idx="31">
                  <c:v>113.53626402432631</c:v>
                </c:pt>
                <c:pt idx="32">
                  <c:v>113.50180175456993</c:v>
                </c:pt>
                <c:pt idx="33">
                  <c:v>113.46733948481354</c:v>
                </c:pt>
                <c:pt idx="34">
                  <c:v>113.43287721505715</c:v>
                </c:pt>
                <c:pt idx="35">
                  <c:v>113.39841494530076</c:v>
                </c:pt>
                <c:pt idx="36">
                  <c:v>113.36395267554437</c:v>
                </c:pt>
                <c:pt idx="37">
                  <c:v>113.32949040578798</c:v>
                </c:pt>
                <c:pt idx="38">
                  <c:v>113.29502813603159</c:v>
                </c:pt>
                <c:pt idx="39">
                  <c:v>113.2605658662752</c:v>
                </c:pt>
                <c:pt idx="40">
                  <c:v>113.22610359651883</c:v>
                </c:pt>
                <c:pt idx="41">
                  <c:v>113.19164132676244</c:v>
                </c:pt>
                <c:pt idx="42">
                  <c:v>113.15717905700605</c:v>
                </c:pt>
                <c:pt idx="43">
                  <c:v>113.157144105414</c:v>
                </c:pt>
                <c:pt idx="44">
                  <c:v>113.15710915382195</c:v>
                </c:pt>
                <c:pt idx="45">
                  <c:v>113.128106322743</c:v>
                </c:pt>
                <c:pt idx="46">
                  <c:v>113.09910349166404</c:v>
                </c:pt>
                <c:pt idx="47">
                  <c:v>113.07010066058508</c:v>
                </c:pt>
                <c:pt idx="48">
                  <c:v>113.04109782950613</c:v>
                </c:pt>
                <c:pt idx="49">
                  <c:v>113.01209499842717</c:v>
                </c:pt>
                <c:pt idx="50">
                  <c:v>112.98309216734822</c:v>
                </c:pt>
                <c:pt idx="51">
                  <c:v>112.95408933626926</c:v>
                </c:pt>
                <c:pt idx="52">
                  <c:v>112.92508650519031</c:v>
                </c:pt>
                <c:pt idx="53">
                  <c:v>112.89608367411135</c:v>
                </c:pt>
                <c:pt idx="54">
                  <c:v>112.8670808430324</c:v>
                </c:pt>
                <c:pt idx="55">
                  <c:v>112.86704589144036</c:v>
                </c:pt>
                <c:pt idx="56">
                  <c:v>112.8670109398483</c:v>
                </c:pt>
                <c:pt idx="57">
                  <c:v>112.86355073223585</c:v>
                </c:pt>
                <c:pt idx="58">
                  <c:v>112.86009052462339</c:v>
                </c:pt>
                <c:pt idx="59">
                  <c:v>112.86005557303135</c:v>
                </c:pt>
                <c:pt idx="60">
                  <c:v>112.8600206214393</c:v>
                </c:pt>
                <c:pt idx="61">
                  <c:v>112.85360399556048</c:v>
                </c:pt>
                <c:pt idx="62">
                  <c:v>112.94121331853495</c:v>
                </c:pt>
                <c:pt idx="63">
                  <c:v>112.94150632630411</c:v>
                </c:pt>
                <c:pt idx="64">
                  <c:v>112.94179933407325</c:v>
                </c:pt>
                <c:pt idx="65">
                  <c:v>113.00010788013319</c:v>
                </c:pt>
                <c:pt idx="66">
                  <c:v>113.05841642619312</c:v>
                </c:pt>
                <c:pt idx="67">
                  <c:v>113.05870943396226</c:v>
                </c:pt>
                <c:pt idx="68">
                  <c:v>113.05900244173141</c:v>
                </c:pt>
                <c:pt idx="69">
                  <c:v>113.2022832408435</c:v>
                </c:pt>
                <c:pt idx="70">
                  <c:v>113.3455640399556</c:v>
                </c:pt>
                <c:pt idx="71">
                  <c:v>113.34585704772475</c:v>
                </c:pt>
                <c:pt idx="72">
                  <c:v>113.3461500554939</c:v>
                </c:pt>
                <c:pt idx="73">
                  <c:v>113.37369278579357</c:v>
                </c:pt>
                <c:pt idx="74">
                  <c:v>113.40123551609324</c:v>
                </c:pt>
                <c:pt idx="75">
                  <c:v>113.40152852386238</c:v>
                </c:pt>
                <c:pt idx="76">
                  <c:v>113.40182153163153</c:v>
                </c:pt>
                <c:pt idx="77">
                  <c:v>113.47478046614873</c:v>
                </c:pt>
                <c:pt idx="78">
                  <c:v>113.75111763062307</c:v>
                </c:pt>
                <c:pt idx="79">
                  <c:v>113.75111763062307</c:v>
                </c:pt>
                <c:pt idx="80">
                  <c:v>113.75111763062307</c:v>
                </c:pt>
                <c:pt idx="81">
                  <c:v>113.75111763062307</c:v>
                </c:pt>
                <c:pt idx="82">
                  <c:v>113.75111763062307</c:v>
                </c:pt>
                <c:pt idx="83">
                  <c:v>113.75111763062307</c:v>
                </c:pt>
                <c:pt idx="84">
                  <c:v>113.75111763062307</c:v>
                </c:pt>
                <c:pt idx="85">
                  <c:v>113.75111763062307</c:v>
                </c:pt>
                <c:pt idx="86">
                  <c:v>113.75111763062307</c:v>
                </c:pt>
                <c:pt idx="87">
                  <c:v>113.75111763062307</c:v>
                </c:pt>
                <c:pt idx="88">
                  <c:v>113.75111763062307</c:v>
                </c:pt>
                <c:pt idx="89">
                  <c:v>113.75111763062307</c:v>
                </c:pt>
                <c:pt idx="90">
                  <c:v>113.75111763062307</c:v>
                </c:pt>
                <c:pt idx="91">
                  <c:v>113.75111763062307</c:v>
                </c:pt>
                <c:pt idx="92">
                  <c:v>113.75111763062307</c:v>
                </c:pt>
              </c:numCache>
            </c:numRef>
          </c:xVal>
          <c:yVal>
            <c:numRef>
              <c:f>Sheet1!$B$192:$B$284</c:f>
              <c:numCache>
                <c:formatCode>General</c:formatCode>
                <c:ptCount val="93"/>
                <c:pt idx="0">
                  <c:v>2359.34</c:v>
                </c:pt>
                <c:pt idx="1">
                  <c:v>2425.01</c:v>
                </c:pt>
                <c:pt idx="2">
                  <c:v>2493.0</c:v>
                </c:pt>
                <c:pt idx="3">
                  <c:v>2515.0</c:v>
                </c:pt>
                <c:pt idx="4">
                  <c:v>2604.99</c:v>
                </c:pt>
                <c:pt idx="5">
                  <c:v>2606.0</c:v>
                </c:pt>
                <c:pt idx="6">
                  <c:v>2694.97</c:v>
                </c:pt>
                <c:pt idx="7">
                  <c:v>2784.96</c:v>
                </c:pt>
                <c:pt idx="8">
                  <c:v>2800.0</c:v>
                </c:pt>
                <c:pt idx="9">
                  <c:v>2874.94</c:v>
                </c:pt>
                <c:pt idx="10">
                  <c:v>2904.0</c:v>
                </c:pt>
                <c:pt idx="11">
                  <c:v>2964.93</c:v>
                </c:pt>
                <c:pt idx="12">
                  <c:v>3009.0</c:v>
                </c:pt>
                <c:pt idx="13">
                  <c:v>3054.91</c:v>
                </c:pt>
                <c:pt idx="14">
                  <c:v>3144.9</c:v>
                </c:pt>
                <c:pt idx="15">
                  <c:v>3145.0</c:v>
                </c:pt>
                <c:pt idx="16">
                  <c:v>3145.1</c:v>
                </c:pt>
                <c:pt idx="17">
                  <c:v>3225.0</c:v>
                </c:pt>
                <c:pt idx="18">
                  <c:v>3304.9</c:v>
                </c:pt>
                <c:pt idx="19">
                  <c:v>3305.0</c:v>
                </c:pt>
                <c:pt idx="20">
                  <c:v>3305.1</c:v>
                </c:pt>
                <c:pt idx="21">
                  <c:v>3365.0</c:v>
                </c:pt>
                <c:pt idx="22">
                  <c:v>3424.9</c:v>
                </c:pt>
                <c:pt idx="23">
                  <c:v>3425.0</c:v>
                </c:pt>
                <c:pt idx="24">
                  <c:v>3425.1</c:v>
                </c:pt>
                <c:pt idx="25">
                  <c:v>3523.7</c:v>
                </c:pt>
                <c:pt idx="26">
                  <c:v>3622.3</c:v>
                </c:pt>
                <c:pt idx="27">
                  <c:v>3720.9</c:v>
                </c:pt>
                <c:pt idx="28">
                  <c:v>3819.5</c:v>
                </c:pt>
                <c:pt idx="29">
                  <c:v>3918.1</c:v>
                </c:pt>
                <c:pt idx="30">
                  <c:v>4016.7</c:v>
                </c:pt>
                <c:pt idx="31">
                  <c:v>4115.3</c:v>
                </c:pt>
                <c:pt idx="32">
                  <c:v>4213.9</c:v>
                </c:pt>
                <c:pt idx="33">
                  <c:v>4312.5</c:v>
                </c:pt>
                <c:pt idx="34">
                  <c:v>4411.1</c:v>
                </c:pt>
                <c:pt idx="35">
                  <c:v>4509.7</c:v>
                </c:pt>
                <c:pt idx="36">
                  <c:v>4608.3</c:v>
                </c:pt>
                <c:pt idx="37">
                  <c:v>4706.9</c:v>
                </c:pt>
                <c:pt idx="38">
                  <c:v>4805.5</c:v>
                </c:pt>
                <c:pt idx="39">
                  <c:v>4904.1</c:v>
                </c:pt>
                <c:pt idx="40">
                  <c:v>5002.7</c:v>
                </c:pt>
                <c:pt idx="41">
                  <c:v>5101.3</c:v>
                </c:pt>
                <c:pt idx="42">
                  <c:v>5199.9</c:v>
                </c:pt>
                <c:pt idx="43">
                  <c:v>5200.0</c:v>
                </c:pt>
                <c:pt idx="44">
                  <c:v>5200.1</c:v>
                </c:pt>
                <c:pt idx="45">
                  <c:v>5283.08</c:v>
                </c:pt>
                <c:pt idx="46">
                  <c:v>5366.06</c:v>
                </c:pt>
                <c:pt idx="47">
                  <c:v>5449.04</c:v>
                </c:pt>
                <c:pt idx="48">
                  <c:v>5532.02</c:v>
                </c:pt>
                <c:pt idx="49">
                  <c:v>5615.0</c:v>
                </c:pt>
                <c:pt idx="50">
                  <c:v>5697.98</c:v>
                </c:pt>
                <c:pt idx="51">
                  <c:v>5780.96</c:v>
                </c:pt>
                <c:pt idx="52">
                  <c:v>5863.94</c:v>
                </c:pt>
                <c:pt idx="53">
                  <c:v>5946.92</c:v>
                </c:pt>
                <c:pt idx="54">
                  <c:v>6029.9</c:v>
                </c:pt>
                <c:pt idx="55">
                  <c:v>6030.0</c:v>
                </c:pt>
                <c:pt idx="56">
                  <c:v>6030.1</c:v>
                </c:pt>
                <c:pt idx="57">
                  <c:v>6040.0</c:v>
                </c:pt>
                <c:pt idx="58">
                  <c:v>6049.9</c:v>
                </c:pt>
                <c:pt idx="59">
                  <c:v>6050.0</c:v>
                </c:pt>
                <c:pt idx="60">
                  <c:v>6050.1</c:v>
                </c:pt>
                <c:pt idx="61">
                  <c:v>6080.0</c:v>
                </c:pt>
                <c:pt idx="62">
                  <c:v>6109.9</c:v>
                </c:pt>
                <c:pt idx="63">
                  <c:v>6110.0</c:v>
                </c:pt>
                <c:pt idx="64">
                  <c:v>6110.1</c:v>
                </c:pt>
                <c:pt idx="65">
                  <c:v>6130.0</c:v>
                </c:pt>
                <c:pt idx="66">
                  <c:v>6149.9</c:v>
                </c:pt>
                <c:pt idx="67">
                  <c:v>6150.0</c:v>
                </c:pt>
                <c:pt idx="68">
                  <c:v>6150.1</c:v>
                </c:pt>
                <c:pt idx="69">
                  <c:v>6199.0</c:v>
                </c:pt>
                <c:pt idx="70">
                  <c:v>6247.9</c:v>
                </c:pt>
                <c:pt idx="71">
                  <c:v>6248.0</c:v>
                </c:pt>
                <c:pt idx="72">
                  <c:v>6248.1</c:v>
                </c:pt>
                <c:pt idx="73">
                  <c:v>6257.5</c:v>
                </c:pt>
                <c:pt idx="74">
                  <c:v>6266.9</c:v>
                </c:pt>
                <c:pt idx="75">
                  <c:v>6267.0</c:v>
                </c:pt>
                <c:pt idx="76">
                  <c:v>6267.1</c:v>
                </c:pt>
                <c:pt idx="77">
                  <c:v>6292.0</c:v>
                </c:pt>
                <c:pt idx="78">
                  <c:v>6316.9</c:v>
                </c:pt>
                <c:pt idx="79">
                  <c:v>6316.9</c:v>
                </c:pt>
                <c:pt idx="80">
                  <c:v>6316.9</c:v>
                </c:pt>
                <c:pt idx="81">
                  <c:v>6316.9</c:v>
                </c:pt>
                <c:pt idx="82">
                  <c:v>6316.9</c:v>
                </c:pt>
                <c:pt idx="83">
                  <c:v>6316.9</c:v>
                </c:pt>
                <c:pt idx="84">
                  <c:v>6316.9</c:v>
                </c:pt>
                <c:pt idx="85">
                  <c:v>6316.9</c:v>
                </c:pt>
                <c:pt idx="86">
                  <c:v>6316.9</c:v>
                </c:pt>
                <c:pt idx="87">
                  <c:v>6316.9</c:v>
                </c:pt>
                <c:pt idx="88">
                  <c:v>6316.9</c:v>
                </c:pt>
                <c:pt idx="89">
                  <c:v>6316.9</c:v>
                </c:pt>
                <c:pt idx="90">
                  <c:v>6316.9</c:v>
                </c:pt>
                <c:pt idx="91">
                  <c:v>6316.9</c:v>
                </c:pt>
                <c:pt idx="92">
                  <c:v>6316.9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20.0"/>
          <c:min val="-20.0"/>
        </c:scaling>
        <c:delete val="0"/>
        <c:axPos val="b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Temperatura (°C)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  <c:majorUnit val="20.0"/>
      </c:valAx>
      <c:valAx>
        <c:axId val="-2129643912"/>
        <c:scaling>
          <c:orientation val="maxMin"/>
          <c:max val="6500.0"/>
          <c:min val="1500.0"/>
        </c:scaling>
        <c:delete val="0"/>
        <c:axPos val="l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MD (m)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  <c:majorUnit val="500.0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5B6B76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22"</c:v>
                </c:pt>
              </c:strCache>
            </c:strRef>
          </c:tx>
          <c:spPr>
            <a:ln w="25400">
              <a:solidFill>
                <a:srgbClr val="34495E"/>
              </a:solidFill>
            </a:ln>
          </c:spPr>
          <c:marker>
            <c:symbol val="none"/>
          </c:marker>
          <c:xVal>
            <c:numRef>
              <c:f>Sheet1!$A$2:$A$165</c:f>
              <c:numCache>
                <c:formatCode>General</c:formatCode>
                <c:ptCount val="164"/>
                <c:pt idx="0">
                  <c:v>-56.49</c:v>
                </c:pt>
                <c:pt idx="1">
                  <c:v>-36.36259414225942</c:v>
                </c:pt>
                <c:pt idx="2">
                  <c:v>-24.505439330543936</c:v>
                </c:pt>
                <c:pt idx="3">
                  <c:v>-21.270962343096244</c:v>
                </c:pt>
                <c:pt idx="4">
                  <c:v>-18.41556485355649</c:v>
                </c:pt>
                <c:pt idx="5">
                  <c:v>-17.23117154811716</c:v>
                </c:pt>
                <c:pt idx="6">
                  <c:v>-16.139372384937232</c:v>
                </c:pt>
                <c:pt idx="7">
                  <c:v>-15.140167364016747</c:v>
                </c:pt>
                <c:pt idx="8">
                  <c:v>-14.632301255230118</c:v>
                </c:pt>
                <c:pt idx="9">
                  <c:v>-14.126359832635984</c:v>
                </c:pt>
                <c:pt idx="10">
                  <c:v>-13.796359832635986</c:v>
                </c:pt>
                <c:pt idx="11">
                  <c:v>-13.601025641025629</c:v>
                </c:pt>
                <c:pt idx="12">
                  <c:v>-13.374158995815904</c:v>
                </c:pt>
                <c:pt idx="13">
                  <c:v>-13.152853556485354</c:v>
                </c:pt>
                <c:pt idx="14">
                  <c:v>-13.044845188284526</c:v>
                </c:pt>
                <c:pt idx="15">
                  <c:v>-13.009154811715476</c:v>
                </c:pt>
                <c:pt idx="16">
                  <c:v>-12.979246861924693</c:v>
                </c:pt>
                <c:pt idx="17">
                  <c:v>-12.97724770642202</c:v>
                </c:pt>
                <c:pt idx="18">
                  <c:v>-12.974495412844036</c:v>
                </c:pt>
                <c:pt idx="19">
                  <c:v>-12.971743119266065</c:v>
                </c:pt>
                <c:pt idx="20">
                  <c:v>-12.956253298153044</c:v>
                </c:pt>
                <c:pt idx="21">
                  <c:v>-12.92575197889181</c:v>
                </c:pt>
                <c:pt idx="22">
                  <c:v>-12.9089709762533</c:v>
                </c:pt>
                <c:pt idx="23">
                  <c:v>-12.860817941952504</c:v>
                </c:pt>
                <c:pt idx="24">
                  <c:v>-12.792084432717687</c:v>
                </c:pt>
                <c:pt idx="25">
                  <c:v>-12.745461741424805</c:v>
                </c:pt>
                <c:pt idx="26">
                  <c:v>-12.641398416886545</c:v>
                </c:pt>
                <c:pt idx="27">
                  <c:v>-12.516569920844319</c:v>
                </c:pt>
                <c:pt idx="28">
                  <c:v>-12.483027121609794</c:v>
                </c:pt>
                <c:pt idx="29">
                  <c:v>-12.384810026385225</c:v>
                </c:pt>
                <c:pt idx="30">
                  <c:v>-12.241403693931389</c:v>
                </c:pt>
                <c:pt idx="31">
                  <c:v>-12.160604221635893</c:v>
                </c:pt>
                <c:pt idx="32">
                  <c:v>-12.105089709762538</c:v>
                </c:pt>
                <c:pt idx="33">
                  <c:v>-12.07878627968337</c:v>
                </c:pt>
                <c:pt idx="34">
                  <c:v>-12.048121372031673</c:v>
                </c:pt>
                <c:pt idx="35">
                  <c:v>-12.034472295514504</c:v>
                </c:pt>
                <c:pt idx="36">
                  <c:v>-11.999981530343007</c:v>
                </c:pt>
                <c:pt idx="37">
                  <c:v>-11.977250659630613</c:v>
                </c:pt>
                <c:pt idx="38">
                  <c:v>-11.890411609498685</c:v>
                </c:pt>
                <c:pt idx="39">
                  <c:v>-11.730874635568512</c:v>
                </c:pt>
                <c:pt idx="40">
                  <c:v>-11.693877551020407</c:v>
                </c:pt>
                <c:pt idx="41">
                  <c:v>-11.646880466472297</c:v>
                </c:pt>
                <c:pt idx="42">
                  <c:v>-11.605211690187787</c:v>
                </c:pt>
                <c:pt idx="43">
                  <c:v>-18.85445049449939</c:v>
                </c:pt>
                <c:pt idx="44">
                  <c:v>-18.359972219135457</c:v>
                </c:pt>
                <c:pt idx="45">
                  <c:v>-17.952978108678735</c:v>
                </c:pt>
                <c:pt idx="46">
                  <c:v>-17.59079786642961</c:v>
                </c:pt>
                <c:pt idx="47">
                  <c:v>-17.238617624180463</c:v>
                </c:pt>
                <c:pt idx="48">
                  <c:v>-17.156657917760285</c:v>
                </c:pt>
                <c:pt idx="49">
                  <c:v>-16.884503222938434</c:v>
                </c:pt>
                <c:pt idx="50">
                  <c:v>-16.529802178261832</c:v>
                </c:pt>
                <c:pt idx="51">
                  <c:v>-16.182386085796836</c:v>
                </c:pt>
                <c:pt idx="52">
                  <c:v>-15.779616581462548</c:v>
                </c:pt>
                <c:pt idx="53">
                  <c:v>-15.778856392950871</c:v>
                </c:pt>
                <c:pt idx="54">
                  <c:v>-15.37115123902656</c:v>
                </c:pt>
                <c:pt idx="55">
                  <c:v>-14.962680297810877</c:v>
                </c:pt>
                <c:pt idx="56">
                  <c:v>-14.564209356595185</c:v>
                </c:pt>
                <c:pt idx="57">
                  <c:v>-14.41059242594676</c:v>
                </c:pt>
                <c:pt idx="58">
                  <c:v>-14.153903089575465</c:v>
                </c:pt>
                <c:pt idx="59">
                  <c:v>-13.752490553456326</c:v>
                </c:pt>
                <c:pt idx="60">
                  <c:v>-13.336282507223828</c:v>
                </c:pt>
                <c:pt idx="61">
                  <c:v>-13.157973994220953</c:v>
                </c:pt>
                <c:pt idx="62">
                  <c:v>-13.153819737719502</c:v>
                </c:pt>
                <c:pt idx="63">
                  <c:v>-13.166640000000015</c:v>
                </c:pt>
                <c:pt idx="64">
                  <c:v>-13.210977011494265</c:v>
                </c:pt>
                <c:pt idx="65">
                  <c:v>-13.274482758620692</c:v>
                </c:pt>
                <c:pt idx="66">
                  <c:v>-13.31116379310346</c:v>
                </c:pt>
                <c:pt idx="67">
                  <c:v>-13.324899425287356</c:v>
                </c:pt>
                <c:pt idx="68">
                  <c:v>-13.32770114942528</c:v>
                </c:pt>
                <c:pt idx="69">
                  <c:v>-13.329999999999998</c:v>
                </c:pt>
                <c:pt idx="70">
                  <c:v>-13.312984463446952</c:v>
                </c:pt>
                <c:pt idx="71">
                  <c:v>-13.28667951342888</c:v>
                </c:pt>
                <c:pt idx="72">
                  <c:v>-13.223287968204275</c:v>
                </c:pt>
                <c:pt idx="73">
                  <c:v>-13.11643381910153</c:v>
                </c:pt>
                <c:pt idx="74">
                  <c:v>-12.972725520896063</c:v>
                </c:pt>
                <c:pt idx="75">
                  <c:v>-12.805451041792125</c:v>
                </c:pt>
                <c:pt idx="76">
                  <c:v>-12.631399494158742</c:v>
                </c:pt>
                <c:pt idx="77">
                  <c:v>-12.286966156810792</c:v>
                </c:pt>
                <c:pt idx="78">
                  <c:v>-11.956479585691923</c:v>
                </c:pt>
                <c:pt idx="79">
                  <c:v>-11.917682838522808</c:v>
                </c:pt>
                <c:pt idx="80">
                  <c:v>-11.630207823960887</c:v>
                </c:pt>
                <c:pt idx="81">
                  <c:v>-11.25696376972661</c:v>
                </c:pt>
                <c:pt idx="82">
                  <c:v>-10.880371193598577</c:v>
                </c:pt>
                <c:pt idx="83">
                  <c:v>-10.812296587926511</c:v>
                </c:pt>
                <c:pt idx="84">
                  <c:v>-10.507924694808054</c:v>
                </c:pt>
                <c:pt idx="85">
                  <c:v>-10.10403588763053</c:v>
                </c:pt>
                <c:pt idx="86">
                  <c:v>-9.968625746876697</c:v>
                </c:pt>
                <c:pt idx="87">
                  <c:v>-9.958659090909094</c:v>
                </c:pt>
                <c:pt idx="88">
                  <c:v>-9.772909090909096</c:v>
                </c:pt>
                <c:pt idx="89">
                  <c:v>-9.759055291102158</c:v>
                </c:pt>
                <c:pt idx="90">
                  <c:v>-9.4080720080009</c:v>
                </c:pt>
                <c:pt idx="91">
                  <c:v>-9.028855428380936</c:v>
                </c:pt>
                <c:pt idx="92">
                  <c:v>-8.845107234137132</c:v>
                </c:pt>
                <c:pt idx="93">
                  <c:v>-8.759638848760972</c:v>
                </c:pt>
                <c:pt idx="94">
                  <c:v>-8.664783864873868</c:v>
                </c:pt>
                <c:pt idx="95">
                  <c:v>-8.642307692307696</c:v>
                </c:pt>
                <c:pt idx="96">
                  <c:v>-8.62935897435898</c:v>
                </c:pt>
                <c:pt idx="97">
                  <c:v>-8.62525120827246</c:v>
                </c:pt>
                <c:pt idx="98">
                  <c:v>-8.548052152410918</c:v>
                </c:pt>
                <c:pt idx="99">
                  <c:v>-8.478117342924591</c:v>
                </c:pt>
                <c:pt idx="100">
                  <c:v>-8.352924581319542</c:v>
                </c:pt>
                <c:pt idx="101">
                  <c:v>-7.991392604248617</c:v>
                </c:pt>
                <c:pt idx="102">
                  <c:v>-7.630648533213446</c:v>
                </c:pt>
                <c:pt idx="103">
                  <c:v>-7.616423798918234</c:v>
                </c:pt>
                <c:pt idx="104">
                  <c:v>-7.28093343704856</c:v>
                </c:pt>
                <c:pt idx="105">
                  <c:v>-6.85430603400377</c:v>
                </c:pt>
                <c:pt idx="106">
                  <c:v>-6.664332703633747</c:v>
                </c:pt>
                <c:pt idx="107">
                  <c:v>-6.531785957736872</c:v>
                </c:pt>
                <c:pt idx="108">
                  <c:v>-6.409448138297876</c:v>
                </c:pt>
                <c:pt idx="109">
                  <c:v>-6.26920353982301</c:v>
                </c:pt>
                <c:pt idx="110">
                  <c:v>-6.246897518014407</c:v>
                </c:pt>
                <c:pt idx="111">
                  <c:v>-6.002958366693363</c:v>
                </c:pt>
                <c:pt idx="112">
                  <c:v>-5.764095276220971</c:v>
                </c:pt>
                <c:pt idx="113">
                  <c:v>-5.461609287429951</c:v>
                </c:pt>
                <c:pt idx="114">
                  <c:v>-5.157281825460373</c:v>
                </c:pt>
                <c:pt idx="115">
                  <c:v>-4.923364431486888</c:v>
                </c:pt>
                <c:pt idx="116">
                  <c:v>-4.861520991052998</c:v>
                </c:pt>
                <c:pt idx="117">
                  <c:v>-4.545485203028221</c:v>
                </c:pt>
                <c:pt idx="118">
                  <c:v>-4.393617747440274</c:v>
                </c:pt>
                <c:pt idx="119">
                  <c:v>-4.377380600689307</c:v>
                </c:pt>
                <c:pt idx="120">
                  <c:v>-4.120267520105031</c:v>
                </c:pt>
                <c:pt idx="121">
                  <c:v>-3.84809945839487</c:v>
                </c:pt>
                <c:pt idx="122">
                  <c:v>-3.501106187428192</c:v>
                </c:pt>
                <c:pt idx="123">
                  <c:v>-3.1417232890201916</c:v>
                </c:pt>
                <c:pt idx="124">
                  <c:v>-3.126435239206529</c:v>
                </c:pt>
                <c:pt idx="125">
                  <c:v>-2.9601679146811932</c:v>
                </c:pt>
                <c:pt idx="126">
                  <c:v>-2.773188109825284</c:v>
                </c:pt>
                <c:pt idx="127">
                  <c:v>-2.690000000000012</c:v>
                </c:pt>
                <c:pt idx="128">
                  <c:v>-2.658155086037908</c:v>
                </c:pt>
                <c:pt idx="129">
                  <c:v>-2.6561076018296745</c:v>
                </c:pt>
                <c:pt idx="130">
                  <c:v>-2.6551535613156148</c:v>
                </c:pt>
                <c:pt idx="131">
                  <c:v>-2.6557373121324446</c:v>
                </c:pt>
                <c:pt idx="132">
                  <c:v>-2.6625092572424336</c:v>
                </c:pt>
                <c:pt idx="133">
                  <c:v>-2.6592812023524317</c:v>
                </c:pt>
                <c:pt idx="134">
                  <c:v>-2.6619233282509356</c:v>
                </c:pt>
                <c:pt idx="135">
                  <c:v>-2.6627858854280078</c:v>
                </c:pt>
                <c:pt idx="136">
                  <c:v>-2.6845109997821766</c:v>
                </c:pt>
                <c:pt idx="137">
                  <c:v>-2.6852963135790873</c:v>
                </c:pt>
                <c:pt idx="138">
                  <c:v>-2.7133970441160074</c:v>
                </c:pt>
                <c:pt idx="139">
                  <c:v>-2.70644182686965</c:v>
                </c:pt>
                <c:pt idx="140">
                  <c:v>-2.725874015748019</c:v>
                </c:pt>
                <c:pt idx="141">
                  <c:v>-2.7251391076115397</c:v>
                </c:pt>
                <c:pt idx="142">
                  <c:v>-2.7244041994750603</c:v>
                </c:pt>
                <c:pt idx="143">
                  <c:v>-2.7237371714643217</c:v>
                </c:pt>
                <c:pt idx="144">
                  <c:v>-2.7007709637046133</c:v>
                </c:pt>
                <c:pt idx="145">
                  <c:v>-2.6878047559449243</c:v>
                </c:pt>
                <c:pt idx="146">
                  <c:v>-2.686755905511802</c:v>
                </c:pt>
                <c:pt idx="147">
                  <c:v>-2.66483854818523</c:v>
                </c:pt>
                <c:pt idx="148">
                  <c:v>-2.651872340425527</c:v>
                </c:pt>
                <c:pt idx="149">
                  <c:v>-2.6500209973753215</c:v>
                </c:pt>
                <c:pt idx="150">
                  <c:v>-2.649286089238842</c:v>
                </c:pt>
                <c:pt idx="151">
                  <c:v>-2.6485511811023628</c:v>
                </c:pt>
                <c:pt idx="152">
                  <c:v>-2.6375993322203612</c:v>
                </c:pt>
                <c:pt idx="153">
                  <c:v>-2.6028208160851563</c:v>
                </c:pt>
                <c:pt idx="154">
                  <c:v>-2.5936694490818013</c:v>
                </c:pt>
                <c:pt idx="155">
                  <c:v>-2.578497495826369</c:v>
                </c:pt>
                <c:pt idx="156">
                  <c:v>-2.5691285475792967</c:v>
                </c:pt>
                <c:pt idx="157">
                  <c:v>-2.5583489148580867</c:v>
                </c:pt>
                <c:pt idx="158">
                  <c:v>-2.55189482470783</c:v>
                </c:pt>
                <c:pt idx="159">
                  <c:v>-2.527637729549241</c:v>
                </c:pt>
                <c:pt idx="160">
                  <c:v>-2.51194323873122</c:v>
                </c:pt>
                <c:pt idx="161">
                  <c:v>-2.449876460767939</c:v>
                </c:pt>
                <c:pt idx="162">
                  <c:v>-2.3054824707846393</c:v>
                </c:pt>
                <c:pt idx="163">
                  <c:v>-2.3100000000000023</c:v>
                </c:pt>
              </c:numCache>
            </c:numRef>
          </c:xVal>
          <c:yVal>
            <c:numRef>
              <c:f>Sheet1!$B$2:$B$165</c:f>
              <c:numCache>
                <c:formatCode>General</c:formatCode>
                <c:ptCount val="164"/>
                <c:pt idx="0">
                  <c:v>1785.0</c:v>
                </c:pt>
                <c:pt idx="1">
                  <c:v>1785.31</c:v>
                </c:pt>
                <c:pt idx="2">
                  <c:v>1785.65</c:v>
                </c:pt>
                <c:pt idx="3">
                  <c:v>1786.31</c:v>
                </c:pt>
                <c:pt idx="4">
                  <c:v>1786.86</c:v>
                </c:pt>
                <c:pt idx="5">
                  <c:v>1787.53</c:v>
                </c:pt>
                <c:pt idx="6">
                  <c:v>1788.51</c:v>
                </c:pt>
                <c:pt idx="7">
                  <c:v>1789.8</c:v>
                </c:pt>
                <c:pt idx="8">
                  <c:v>1791.25</c:v>
                </c:pt>
                <c:pt idx="9">
                  <c:v>1792.93</c:v>
                </c:pt>
                <c:pt idx="10">
                  <c:v>1795.32</c:v>
                </c:pt>
                <c:pt idx="11">
                  <c:v>1796.95</c:v>
                </c:pt>
                <c:pt idx="12">
                  <c:v>1798.83</c:v>
                </c:pt>
                <c:pt idx="13">
                  <c:v>1802.64</c:v>
                </c:pt>
                <c:pt idx="14">
                  <c:v>1805.56</c:v>
                </c:pt>
                <c:pt idx="15">
                  <c:v>1807.46</c:v>
                </c:pt>
                <c:pt idx="16">
                  <c:v>1808.8</c:v>
                </c:pt>
                <c:pt idx="17">
                  <c:v>1808.9</c:v>
                </c:pt>
                <c:pt idx="18">
                  <c:v>1809.0</c:v>
                </c:pt>
                <c:pt idx="19">
                  <c:v>1809.1</c:v>
                </c:pt>
                <c:pt idx="20">
                  <c:v>1809.89</c:v>
                </c:pt>
                <c:pt idx="21">
                  <c:v>1811.09</c:v>
                </c:pt>
                <c:pt idx="22">
                  <c:v>1812.76</c:v>
                </c:pt>
                <c:pt idx="23">
                  <c:v>1815.52</c:v>
                </c:pt>
                <c:pt idx="24">
                  <c:v>1819.47</c:v>
                </c:pt>
                <c:pt idx="25">
                  <c:v>1824.95</c:v>
                </c:pt>
                <c:pt idx="26">
                  <c:v>1833.28</c:v>
                </c:pt>
                <c:pt idx="27">
                  <c:v>1844.04</c:v>
                </c:pt>
                <c:pt idx="28">
                  <c:v>1847.0</c:v>
                </c:pt>
                <c:pt idx="29">
                  <c:v>1855.47</c:v>
                </c:pt>
                <c:pt idx="30">
                  <c:v>1865.48</c:v>
                </c:pt>
                <c:pt idx="31">
                  <c:v>1871.91</c:v>
                </c:pt>
                <c:pt idx="32">
                  <c:v>1875.11</c:v>
                </c:pt>
                <c:pt idx="33">
                  <c:v>1876.9</c:v>
                </c:pt>
                <c:pt idx="34">
                  <c:v>1878.12</c:v>
                </c:pt>
                <c:pt idx="35">
                  <c:v>1878.95</c:v>
                </c:pt>
                <c:pt idx="36">
                  <c:v>1879.67</c:v>
                </c:pt>
                <c:pt idx="37">
                  <c:v>1880.62</c:v>
                </c:pt>
                <c:pt idx="38">
                  <c:v>1882.34</c:v>
                </c:pt>
                <c:pt idx="39">
                  <c:v>1884.9</c:v>
                </c:pt>
                <c:pt idx="40">
                  <c:v>1885.0</c:v>
                </c:pt>
                <c:pt idx="41">
                  <c:v>1885.1</c:v>
                </c:pt>
                <c:pt idx="42">
                  <c:v>1885.77</c:v>
                </c:pt>
                <c:pt idx="43">
                  <c:v>1892.1</c:v>
                </c:pt>
                <c:pt idx="44">
                  <c:v>1904.38</c:v>
                </c:pt>
                <c:pt idx="45">
                  <c:v>1924.05</c:v>
                </c:pt>
                <c:pt idx="46">
                  <c:v>1946.91</c:v>
                </c:pt>
                <c:pt idx="47">
                  <c:v>1969.77</c:v>
                </c:pt>
                <c:pt idx="48">
                  <c:v>1975.09</c:v>
                </c:pt>
                <c:pt idx="49">
                  <c:v>1992.63</c:v>
                </c:pt>
                <c:pt idx="50">
                  <c:v>2015.49</c:v>
                </c:pt>
                <c:pt idx="51">
                  <c:v>2039.3</c:v>
                </c:pt>
                <c:pt idx="52">
                  <c:v>2065.02</c:v>
                </c:pt>
                <c:pt idx="53">
                  <c:v>2065.07</c:v>
                </c:pt>
                <c:pt idx="54">
                  <c:v>2091.69</c:v>
                </c:pt>
                <c:pt idx="55">
                  <c:v>2118.36</c:v>
                </c:pt>
                <c:pt idx="56">
                  <c:v>2145.03</c:v>
                </c:pt>
                <c:pt idx="57">
                  <c:v>2155.06</c:v>
                </c:pt>
                <c:pt idx="58">
                  <c:v>2171.7</c:v>
                </c:pt>
                <c:pt idx="59">
                  <c:v>2198.37</c:v>
                </c:pt>
                <c:pt idx="60">
                  <c:v>2221.71</c:v>
                </c:pt>
                <c:pt idx="61">
                  <c:v>2236.71</c:v>
                </c:pt>
                <c:pt idx="62">
                  <c:v>2244.21</c:v>
                </c:pt>
                <c:pt idx="63">
                  <c:v>2245.04</c:v>
                </c:pt>
                <c:pt idx="64">
                  <c:v>2247.96</c:v>
                </c:pt>
                <c:pt idx="65">
                  <c:v>2249.84</c:v>
                </c:pt>
                <c:pt idx="66">
                  <c:v>2250.77</c:v>
                </c:pt>
                <c:pt idx="67">
                  <c:v>2251.29</c:v>
                </c:pt>
                <c:pt idx="68">
                  <c:v>2251.68</c:v>
                </c:pt>
                <c:pt idx="69">
                  <c:v>2252.0</c:v>
                </c:pt>
                <c:pt idx="70">
                  <c:v>2252.42</c:v>
                </c:pt>
                <c:pt idx="71">
                  <c:v>2252.94</c:v>
                </c:pt>
                <c:pt idx="72">
                  <c:v>2253.87</c:v>
                </c:pt>
                <c:pt idx="73">
                  <c:v>2255.72</c:v>
                </c:pt>
                <c:pt idx="74">
                  <c:v>2259.42</c:v>
                </c:pt>
                <c:pt idx="75">
                  <c:v>2266.84</c:v>
                </c:pt>
                <c:pt idx="76">
                  <c:v>2281.75</c:v>
                </c:pt>
                <c:pt idx="77">
                  <c:v>2305.05</c:v>
                </c:pt>
                <c:pt idx="78">
                  <c:v>2331.72</c:v>
                </c:pt>
                <c:pt idx="79">
                  <c:v>2335.03</c:v>
                </c:pt>
                <c:pt idx="80">
                  <c:v>2359.34</c:v>
                </c:pt>
                <c:pt idx="81">
                  <c:v>2388.87</c:v>
                </c:pt>
                <c:pt idx="82">
                  <c:v>2419.35</c:v>
                </c:pt>
                <c:pt idx="83">
                  <c:v>2425.01</c:v>
                </c:pt>
                <c:pt idx="84">
                  <c:v>2449.83</c:v>
                </c:pt>
                <c:pt idx="85">
                  <c:v>2475.86</c:v>
                </c:pt>
                <c:pt idx="86">
                  <c:v>2493.0</c:v>
                </c:pt>
                <c:pt idx="87">
                  <c:v>2494.27</c:v>
                </c:pt>
                <c:pt idx="88">
                  <c:v>2513.96</c:v>
                </c:pt>
                <c:pt idx="89">
                  <c:v>2515.0</c:v>
                </c:pt>
                <c:pt idx="90">
                  <c:v>2541.27</c:v>
                </c:pt>
                <c:pt idx="91">
                  <c:v>2567.94</c:v>
                </c:pt>
                <c:pt idx="92">
                  <c:v>2585.09</c:v>
                </c:pt>
                <c:pt idx="93">
                  <c:v>2594.61</c:v>
                </c:pt>
                <c:pt idx="94">
                  <c:v>2601.27</c:v>
                </c:pt>
                <c:pt idx="95">
                  <c:v>2604.99</c:v>
                </c:pt>
                <c:pt idx="96">
                  <c:v>2606.0</c:v>
                </c:pt>
                <c:pt idx="97">
                  <c:v>2606.73</c:v>
                </c:pt>
                <c:pt idx="98">
                  <c:v>2612.68</c:v>
                </c:pt>
                <c:pt idx="99">
                  <c:v>2621.03</c:v>
                </c:pt>
                <c:pt idx="100">
                  <c:v>2636.99</c:v>
                </c:pt>
                <c:pt idx="101">
                  <c:v>2663.19</c:v>
                </c:pt>
                <c:pt idx="102">
                  <c:v>2693.67</c:v>
                </c:pt>
                <c:pt idx="103">
                  <c:v>2694.97</c:v>
                </c:pt>
                <c:pt idx="104">
                  <c:v>2725.1</c:v>
                </c:pt>
                <c:pt idx="105">
                  <c:v>2754.15</c:v>
                </c:pt>
                <c:pt idx="106">
                  <c:v>2775.58</c:v>
                </c:pt>
                <c:pt idx="107">
                  <c:v>2784.96</c:v>
                </c:pt>
                <c:pt idx="108">
                  <c:v>2790.25</c:v>
                </c:pt>
                <c:pt idx="109">
                  <c:v>2800.0</c:v>
                </c:pt>
                <c:pt idx="110">
                  <c:v>2801.55</c:v>
                </c:pt>
                <c:pt idx="111">
                  <c:v>2813.51</c:v>
                </c:pt>
                <c:pt idx="112">
                  <c:v>2827.93</c:v>
                </c:pt>
                <c:pt idx="113">
                  <c:v>2844.16</c:v>
                </c:pt>
                <c:pt idx="114">
                  <c:v>2861.31</c:v>
                </c:pt>
                <c:pt idx="115">
                  <c:v>2874.94</c:v>
                </c:pt>
                <c:pt idx="116">
                  <c:v>2878.46</c:v>
                </c:pt>
                <c:pt idx="117">
                  <c:v>2893.42</c:v>
                </c:pt>
                <c:pt idx="118">
                  <c:v>2904.0</c:v>
                </c:pt>
                <c:pt idx="119">
                  <c:v>2905.14</c:v>
                </c:pt>
                <c:pt idx="120">
                  <c:v>2916.94</c:v>
                </c:pt>
                <c:pt idx="121">
                  <c:v>2930.94</c:v>
                </c:pt>
                <c:pt idx="122">
                  <c:v>2947.04</c:v>
                </c:pt>
                <c:pt idx="123">
                  <c:v>2964.18</c:v>
                </c:pt>
                <c:pt idx="124">
                  <c:v>2964.93</c:v>
                </c:pt>
                <c:pt idx="125">
                  <c:v>2981.32</c:v>
                </c:pt>
                <c:pt idx="126">
                  <c:v>2996.81</c:v>
                </c:pt>
                <c:pt idx="127">
                  <c:v>3009.0</c:v>
                </c:pt>
                <c:pt idx="128">
                  <c:v>3017.94</c:v>
                </c:pt>
                <c:pt idx="129">
                  <c:v>3024.23</c:v>
                </c:pt>
                <c:pt idx="130">
                  <c:v>3028.04</c:v>
                </c:pt>
                <c:pt idx="131">
                  <c:v>3030.74</c:v>
                </c:pt>
                <c:pt idx="132">
                  <c:v>3032.94</c:v>
                </c:pt>
                <c:pt idx="133">
                  <c:v>3035.14</c:v>
                </c:pt>
                <c:pt idx="134">
                  <c:v>3038.11</c:v>
                </c:pt>
                <c:pt idx="135">
                  <c:v>3043.47</c:v>
                </c:pt>
                <c:pt idx="136">
                  <c:v>3054.19</c:v>
                </c:pt>
                <c:pt idx="137">
                  <c:v>3054.91</c:v>
                </c:pt>
                <c:pt idx="138">
                  <c:v>3075.62</c:v>
                </c:pt>
                <c:pt idx="139">
                  <c:v>3108.96</c:v>
                </c:pt>
                <c:pt idx="140">
                  <c:v>3144.9</c:v>
                </c:pt>
                <c:pt idx="141">
                  <c:v>3145.0</c:v>
                </c:pt>
                <c:pt idx="142">
                  <c:v>3145.1</c:v>
                </c:pt>
                <c:pt idx="143">
                  <c:v>3147.06</c:v>
                </c:pt>
                <c:pt idx="144">
                  <c:v>3185.16</c:v>
                </c:pt>
                <c:pt idx="145">
                  <c:v>3223.26</c:v>
                </c:pt>
                <c:pt idx="146">
                  <c:v>3225.0</c:v>
                </c:pt>
                <c:pt idx="147">
                  <c:v>3261.36</c:v>
                </c:pt>
                <c:pt idx="148">
                  <c:v>3299.46</c:v>
                </c:pt>
                <c:pt idx="149">
                  <c:v>3304.9</c:v>
                </c:pt>
                <c:pt idx="150">
                  <c:v>3305.0</c:v>
                </c:pt>
                <c:pt idx="151">
                  <c:v>3305.1</c:v>
                </c:pt>
                <c:pt idx="152">
                  <c:v>3337.56</c:v>
                </c:pt>
                <c:pt idx="153">
                  <c:v>3365.0</c:v>
                </c:pt>
                <c:pt idx="154">
                  <c:v>3371.38</c:v>
                </c:pt>
                <c:pt idx="155">
                  <c:v>3394.0</c:v>
                </c:pt>
                <c:pt idx="156">
                  <c:v>3405.78</c:v>
                </c:pt>
                <c:pt idx="157">
                  <c:v>3411.51</c:v>
                </c:pt>
                <c:pt idx="158">
                  <c:v>3414.95</c:v>
                </c:pt>
                <c:pt idx="159">
                  <c:v>3417.25</c:v>
                </c:pt>
                <c:pt idx="160">
                  <c:v>3419.34</c:v>
                </c:pt>
                <c:pt idx="161">
                  <c:v>3421.96</c:v>
                </c:pt>
                <c:pt idx="162">
                  <c:v>3424.24</c:v>
                </c:pt>
                <c:pt idx="163">
                  <c:v>3424.9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Sheet1!$B$167</c:f>
              <c:strCache>
                <c:ptCount val="1"/>
                <c:pt idx="0">
                  <c:v>14"</c:v>
                </c:pt>
              </c:strCache>
            </c:strRef>
          </c:tx>
          <c:spPr>
            <a:ln w="25400">
              <a:solidFill>
                <a:srgbClr val="6C5B9E"/>
              </a:solidFill>
            </a:ln>
          </c:spPr>
          <c:marker>
            <c:symbol val="none"/>
          </c:marker>
          <c:xVal>
            <c:numRef>
              <c:f>Sheet1!$A$168:$A$331</c:f>
              <c:numCache>
                <c:formatCode>General</c:formatCode>
                <c:ptCount val="164"/>
                <c:pt idx="0">
                  <c:v>-19.980000000000004</c:v>
                </c:pt>
                <c:pt idx="1">
                  <c:v>-1.562334728033477</c:v>
                </c:pt>
                <c:pt idx="2">
                  <c:v>2.265104602510462</c:v>
                </c:pt>
                <c:pt idx="3">
                  <c:v>2.930133891213387</c:v>
                </c:pt>
                <c:pt idx="4">
                  <c:v>3.465991631799156</c:v>
                </c:pt>
                <c:pt idx="5">
                  <c:v>3.8109456066945597</c:v>
                </c:pt>
                <c:pt idx="6">
                  <c:v>4.133564853556479</c:v>
                </c:pt>
                <c:pt idx="7">
                  <c:v>4.433849372384941</c:v>
                </c:pt>
                <c:pt idx="8">
                  <c:v>4.742928870292886</c:v>
                </c:pt>
                <c:pt idx="9">
                  <c:v>5.07027615062762</c:v>
                </c:pt>
                <c:pt idx="10">
                  <c:v>5.282276150627624</c:v>
                </c:pt>
                <c:pt idx="11">
                  <c:v>5.1074643874643755</c:v>
                </c:pt>
                <c:pt idx="12">
                  <c:v>4.905841004184097</c:v>
                </c:pt>
                <c:pt idx="13">
                  <c:v>7.445154811715483</c:v>
                </c:pt>
                <c:pt idx="14">
                  <c:v>10.190753138075308</c:v>
                </c:pt>
                <c:pt idx="15">
                  <c:v>10.240252525252586</c:v>
                </c:pt>
                <c:pt idx="16">
                  <c:v>10.290505050505075</c:v>
                </c:pt>
                <c:pt idx="17">
                  <c:v>10.34075757575755</c:v>
                </c:pt>
                <c:pt idx="18">
                  <c:v>12.153926121372038</c:v>
                </c:pt>
                <c:pt idx="19">
                  <c:v>13.597084432717693</c:v>
                </c:pt>
                <c:pt idx="20">
                  <c:v>14.637741424802115</c:v>
                </c:pt>
                <c:pt idx="21">
                  <c:v>14.748782608695663</c:v>
                </c:pt>
                <c:pt idx="22">
                  <c:v>14.893472295514513</c:v>
                </c:pt>
                <c:pt idx="23">
                  <c:v>14.868638522427446</c:v>
                </c:pt>
                <c:pt idx="24">
                  <c:v>14.873160976611985</c:v>
                </c:pt>
                <c:pt idx="25">
                  <c:v>14.893986234290992</c:v>
                </c:pt>
                <c:pt idx="26">
                  <c:v>14.924811491970004</c:v>
                </c:pt>
                <c:pt idx="27">
                  <c:v>15.017460877307116</c:v>
                </c:pt>
                <c:pt idx="28">
                  <c:v>15.110027736876361</c:v>
                </c:pt>
                <c:pt idx="29">
                  <c:v>15.222677122213469</c:v>
                </c:pt>
                <c:pt idx="30">
                  <c:v>15.245343409646594</c:v>
                </c:pt>
                <c:pt idx="31">
                  <c:v>17.96157590575683</c:v>
                </c:pt>
                <c:pt idx="32">
                  <c:v>19.995719048677486</c:v>
                </c:pt>
                <c:pt idx="33">
                  <c:v>19.99800902135435</c:v>
                </c:pt>
                <c:pt idx="34">
                  <c:v>20.015169007651025</c:v>
                </c:pt>
                <c:pt idx="35">
                  <c:v>20.276360625785088</c:v>
                </c:pt>
                <c:pt idx="36">
                  <c:v>20.52774172038231</c:v>
                </c:pt>
                <c:pt idx="37">
                  <c:v>20.534572877736252</c:v>
                </c:pt>
                <c:pt idx="38">
                  <c:v>20.649998665242933</c:v>
                </c:pt>
                <c:pt idx="39">
                  <c:v>20.65191818181819</c:v>
                </c:pt>
                <c:pt idx="40">
                  <c:v>20.65191818181819</c:v>
                </c:pt>
                <c:pt idx="41">
                  <c:v>20.65191818181819</c:v>
                </c:pt>
                <c:pt idx="42">
                  <c:v>20.65191818181819</c:v>
                </c:pt>
                <c:pt idx="43">
                  <c:v>20.65191818181819</c:v>
                </c:pt>
                <c:pt idx="44">
                  <c:v>20.65191818181819</c:v>
                </c:pt>
                <c:pt idx="45">
                  <c:v>20.65191818181819</c:v>
                </c:pt>
                <c:pt idx="46">
                  <c:v>20.65191818181819</c:v>
                </c:pt>
                <c:pt idx="47">
                  <c:v>20.65191818181819</c:v>
                </c:pt>
                <c:pt idx="48">
                  <c:v>20.65191818181819</c:v>
                </c:pt>
                <c:pt idx="49">
                  <c:v>20.65191818181819</c:v>
                </c:pt>
                <c:pt idx="50">
                  <c:v>20.65191818181819</c:v>
                </c:pt>
                <c:pt idx="51">
                  <c:v>20.65191818181819</c:v>
                </c:pt>
                <c:pt idx="52">
                  <c:v>20.65191818181819</c:v>
                </c:pt>
                <c:pt idx="53">
                  <c:v>20.65191818181819</c:v>
                </c:pt>
                <c:pt idx="54">
                  <c:v>20.65191818181819</c:v>
                </c:pt>
                <c:pt idx="55">
                  <c:v>20.65191818181819</c:v>
                </c:pt>
                <c:pt idx="56">
                  <c:v>20.65191818181819</c:v>
                </c:pt>
                <c:pt idx="57">
                  <c:v>20.65191818181819</c:v>
                </c:pt>
                <c:pt idx="58">
                  <c:v>20.65191818181819</c:v>
                </c:pt>
                <c:pt idx="59">
                  <c:v>20.65191818181819</c:v>
                </c:pt>
                <c:pt idx="60">
                  <c:v>20.65191818181819</c:v>
                </c:pt>
                <c:pt idx="61">
                  <c:v>20.65191818181819</c:v>
                </c:pt>
                <c:pt idx="62">
                  <c:v>20.65191818181819</c:v>
                </c:pt>
                <c:pt idx="63">
                  <c:v>20.65191818181819</c:v>
                </c:pt>
                <c:pt idx="64">
                  <c:v>20.65191818181819</c:v>
                </c:pt>
                <c:pt idx="65">
                  <c:v>20.65191818181819</c:v>
                </c:pt>
                <c:pt idx="66">
                  <c:v>20.65191818181819</c:v>
                </c:pt>
                <c:pt idx="67">
                  <c:v>20.65191818181819</c:v>
                </c:pt>
                <c:pt idx="68">
                  <c:v>20.65191818181819</c:v>
                </c:pt>
                <c:pt idx="69">
                  <c:v>20.65191818181819</c:v>
                </c:pt>
                <c:pt idx="70">
                  <c:v>20.65191818181819</c:v>
                </c:pt>
                <c:pt idx="71">
                  <c:v>20.65191818181819</c:v>
                </c:pt>
                <c:pt idx="72">
                  <c:v>20.65191818181819</c:v>
                </c:pt>
                <c:pt idx="73">
                  <c:v>20.65191818181819</c:v>
                </c:pt>
                <c:pt idx="74">
                  <c:v>20.65191818181819</c:v>
                </c:pt>
                <c:pt idx="75">
                  <c:v>20.65191818181819</c:v>
                </c:pt>
                <c:pt idx="76">
                  <c:v>20.65191818181819</c:v>
                </c:pt>
                <c:pt idx="77">
                  <c:v>20.65191818181819</c:v>
                </c:pt>
                <c:pt idx="78">
                  <c:v>20.65191818181819</c:v>
                </c:pt>
                <c:pt idx="79">
                  <c:v>20.65191818181819</c:v>
                </c:pt>
                <c:pt idx="80">
                  <c:v>20.65191818181819</c:v>
                </c:pt>
                <c:pt idx="81">
                  <c:v>20.65191818181819</c:v>
                </c:pt>
                <c:pt idx="82">
                  <c:v>20.65191818181819</c:v>
                </c:pt>
                <c:pt idx="83">
                  <c:v>20.65191818181819</c:v>
                </c:pt>
                <c:pt idx="84">
                  <c:v>20.65191818181819</c:v>
                </c:pt>
                <c:pt idx="85">
                  <c:v>20.65191818181819</c:v>
                </c:pt>
                <c:pt idx="86">
                  <c:v>20.65191818181819</c:v>
                </c:pt>
                <c:pt idx="87">
                  <c:v>20.65191818181819</c:v>
                </c:pt>
                <c:pt idx="88">
                  <c:v>20.65191818181819</c:v>
                </c:pt>
                <c:pt idx="89">
                  <c:v>20.65191818181819</c:v>
                </c:pt>
                <c:pt idx="90">
                  <c:v>20.65191818181819</c:v>
                </c:pt>
                <c:pt idx="91">
                  <c:v>20.65191818181819</c:v>
                </c:pt>
                <c:pt idx="92">
                  <c:v>20.65191818181819</c:v>
                </c:pt>
                <c:pt idx="93">
                  <c:v>20.65191818181819</c:v>
                </c:pt>
                <c:pt idx="94">
                  <c:v>20.65191818181819</c:v>
                </c:pt>
                <c:pt idx="95">
                  <c:v>20.65191818181819</c:v>
                </c:pt>
                <c:pt idx="96">
                  <c:v>20.65191818181819</c:v>
                </c:pt>
                <c:pt idx="97">
                  <c:v>20.65191818181819</c:v>
                </c:pt>
                <c:pt idx="98">
                  <c:v>20.65191818181819</c:v>
                </c:pt>
                <c:pt idx="99">
                  <c:v>20.65191818181819</c:v>
                </c:pt>
                <c:pt idx="100">
                  <c:v>20.65191818181819</c:v>
                </c:pt>
                <c:pt idx="101">
                  <c:v>20.65191818181819</c:v>
                </c:pt>
                <c:pt idx="102">
                  <c:v>20.65191818181819</c:v>
                </c:pt>
                <c:pt idx="103">
                  <c:v>20.65191818181819</c:v>
                </c:pt>
                <c:pt idx="104">
                  <c:v>20.65191818181819</c:v>
                </c:pt>
                <c:pt idx="105">
                  <c:v>20.65191818181819</c:v>
                </c:pt>
                <c:pt idx="106">
                  <c:v>20.65191818181819</c:v>
                </c:pt>
                <c:pt idx="107">
                  <c:v>20.65191818181819</c:v>
                </c:pt>
                <c:pt idx="108">
                  <c:v>20.65191818181819</c:v>
                </c:pt>
                <c:pt idx="109">
                  <c:v>20.65191818181819</c:v>
                </c:pt>
                <c:pt idx="110">
                  <c:v>20.65191818181819</c:v>
                </c:pt>
                <c:pt idx="111">
                  <c:v>20.65191818181819</c:v>
                </c:pt>
                <c:pt idx="112">
                  <c:v>20.65191818181819</c:v>
                </c:pt>
                <c:pt idx="113">
                  <c:v>20.65191818181819</c:v>
                </c:pt>
                <c:pt idx="114">
                  <c:v>20.65191818181819</c:v>
                </c:pt>
                <c:pt idx="115">
                  <c:v>20.65191818181819</c:v>
                </c:pt>
                <c:pt idx="116">
                  <c:v>20.65191818181819</c:v>
                </c:pt>
                <c:pt idx="117">
                  <c:v>20.65191818181819</c:v>
                </c:pt>
                <c:pt idx="118">
                  <c:v>20.65191818181819</c:v>
                </c:pt>
                <c:pt idx="119">
                  <c:v>20.65191818181819</c:v>
                </c:pt>
                <c:pt idx="120">
                  <c:v>20.65191818181819</c:v>
                </c:pt>
                <c:pt idx="121">
                  <c:v>20.65191818181819</c:v>
                </c:pt>
                <c:pt idx="122">
                  <c:v>20.65191818181819</c:v>
                </c:pt>
                <c:pt idx="123">
                  <c:v>20.65191818181819</c:v>
                </c:pt>
                <c:pt idx="124">
                  <c:v>20.65191818181819</c:v>
                </c:pt>
                <c:pt idx="125">
                  <c:v>20.65191818181819</c:v>
                </c:pt>
                <c:pt idx="126">
                  <c:v>20.65191818181819</c:v>
                </c:pt>
                <c:pt idx="127">
                  <c:v>20.65191818181819</c:v>
                </c:pt>
                <c:pt idx="128">
                  <c:v>20.65191818181819</c:v>
                </c:pt>
                <c:pt idx="129">
                  <c:v>20.65191818181819</c:v>
                </c:pt>
                <c:pt idx="130">
                  <c:v>20.65191818181819</c:v>
                </c:pt>
                <c:pt idx="131">
                  <c:v>20.65191818181819</c:v>
                </c:pt>
                <c:pt idx="132">
                  <c:v>20.65191818181819</c:v>
                </c:pt>
                <c:pt idx="133">
                  <c:v>20.65191818181819</c:v>
                </c:pt>
                <c:pt idx="134">
                  <c:v>20.65191818181819</c:v>
                </c:pt>
                <c:pt idx="135">
                  <c:v>20.65191818181819</c:v>
                </c:pt>
                <c:pt idx="136">
                  <c:v>20.65191818181819</c:v>
                </c:pt>
                <c:pt idx="137">
                  <c:v>20.65191818181819</c:v>
                </c:pt>
                <c:pt idx="138">
                  <c:v>20.65191818181819</c:v>
                </c:pt>
                <c:pt idx="139">
                  <c:v>20.65191818181819</c:v>
                </c:pt>
                <c:pt idx="140">
                  <c:v>20.65191818181819</c:v>
                </c:pt>
                <c:pt idx="141">
                  <c:v>20.65191818181819</c:v>
                </c:pt>
                <c:pt idx="142">
                  <c:v>20.65191818181819</c:v>
                </c:pt>
                <c:pt idx="143">
                  <c:v>20.65191818181819</c:v>
                </c:pt>
                <c:pt idx="144">
                  <c:v>20.65191818181819</c:v>
                </c:pt>
                <c:pt idx="145">
                  <c:v>20.65191818181819</c:v>
                </c:pt>
                <c:pt idx="146">
                  <c:v>20.65191818181819</c:v>
                </c:pt>
                <c:pt idx="147">
                  <c:v>20.65191818181819</c:v>
                </c:pt>
                <c:pt idx="148">
                  <c:v>20.65191818181819</c:v>
                </c:pt>
                <c:pt idx="149">
                  <c:v>20.65191818181819</c:v>
                </c:pt>
                <c:pt idx="150">
                  <c:v>20.65191818181819</c:v>
                </c:pt>
                <c:pt idx="151">
                  <c:v>20.65191818181819</c:v>
                </c:pt>
                <c:pt idx="152">
                  <c:v>20.65191818181819</c:v>
                </c:pt>
                <c:pt idx="153">
                  <c:v>20.65191818181819</c:v>
                </c:pt>
                <c:pt idx="154">
                  <c:v>20.65191818181819</c:v>
                </c:pt>
                <c:pt idx="155">
                  <c:v>20.65191818181819</c:v>
                </c:pt>
                <c:pt idx="156">
                  <c:v>20.65191818181819</c:v>
                </c:pt>
                <c:pt idx="157">
                  <c:v>20.65191818181819</c:v>
                </c:pt>
                <c:pt idx="158">
                  <c:v>20.65191818181819</c:v>
                </c:pt>
                <c:pt idx="159">
                  <c:v>20.65191818181819</c:v>
                </c:pt>
                <c:pt idx="160">
                  <c:v>20.65191818181819</c:v>
                </c:pt>
                <c:pt idx="161">
                  <c:v>20.65191818181819</c:v>
                </c:pt>
                <c:pt idx="162">
                  <c:v>20.65191818181819</c:v>
                </c:pt>
                <c:pt idx="163">
                  <c:v>20.65191818181819</c:v>
                </c:pt>
              </c:numCache>
            </c:numRef>
          </c:xVal>
          <c:yVal>
            <c:numRef>
              <c:f>Sheet1!$B$168:$B$331</c:f>
              <c:numCache>
                <c:formatCode>General</c:formatCode>
                <c:ptCount val="164"/>
                <c:pt idx="0">
                  <c:v>1785.0</c:v>
                </c:pt>
                <c:pt idx="1">
                  <c:v>1785.31</c:v>
                </c:pt>
                <c:pt idx="2">
                  <c:v>1785.65</c:v>
                </c:pt>
                <c:pt idx="3">
                  <c:v>1786.31</c:v>
                </c:pt>
                <c:pt idx="4">
                  <c:v>1786.86</c:v>
                </c:pt>
                <c:pt idx="5">
                  <c:v>1787.53</c:v>
                </c:pt>
                <c:pt idx="6">
                  <c:v>1788.51</c:v>
                </c:pt>
                <c:pt idx="7">
                  <c:v>1789.8</c:v>
                </c:pt>
                <c:pt idx="8">
                  <c:v>1791.25</c:v>
                </c:pt>
                <c:pt idx="9">
                  <c:v>1792.93</c:v>
                </c:pt>
                <c:pt idx="10">
                  <c:v>1795.32</c:v>
                </c:pt>
                <c:pt idx="11">
                  <c:v>1796.95</c:v>
                </c:pt>
                <c:pt idx="12">
                  <c:v>1798.83</c:v>
                </c:pt>
                <c:pt idx="13">
                  <c:v>1805.56</c:v>
                </c:pt>
                <c:pt idx="14">
                  <c:v>1808.8</c:v>
                </c:pt>
                <c:pt idx="15">
                  <c:v>1808.9</c:v>
                </c:pt>
                <c:pt idx="16">
                  <c:v>1809.0</c:v>
                </c:pt>
                <c:pt idx="17">
                  <c:v>1809.1</c:v>
                </c:pt>
                <c:pt idx="18">
                  <c:v>1812.76</c:v>
                </c:pt>
                <c:pt idx="19">
                  <c:v>1824.95</c:v>
                </c:pt>
                <c:pt idx="20">
                  <c:v>1833.28</c:v>
                </c:pt>
                <c:pt idx="21">
                  <c:v>1847.0</c:v>
                </c:pt>
                <c:pt idx="22">
                  <c:v>1865.48</c:v>
                </c:pt>
                <c:pt idx="23">
                  <c:v>1879.67</c:v>
                </c:pt>
                <c:pt idx="24">
                  <c:v>1884.9</c:v>
                </c:pt>
                <c:pt idx="25">
                  <c:v>1885.0</c:v>
                </c:pt>
                <c:pt idx="26">
                  <c:v>1885.1</c:v>
                </c:pt>
                <c:pt idx="27">
                  <c:v>1975.09</c:v>
                </c:pt>
                <c:pt idx="28">
                  <c:v>2065.07</c:v>
                </c:pt>
                <c:pt idx="29">
                  <c:v>2155.06</c:v>
                </c:pt>
                <c:pt idx="30">
                  <c:v>2171.7</c:v>
                </c:pt>
                <c:pt idx="31">
                  <c:v>2198.37</c:v>
                </c:pt>
                <c:pt idx="32">
                  <c:v>2244.21</c:v>
                </c:pt>
                <c:pt idx="33">
                  <c:v>2245.04</c:v>
                </c:pt>
                <c:pt idx="34">
                  <c:v>2252.0</c:v>
                </c:pt>
                <c:pt idx="35">
                  <c:v>2335.03</c:v>
                </c:pt>
                <c:pt idx="36">
                  <c:v>2419.35</c:v>
                </c:pt>
                <c:pt idx="37">
                  <c:v>2425.01</c:v>
                </c:pt>
                <c:pt idx="38">
                  <c:v>2493.0</c:v>
                </c:pt>
                <c:pt idx="39">
                  <c:v>2494.27</c:v>
                </c:pt>
                <c:pt idx="40">
                  <c:v>2494.27</c:v>
                </c:pt>
                <c:pt idx="41">
                  <c:v>2494.27</c:v>
                </c:pt>
                <c:pt idx="42">
                  <c:v>2494.27</c:v>
                </c:pt>
                <c:pt idx="43">
                  <c:v>2494.27</c:v>
                </c:pt>
                <c:pt idx="44">
                  <c:v>2494.27</c:v>
                </c:pt>
                <c:pt idx="45">
                  <c:v>2494.27</c:v>
                </c:pt>
                <c:pt idx="46">
                  <c:v>2494.27</c:v>
                </c:pt>
                <c:pt idx="47">
                  <c:v>2494.27</c:v>
                </c:pt>
                <c:pt idx="48">
                  <c:v>2494.27</c:v>
                </c:pt>
                <c:pt idx="49">
                  <c:v>2494.27</c:v>
                </c:pt>
                <c:pt idx="50">
                  <c:v>2494.27</c:v>
                </c:pt>
                <c:pt idx="51">
                  <c:v>2494.27</c:v>
                </c:pt>
                <c:pt idx="52">
                  <c:v>2494.27</c:v>
                </c:pt>
                <c:pt idx="53">
                  <c:v>2494.27</c:v>
                </c:pt>
                <c:pt idx="54">
                  <c:v>2494.27</c:v>
                </c:pt>
                <c:pt idx="55">
                  <c:v>2494.27</c:v>
                </c:pt>
                <c:pt idx="56">
                  <c:v>2494.27</c:v>
                </c:pt>
                <c:pt idx="57">
                  <c:v>2494.27</c:v>
                </c:pt>
                <c:pt idx="58">
                  <c:v>2494.27</c:v>
                </c:pt>
                <c:pt idx="59">
                  <c:v>2494.27</c:v>
                </c:pt>
                <c:pt idx="60">
                  <c:v>2494.27</c:v>
                </c:pt>
                <c:pt idx="61">
                  <c:v>2494.27</c:v>
                </c:pt>
                <c:pt idx="62">
                  <c:v>2494.27</c:v>
                </c:pt>
                <c:pt idx="63">
                  <c:v>2494.27</c:v>
                </c:pt>
                <c:pt idx="64">
                  <c:v>2494.27</c:v>
                </c:pt>
                <c:pt idx="65">
                  <c:v>2494.27</c:v>
                </c:pt>
                <c:pt idx="66">
                  <c:v>2494.27</c:v>
                </c:pt>
                <c:pt idx="67">
                  <c:v>2494.27</c:v>
                </c:pt>
                <c:pt idx="68">
                  <c:v>2494.27</c:v>
                </c:pt>
                <c:pt idx="69">
                  <c:v>2494.27</c:v>
                </c:pt>
                <c:pt idx="70">
                  <c:v>2494.27</c:v>
                </c:pt>
                <c:pt idx="71">
                  <c:v>2494.27</c:v>
                </c:pt>
                <c:pt idx="72">
                  <c:v>2494.27</c:v>
                </c:pt>
                <c:pt idx="73">
                  <c:v>2494.27</c:v>
                </c:pt>
                <c:pt idx="74">
                  <c:v>2494.27</c:v>
                </c:pt>
                <c:pt idx="75">
                  <c:v>2494.27</c:v>
                </c:pt>
                <c:pt idx="76">
                  <c:v>2494.27</c:v>
                </c:pt>
                <c:pt idx="77">
                  <c:v>2494.27</c:v>
                </c:pt>
                <c:pt idx="78">
                  <c:v>2494.27</c:v>
                </c:pt>
                <c:pt idx="79">
                  <c:v>2494.27</c:v>
                </c:pt>
                <c:pt idx="80">
                  <c:v>2494.27</c:v>
                </c:pt>
                <c:pt idx="81">
                  <c:v>2494.27</c:v>
                </c:pt>
                <c:pt idx="82">
                  <c:v>2494.27</c:v>
                </c:pt>
                <c:pt idx="83">
                  <c:v>2494.27</c:v>
                </c:pt>
                <c:pt idx="84">
                  <c:v>2494.27</c:v>
                </c:pt>
                <c:pt idx="85">
                  <c:v>2494.27</c:v>
                </c:pt>
                <c:pt idx="86">
                  <c:v>2494.27</c:v>
                </c:pt>
                <c:pt idx="87">
                  <c:v>2494.27</c:v>
                </c:pt>
                <c:pt idx="88">
                  <c:v>2494.27</c:v>
                </c:pt>
                <c:pt idx="89">
                  <c:v>2494.27</c:v>
                </c:pt>
                <c:pt idx="90">
                  <c:v>2494.27</c:v>
                </c:pt>
                <c:pt idx="91">
                  <c:v>2494.27</c:v>
                </c:pt>
                <c:pt idx="92">
                  <c:v>2494.27</c:v>
                </c:pt>
                <c:pt idx="93">
                  <c:v>2494.27</c:v>
                </c:pt>
                <c:pt idx="94">
                  <c:v>2494.27</c:v>
                </c:pt>
                <c:pt idx="95">
                  <c:v>2494.27</c:v>
                </c:pt>
                <c:pt idx="96">
                  <c:v>2494.27</c:v>
                </c:pt>
                <c:pt idx="97">
                  <c:v>2494.27</c:v>
                </c:pt>
                <c:pt idx="98">
                  <c:v>2494.27</c:v>
                </c:pt>
                <c:pt idx="99">
                  <c:v>2494.27</c:v>
                </c:pt>
                <c:pt idx="100">
                  <c:v>2494.27</c:v>
                </c:pt>
                <c:pt idx="101">
                  <c:v>2494.27</c:v>
                </c:pt>
                <c:pt idx="102">
                  <c:v>2494.27</c:v>
                </c:pt>
                <c:pt idx="103">
                  <c:v>2494.27</c:v>
                </c:pt>
                <c:pt idx="104">
                  <c:v>2494.27</c:v>
                </c:pt>
                <c:pt idx="105">
                  <c:v>2494.27</c:v>
                </c:pt>
                <c:pt idx="106">
                  <c:v>2494.27</c:v>
                </c:pt>
                <c:pt idx="107">
                  <c:v>2494.27</c:v>
                </c:pt>
                <c:pt idx="108">
                  <c:v>2494.27</c:v>
                </c:pt>
                <c:pt idx="109">
                  <c:v>2494.27</c:v>
                </c:pt>
                <c:pt idx="110">
                  <c:v>2494.27</c:v>
                </c:pt>
                <c:pt idx="111">
                  <c:v>2494.27</c:v>
                </c:pt>
                <c:pt idx="112">
                  <c:v>2494.27</c:v>
                </c:pt>
                <c:pt idx="113">
                  <c:v>2494.27</c:v>
                </c:pt>
                <c:pt idx="114">
                  <c:v>2494.27</c:v>
                </c:pt>
                <c:pt idx="115">
                  <c:v>2494.27</c:v>
                </c:pt>
                <c:pt idx="116">
                  <c:v>2494.27</c:v>
                </c:pt>
                <c:pt idx="117">
                  <c:v>2494.27</c:v>
                </c:pt>
                <c:pt idx="118">
                  <c:v>2494.27</c:v>
                </c:pt>
                <c:pt idx="119">
                  <c:v>2494.27</c:v>
                </c:pt>
                <c:pt idx="120">
                  <c:v>2494.27</c:v>
                </c:pt>
                <c:pt idx="121">
                  <c:v>2494.27</c:v>
                </c:pt>
                <c:pt idx="122">
                  <c:v>2494.27</c:v>
                </c:pt>
                <c:pt idx="123">
                  <c:v>2494.27</c:v>
                </c:pt>
                <c:pt idx="124">
                  <c:v>2494.27</c:v>
                </c:pt>
                <c:pt idx="125">
                  <c:v>2494.27</c:v>
                </c:pt>
                <c:pt idx="126">
                  <c:v>2494.27</c:v>
                </c:pt>
                <c:pt idx="127">
                  <c:v>2494.27</c:v>
                </c:pt>
                <c:pt idx="128">
                  <c:v>2494.27</c:v>
                </c:pt>
                <c:pt idx="129">
                  <c:v>2494.27</c:v>
                </c:pt>
                <c:pt idx="130">
                  <c:v>2494.27</c:v>
                </c:pt>
                <c:pt idx="131">
                  <c:v>2494.27</c:v>
                </c:pt>
                <c:pt idx="132">
                  <c:v>2494.27</c:v>
                </c:pt>
                <c:pt idx="133">
                  <c:v>2494.27</c:v>
                </c:pt>
                <c:pt idx="134">
                  <c:v>2494.27</c:v>
                </c:pt>
                <c:pt idx="135">
                  <c:v>2494.27</c:v>
                </c:pt>
                <c:pt idx="136">
                  <c:v>2494.27</c:v>
                </c:pt>
                <c:pt idx="137">
                  <c:v>2494.27</c:v>
                </c:pt>
                <c:pt idx="138">
                  <c:v>2494.27</c:v>
                </c:pt>
                <c:pt idx="139">
                  <c:v>2494.27</c:v>
                </c:pt>
                <c:pt idx="140">
                  <c:v>2494.27</c:v>
                </c:pt>
                <c:pt idx="141">
                  <c:v>2494.27</c:v>
                </c:pt>
                <c:pt idx="142">
                  <c:v>2494.27</c:v>
                </c:pt>
                <c:pt idx="143">
                  <c:v>2494.27</c:v>
                </c:pt>
                <c:pt idx="144">
                  <c:v>2494.27</c:v>
                </c:pt>
                <c:pt idx="145">
                  <c:v>2494.27</c:v>
                </c:pt>
                <c:pt idx="146">
                  <c:v>2494.27</c:v>
                </c:pt>
                <c:pt idx="147">
                  <c:v>2494.27</c:v>
                </c:pt>
                <c:pt idx="148">
                  <c:v>2494.27</c:v>
                </c:pt>
                <c:pt idx="149">
                  <c:v>2494.27</c:v>
                </c:pt>
                <c:pt idx="150">
                  <c:v>2494.27</c:v>
                </c:pt>
                <c:pt idx="151">
                  <c:v>2494.27</c:v>
                </c:pt>
                <c:pt idx="152">
                  <c:v>2494.27</c:v>
                </c:pt>
                <c:pt idx="153">
                  <c:v>2494.27</c:v>
                </c:pt>
                <c:pt idx="154">
                  <c:v>2494.27</c:v>
                </c:pt>
                <c:pt idx="155">
                  <c:v>2494.27</c:v>
                </c:pt>
                <c:pt idx="156">
                  <c:v>2494.27</c:v>
                </c:pt>
                <c:pt idx="157">
                  <c:v>2494.27</c:v>
                </c:pt>
                <c:pt idx="158">
                  <c:v>2494.27</c:v>
                </c:pt>
                <c:pt idx="159">
                  <c:v>2494.27</c:v>
                </c:pt>
                <c:pt idx="160">
                  <c:v>2494.27</c:v>
                </c:pt>
                <c:pt idx="161">
                  <c:v>2494.27</c:v>
                </c:pt>
                <c:pt idx="162">
                  <c:v>2494.27</c:v>
                </c:pt>
                <c:pt idx="163">
                  <c:v>2494.27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Sheet1!$B$333</c:f>
              <c:strCache>
                <c:ptCount val="1"/>
                <c:pt idx="0">
                  <c:v>14" est.</c:v>
                </c:pt>
              </c:strCache>
            </c:strRef>
          </c:tx>
          <c:spPr>
            <a:ln w="22225">
              <a:solidFill>
                <a:srgbClr val="6C5B9E"/>
              </a:solidFill>
              <a:prstDash val="sysDot"/>
            </a:ln>
          </c:spPr>
          <c:marker>
            <c:symbol val="none"/>
          </c:marker>
          <c:xVal>
            <c:numRef>
              <c:f>Sheet1!$A$334:$A$497</c:f>
              <c:numCache>
                <c:formatCode>General</c:formatCode>
                <c:ptCount val="164"/>
                <c:pt idx="0">
                  <c:v>20.65191818181819</c:v>
                </c:pt>
                <c:pt idx="1">
                  <c:v>20.51907468266147</c:v>
                </c:pt>
                <c:pt idx="2">
                  <c:v>19.94505783233366</c:v>
                </c:pt>
                <c:pt idx="3">
                  <c:v>19.945012749337423</c:v>
                </c:pt>
                <c:pt idx="4">
                  <c:v>19.371041428372166</c:v>
                </c:pt>
                <c:pt idx="5">
                  <c:v>18.797024578044358</c:v>
                </c:pt>
                <c:pt idx="6">
                  <c:v>18.776353243130146</c:v>
                </c:pt>
                <c:pt idx="7">
                  <c:v>18.673008174082867</c:v>
                </c:pt>
                <c:pt idx="8">
                  <c:v>18.631711033616966</c:v>
                </c:pt>
                <c:pt idx="9">
                  <c:v>18.558991323755052</c:v>
                </c:pt>
                <c:pt idx="10">
                  <c:v>18.23702418747385</c:v>
                </c:pt>
                <c:pt idx="11">
                  <c:v>17.894974919793555</c:v>
                </c:pt>
                <c:pt idx="12">
                  <c:v>17.230958069465757</c:v>
                </c:pt>
                <c:pt idx="13">
                  <c:v>17.230953605802767</c:v>
                </c:pt>
                <c:pt idx="14">
                  <c:v>17.230949142139778</c:v>
                </c:pt>
                <c:pt idx="15">
                  <c:v>16.687382675408003</c:v>
                </c:pt>
                <c:pt idx="16">
                  <c:v>16.143816208676256</c:v>
                </c:pt>
                <c:pt idx="17">
                  <c:v>16.143811745013252</c:v>
                </c:pt>
                <c:pt idx="18">
                  <c:v>16.143807281350263</c:v>
                </c:pt>
                <c:pt idx="19">
                  <c:v>15.741133547217188</c:v>
                </c:pt>
                <c:pt idx="20">
                  <c:v>15.338459813084114</c:v>
                </c:pt>
                <c:pt idx="21">
                  <c:v>15.418455349421123</c:v>
                </c:pt>
                <c:pt idx="22">
                  <c:v>15.508450885758137</c:v>
                </c:pt>
                <c:pt idx="23">
                  <c:v>14.8340497140466</c:v>
                </c:pt>
                <c:pt idx="24">
                  <c:v>14.169648542335054</c:v>
                </c:pt>
                <c:pt idx="25">
                  <c:v>13.495247370623531</c:v>
                </c:pt>
                <c:pt idx="26">
                  <c:v>12.820846198911994</c:v>
                </c:pt>
                <c:pt idx="27">
                  <c:v>12.20644502720046</c:v>
                </c:pt>
                <c:pt idx="28">
                  <c:v>11.582043855488905</c:v>
                </c:pt>
                <c:pt idx="29">
                  <c:v>10.987642683777366</c:v>
                </c:pt>
                <c:pt idx="30">
                  <c:v>10.393241512065828</c:v>
                </c:pt>
                <c:pt idx="31">
                  <c:v>9.8188403403543</c:v>
                </c:pt>
                <c:pt idx="32">
                  <c:v>9.244439168642756</c:v>
                </c:pt>
                <c:pt idx="33">
                  <c:v>8.670037996931228</c:v>
                </c:pt>
                <c:pt idx="34">
                  <c:v>8.115636825219696</c:v>
                </c:pt>
                <c:pt idx="35">
                  <c:v>7.571235653508154</c:v>
                </c:pt>
                <c:pt idx="36">
                  <c:v>7.0168344817966215</c:v>
                </c:pt>
                <c:pt idx="37">
                  <c:v>6.49243331008509</c:v>
                </c:pt>
                <c:pt idx="38">
                  <c:v>5.968032138373545</c:v>
                </c:pt>
                <c:pt idx="39">
                  <c:v>5.453630966662018</c:v>
                </c:pt>
                <c:pt idx="40">
                  <c:v>4.949229794950483</c:v>
                </c:pt>
                <c:pt idx="41">
                  <c:v>4.979225331287495</c:v>
                </c:pt>
                <c:pt idx="42">
                  <c:v>5.009220867624492</c:v>
                </c:pt>
                <c:pt idx="43">
                  <c:v>4.5955169200725265</c:v>
                </c:pt>
                <c:pt idx="44">
                  <c:v>4.181812972520575</c:v>
                </c:pt>
                <c:pt idx="45">
                  <c:v>3.7681090249686093</c:v>
                </c:pt>
                <c:pt idx="46">
                  <c:v>3.3644050774166487</c:v>
                </c:pt>
                <c:pt idx="47">
                  <c:v>2.960701129864688</c:v>
                </c:pt>
                <c:pt idx="48">
                  <c:v>2.5469971823127366</c:v>
                </c:pt>
                <c:pt idx="49">
                  <c:v>2.153293234760781</c:v>
                </c:pt>
                <c:pt idx="50">
                  <c:v>1.7495892872088064</c:v>
                </c:pt>
                <c:pt idx="51">
                  <c:v>1.3558853396568509</c:v>
                </c:pt>
                <c:pt idx="52">
                  <c:v>0.9721813921049005</c:v>
                </c:pt>
                <c:pt idx="53">
                  <c:v>0.9721769284418968</c:v>
                </c:pt>
                <c:pt idx="54">
                  <c:v>0.9721724647789074</c:v>
                </c:pt>
                <c:pt idx="55">
                  <c:v>0.9217305621425425</c:v>
                </c:pt>
                <c:pt idx="56">
                  <c:v>0.8812886595061968</c:v>
                </c:pt>
                <c:pt idx="57">
                  <c:v>1.251284195843212</c:v>
                </c:pt>
                <c:pt idx="58">
                  <c:v>1.631279732180218</c:v>
                </c:pt>
                <c:pt idx="59">
                  <c:v>1.5936039955604713</c:v>
                </c:pt>
                <c:pt idx="60">
                  <c:v>1.6412133185349518</c:v>
                </c:pt>
                <c:pt idx="61">
                  <c:v>1.6415063263041105</c:v>
                </c:pt>
                <c:pt idx="62">
                  <c:v>1.641799334073255</c:v>
                </c:pt>
                <c:pt idx="63">
                  <c:v>1.6301078801331812</c:v>
                </c:pt>
                <c:pt idx="64">
                  <c:v>1.5784164261931153</c:v>
                </c:pt>
                <c:pt idx="65">
                  <c:v>1.5784164261931153</c:v>
                </c:pt>
                <c:pt idx="66">
                  <c:v>1.5784164261931153</c:v>
                </c:pt>
                <c:pt idx="67">
                  <c:v>1.5784164261931153</c:v>
                </c:pt>
                <c:pt idx="68">
                  <c:v>1.5784164261931153</c:v>
                </c:pt>
                <c:pt idx="69">
                  <c:v>1.5784164261931153</c:v>
                </c:pt>
                <c:pt idx="70">
                  <c:v>1.5784164261931153</c:v>
                </c:pt>
                <c:pt idx="71">
                  <c:v>1.5784164261931153</c:v>
                </c:pt>
                <c:pt idx="72">
                  <c:v>1.5784164261931153</c:v>
                </c:pt>
                <c:pt idx="73">
                  <c:v>1.5784164261931153</c:v>
                </c:pt>
                <c:pt idx="74">
                  <c:v>1.5784164261931153</c:v>
                </c:pt>
                <c:pt idx="75">
                  <c:v>1.5784164261931153</c:v>
                </c:pt>
                <c:pt idx="76">
                  <c:v>1.5784164261931153</c:v>
                </c:pt>
                <c:pt idx="77">
                  <c:v>1.5784164261931153</c:v>
                </c:pt>
                <c:pt idx="78">
                  <c:v>1.5784164261931153</c:v>
                </c:pt>
                <c:pt idx="79">
                  <c:v>1.5784164261931153</c:v>
                </c:pt>
                <c:pt idx="80">
                  <c:v>1.5784164261931153</c:v>
                </c:pt>
                <c:pt idx="81">
                  <c:v>1.5784164261931153</c:v>
                </c:pt>
                <c:pt idx="82">
                  <c:v>1.5784164261931153</c:v>
                </c:pt>
                <c:pt idx="83">
                  <c:v>1.5784164261931153</c:v>
                </c:pt>
                <c:pt idx="84">
                  <c:v>1.5784164261931153</c:v>
                </c:pt>
                <c:pt idx="85">
                  <c:v>1.5784164261931153</c:v>
                </c:pt>
                <c:pt idx="86">
                  <c:v>1.5784164261931153</c:v>
                </c:pt>
                <c:pt idx="87">
                  <c:v>1.5784164261931153</c:v>
                </c:pt>
                <c:pt idx="88">
                  <c:v>1.5784164261931153</c:v>
                </c:pt>
                <c:pt idx="89">
                  <c:v>1.5784164261931153</c:v>
                </c:pt>
                <c:pt idx="90">
                  <c:v>1.5784164261931153</c:v>
                </c:pt>
                <c:pt idx="91">
                  <c:v>1.5784164261931153</c:v>
                </c:pt>
                <c:pt idx="92">
                  <c:v>1.5784164261931153</c:v>
                </c:pt>
                <c:pt idx="93">
                  <c:v>1.5784164261931153</c:v>
                </c:pt>
                <c:pt idx="94">
                  <c:v>1.5784164261931153</c:v>
                </c:pt>
                <c:pt idx="95">
                  <c:v>1.5784164261931153</c:v>
                </c:pt>
                <c:pt idx="96">
                  <c:v>1.5784164261931153</c:v>
                </c:pt>
                <c:pt idx="97">
                  <c:v>1.5784164261931153</c:v>
                </c:pt>
                <c:pt idx="98">
                  <c:v>1.5784164261931153</c:v>
                </c:pt>
                <c:pt idx="99">
                  <c:v>1.5784164261931153</c:v>
                </c:pt>
                <c:pt idx="100">
                  <c:v>1.5784164261931153</c:v>
                </c:pt>
                <c:pt idx="101">
                  <c:v>1.5784164261931153</c:v>
                </c:pt>
                <c:pt idx="102">
                  <c:v>1.5784164261931153</c:v>
                </c:pt>
                <c:pt idx="103">
                  <c:v>1.5784164261931153</c:v>
                </c:pt>
                <c:pt idx="104">
                  <c:v>1.5784164261931153</c:v>
                </c:pt>
                <c:pt idx="105">
                  <c:v>1.5784164261931153</c:v>
                </c:pt>
                <c:pt idx="106">
                  <c:v>1.5784164261931153</c:v>
                </c:pt>
                <c:pt idx="107">
                  <c:v>1.5784164261931153</c:v>
                </c:pt>
                <c:pt idx="108">
                  <c:v>1.5784164261931153</c:v>
                </c:pt>
                <c:pt idx="109">
                  <c:v>1.5784164261931153</c:v>
                </c:pt>
                <c:pt idx="110">
                  <c:v>1.5784164261931153</c:v>
                </c:pt>
                <c:pt idx="111">
                  <c:v>1.5784164261931153</c:v>
                </c:pt>
                <c:pt idx="112">
                  <c:v>1.5784164261931153</c:v>
                </c:pt>
                <c:pt idx="113">
                  <c:v>1.5784164261931153</c:v>
                </c:pt>
                <c:pt idx="114">
                  <c:v>1.5784164261931153</c:v>
                </c:pt>
                <c:pt idx="115">
                  <c:v>1.5784164261931153</c:v>
                </c:pt>
                <c:pt idx="116">
                  <c:v>1.5784164261931153</c:v>
                </c:pt>
                <c:pt idx="117">
                  <c:v>1.5784164261931153</c:v>
                </c:pt>
                <c:pt idx="118">
                  <c:v>1.5784164261931153</c:v>
                </c:pt>
                <c:pt idx="119">
                  <c:v>1.5784164261931153</c:v>
                </c:pt>
                <c:pt idx="120">
                  <c:v>1.5784164261931153</c:v>
                </c:pt>
                <c:pt idx="121">
                  <c:v>1.5784164261931153</c:v>
                </c:pt>
                <c:pt idx="122">
                  <c:v>1.5784164261931153</c:v>
                </c:pt>
                <c:pt idx="123">
                  <c:v>1.5784164261931153</c:v>
                </c:pt>
                <c:pt idx="124">
                  <c:v>1.5784164261931153</c:v>
                </c:pt>
                <c:pt idx="125">
                  <c:v>1.5784164261931153</c:v>
                </c:pt>
                <c:pt idx="126">
                  <c:v>1.5784164261931153</c:v>
                </c:pt>
                <c:pt idx="127">
                  <c:v>1.5784164261931153</c:v>
                </c:pt>
                <c:pt idx="128">
                  <c:v>1.5784164261931153</c:v>
                </c:pt>
                <c:pt idx="129">
                  <c:v>1.5784164261931153</c:v>
                </c:pt>
                <c:pt idx="130">
                  <c:v>1.5784164261931153</c:v>
                </c:pt>
                <c:pt idx="131">
                  <c:v>1.5784164261931153</c:v>
                </c:pt>
                <c:pt idx="132">
                  <c:v>1.5784164261931153</c:v>
                </c:pt>
                <c:pt idx="133">
                  <c:v>1.5784164261931153</c:v>
                </c:pt>
                <c:pt idx="134">
                  <c:v>1.5784164261931153</c:v>
                </c:pt>
                <c:pt idx="135">
                  <c:v>1.5784164261931153</c:v>
                </c:pt>
                <c:pt idx="136">
                  <c:v>1.5784164261931153</c:v>
                </c:pt>
                <c:pt idx="137">
                  <c:v>1.5784164261931153</c:v>
                </c:pt>
                <c:pt idx="138">
                  <c:v>1.5784164261931153</c:v>
                </c:pt>
                <c:pt idx="139">
                  <c:v>1.5784164261931153</c:v>
                </c:pt>
                <c:pt idx="140">
                  <c:v>1.5784164261931153</c:v>
                </c:pt>
                <c:pt idx="141">
                  <c:v>1.5784164261931153</c:v>
                </c:pt>
                <c:pt idx="142">
                  <c:v>1.5784164261931153</c:v>
                </c:pt>
                <c:pt idx="143">
                  <c:v>1.5784164261931153</c:v>
                </c:pt>
                <c:pt idx="144">
                  <c:v>1.5784164261931153</c:v>
                </c:pt>
                <c:pt idx="145">
                  <c:v>1.5784164261931153</c:v>
                </c:pt>
                <c:pt idx="146">
                  <c:v>1.5784164261931153</c:v>
                </c:pt>
                <c:pt idx="147">
                  <c:v>1.5784164261931153</c:v>
                </c:pt>
                <c:pt idx="148">
                  <c:v>1.5784164261931153</c:v>
                </c:pt>
                <c:pt idx="149">
                  <c:v>1.5784164261931153</c:v>
                </c:pt>
                <c:pt idx="150">
                  <c:v>1.5784164261931153</c:v>
                </c:pt>
                <c:pt idx="151">
                  <c:v>1.5784164261931153</c:v>
                </c:pt>
                <c:pt idx="152">
                  <c:v>1.5784164261931153</c:v>
                </c:pt>
                <c:pt idx="153">
                  <c:v>1.5784164261931153</c:v>
                </c:pt>
                <c:pt idx="154">
                  <c:v>1.5784164261931153</c:v>
                </c:pt>
                <c:pt idx="155">
                  <c:v>1.5784164261931153</c:v>
                </c:pt>
                <c:pt idx="156">
                  <c:v>1.5784164261931153</c:v>
                </c:pt>
                <c:pt idx="157">
                  <c:v>1.5784164261931153</c:v>
                </c:pt>
                <c:pt idx="158">
                  <c:v>1.5784164261931153</c:v>
                </c:pt>
                <c:pt idx="159">
                  <c:v>1.5784164261931153</c:v>
                </c:pt>
                <c:pt idx="160">
                  <c:v>1.5784164261931153</c:v>
                </c:pt>
                <c:pt idx="161">
                  <c:v>1.5784164261931153</c:v>
                </c:pt>
                <c:pt idx="162">
                  <c:v>1.5784164261931153</c:v>
                </c:pt>
                <c:pt idx="163">
                  <c:v>1.5784164261931153</c:v>
                </c:pt>
              </c:numCache>
            </c:numRef>
          </c:xVal>
          <c:yVal>
            <c:numRef>
              <c:f>Sheet1!$B$334:$B$497</c:f>
              <c:numCache>
                <c:formatCode>General</c:formatCode>
                <c:ptCount val="164"/>
                <c:pt idx="0">
                  <c:v>2494.27</c:v>
                </c:pt>
                <c:pt idx="1">
                  <c:v>2515.0</c:v>
                </c:pt>
                <c:pt idx="2">
                  <c:v>2604.99</c:v>
                </c:pt>
                <c:pt idx="3">
                  <c:v>2606.0</c:v>
                </c:pt>
                <c:pt idx="4">
                  <c:v>2694.97</c:v>
                </c:pt>
                <c:pt idx="5">
                  <c:v>2784.96</c:v>
                </c:pt>
                <c:pt idx="6">
                  <c:v>2800.0</c:v>
                </c:pt>
                <c:pt idx="7">
                  <c:v>2874.94</c:v>
                </c:pt>
                <c:pt idx="8">
                  <c:v>2904.0</c:v>
                </c:pt>
                <c:pt idx="9">
                  <c:v>2964.93</c:v>
                </c:pt>
                <c:pt idx="10">
                  <c:v>3009.0</c:v>
                </c:pt>
                <c:pt idx="11">
                  <c:v>3054.91</c:v>
                </c:pt>
                <c:pt idx="12">
                  <c:v>3144.9</c:v>
                </c:pt>
                <c:pt idx="13">
                  <c:v>3145.0</c:v>
                </c:pt>
                <c:pt idx="14">
                  <c:v>3145.1</c:v>
                </c:pt>
                <c:pt idx="15">
                  <c:v>3225.0</c:v>
                </c:pt>
                <c:pt idx="16">
                  <c:v>3304.9</c:v>
                </c:pt>
                <c:pt idx="17">
                  <c:v>3305.0</c:v>
                </c:pt>
                <c:pt idx="18">
                  <c:v>3305.1</c:v>
                </c:pt>
                <c:pt idx="19">
                  <c:v>3365.0</c:v>
                </c:pt>
                <c:pt idx="20">
                  <c:v>3424.9</c:v>
                </c:pt>
                <c:pt idx="21">
                  <c:v>3425.0</c:v>
                </c:pt>
                <c:pt idx="22">
                  <c:v>3425.1</c:v>
                </c:pt>
                <c:pt idx="23">
                  <c:v>3523.7</c:v>
                </c:pt>
                <c:pt idx="24">
                  <c:v>3622.3</c:v>
                </c:pt>
                <c:pt idx="25">
                  <c:v>3720.9</c:v>
                </c:pt>
                <c:pt idx="26">
                  <c:v>3819.5</c:v>
                </c:pt>
                <c:pt idx="27">
                  <c:v>3918.1</c:v>
                </c:pt>
                <c:pt idx="28">
                  <c:v>4016.7</c:v>
                </c:pt>
                <c:pt idx="29">
                  <c:v>4115.3</c:v>
                </c:pt>
                <c:pt idx="30">
                  <c:v>4213.9</c:v>
                </c:pt>
                <c:pt idx="31">
                  <c:v>4312.5</c:v>
                </c:pt>
                <c:pt idx="32">
                  <c:v>4411.1</c:v>
                </c:pt>
                <c:pt idx="33">
                  <c:v>4509.7</c:v>
                </c:pt>
                <c:pt idx="34">
                  <c:v>4608.3</c:v>
                </c:pt>
                <c:pt idx="35">
                  <c:v>4706.9</c:v>
                </c:pt>
                <c:pt idx="36">
                  <c:v>4805.5</c:v>
                </c:pt>
                <c:pt idx="37">
                  <c:v>4904.1</c:v>
                </c:pt>
                <c:pt idx="38">
                  <c:v>5002.7</c:v>
                </c:pt>
                <c:pt idx="39">
                  <c:v>5101.3</c:v>
                </c:pt>
                <c:pt idx="40">
                  <c:v>5199.9</c:v>
                </c:pt>
                <c:pt idx="41">
                  <c:v>5200.0</c:v>
                </c:pt>
                <c:pt idx="42">
                  <c:v>5200.1</c:v>
                </c:pt>
                <c:pt idx="43">
                  <c:v>5283.08</c:v>
                </c:pt>
                <c:pt idx="44">
                  <c:v>5366.06</c:v>
                </c:pt>
                <c:pt idx="45">
                  <c:v>5449.04</c:v>
                </c:pt>
                <c:pt idx="46">
                  <c:v>5532.02</c:v>
                </c:pt>
                <c:pt idx="47">
                  <c:v>5615.0</c:v>
                </c:pt>
                <c:pt idx="48">
                  <c:v>5697.98</c:v>
                </c:pt>
                <c:pt idx="49">
                  <c:v>5780.96</c:v>
                </c:pt>
                <c:pt idx="50">
                  <c:v>5863.94</c:v>
                </c:pt>
                <c:pt idx="51">
                  <c:v>5946.92</c:v>
                </c:pt>
                <c:pt idx="52">
                  <c:v>6029.9</c:v>
                </c:pt>
                <c:pt idx="53">
                  <c:v>6030.0</c:v>
                </c:pt>
                <c:pt idx="54">
                  <c:v>6030.1</c:v>
                </c:pt>
                <c:pt idx="55">
                  <c:v>6040.0</c:v>
                </c:pt>
                <c:pt idx="56">
                  <c:v>6049.9</c:v>
                </c:pt>
                <c:pt idx="57">
                  <c:v>6050.0</c:v>
                </c:pt>
                <c:pt idx="58">
                  <c:v>6050.1</c:v>
                </c:pt>
                <c:pt idx="59">
                  <c:v>6080.0</c:v>
                </c:pt>
                <c:pt idx="60">
                  <c:v>6109.9</c:v>
                </c:pt>
                <c:pt idx="61">
                  <c:v>6110.0</c:v>
                </c:pt>
                <c:pt idx="62">
                  <c:v>6110.1</c:v>
                </c:pt>
                <c:pt idx="63">
                  <c:v>6130.0</c:v>
                </c:pt>
                <c:pt idx="64">
                  <c:v>6149.9</c:v>
                </c:pt>
                <c:pt idx="65">
                  <c:v>6149.9</c:v>
                </c:pt>
                <c:pt idx="66">
                  <c:v>6149.9</c:v>
                </c:pt>
                <c:pt idx="67">
                  <c:v>6149.9</c:v>
                </c:pt>
                <c:pt idx="68">
                  <c:v>6149.9</c:v>
                </c:pt>
                <c:pt idx="69">
                  <c:v>6149.9</c:v>
                </c:pt>
                <c:pt idx="70">
                  <c:v>6149.9</c:v>
                </c:pt>
                <c:pt idx="71">
                  <c:v>6149.9</c:v>
                </c:pt>
                <c:pt idx="72">
                  <c:v>6149.9</c:v>
                </c:pt>
                <c:pt idx="73">
                  <c:v>6149.9</c:v>
                </c:pt>
                <c:pt idx="74">
                  <c:v>6149.9</c:v>
                </c:pt>
                <c:pt idx="75">
                  <c:v>6149.9</c:v>
                </c:pt>
                <c:pt idx="76">
                  <c:v>6149.9</c:v>
                </c:pt>
                <c:pt idx="77">
                  <c:v>6149.9</c:v>
                </c:pt>
                <c:pt idx="78">
                  <c:v>6149.9</c:v>
                </c:pt>
                <c:pt idx="79">
                  <c:v>6149.9</c:v>
                </c:pt>
                <c:pt idx="80">
                  <c:v>6149.9</c:v>
                </c:pt>
                <c:pt idx="81">
                  <c:v>6149.9</c:v>
                </c:pt>
                <c:pt idx="82">
                  <c:v>6149.9</c:v>
                </c:pt>
                <c:pt idx="83">
                  <c:v>6149.9</c:v>
                </c:pt>
                <c:pt idx="84">
                  <c:v>6149.9</c:v>
                </c:pt>
                <c:pt idx="85">
                  <c:v>6149.9</c:v>
                </c:pt>
                <c:pt idx="86">
                  <c:v>6149.9</c:v>
                </c:pt>
                <c:pt idx="87">
                  <c:v>6149.9</c:v>
                </c:pt>
                <c:pt idx="88">
                  <c:v>6149.9</c:v>
                </c:pt>
                <c:pt idx="89">
                  <c:v>6149.9</c:v>
                </c:pt>
                <c:pt idx="90">
                  <c:v>6149.9</c:v>
                </c:pt>
                <c:pt idx="91">
                  <c:v>6149.9</c:v>
                </c:pt>
                <c:pt idx="92">
                  <c:v>6149.9</c:v>
                </c:pt>
                <c:pt idx="93">
                  <c:v>6149.9</c:v>
                </c:pt>
                <c:pt idx="94">
                  <c:v>6149.9</c:v>
                </c:pt>
                <c:pt idx="95">
                  <c:v>6149.9</c:v>
                </c:pt>
                <c:pt idx="96">
                  <c:v>6149.9</c:v>
                </c:pt>
                <c:pt idx="97">
                  <c:v>6149.9</c:v>
                </c:pt>
                <c:pt idx="98">
                  <c:v>6149.9</c:v>
                </c:pt>
                <c:pt idx="99">
                  <c:v>6149.9</c:v>
                </c:pt>
                <c:pt idx="100">
                  <c:v>6149.9</c:v>
                </c:pt>
                <c:pt idx="101">
                  <c:v>6149.9</c:v>
                </c:pt>
                <c:pt idx="102">
                  <c:v>6149.9</c:v>
                </c:pt>
                <c:pt idx="103">
                  <c:v>6149.9</c:v>
                </c:pt>
                <c:pt idx="104">
                  <c:v>6149.9</c:v>
                </c:pt>
                <c:pt idx="105">
                  <c:v>6149.9</c:v>
                </c:pt>
                <c:pt idx="106">
                  <c:v>6149.9</c:v>
                </c:pt>
                <c:pt idx="107">
                  <c:v>6149.9</c:v>
                </c:pt>
                <c:pt idx="108">
                  <c:v>6149.9</c:v>
                </c:pt>
                <c:pt idx="109">
                  <c:v>6149.9</c:v>
                </c:pt>
                <c:pt idx="110">
                  <c:v>6149.9</c:v>
                </c:pt>
                <c:pt idx="111">
                  <c:v>6149.9</c:v>
                </c:pt>
                <c:pt idx="112">
                  <c:v>6149.9</c:v>
                </c:pt>
                <c:pt idx="113">
                  <c:v>6149.9</c:v>
                </c:pt>
                <c:pt idx="114">
                  <c:v>6149.9</c:v>
                </c:pt>
                <c:pt idx="115">
                  <c:v>6149.9</c:v>
                </c:pt>
                <c:pt idx="116">
                  <c:v>6149.9</c:v>
                </c:pt>
                <c:pt idx="117">
                  <c:v>6149.9</c:v>
                </c:pt>
                <c:pt idx="118">
                  <c:v>6149.9</c:v>
                </c:pt>
                <c:pt idx="119">
                  <c:v>6149.9</c:v>
                </c:pt>
                <c:pt idx="120">
                  <c:v>6149.9</c:v>
                </c:pt>
                <c:pt idx="121">
                  <c:v>6149.9</c:v>
                </c:pt>
                <c:pt idx="122">
                  <c:v>6149.9</c:v>
                </c:pt>
                <c:pt idx="123">
                  <c:v>6149.9</c:v>
                </c:pt>
                <c:pt idx="124">
                  <c:v>6149.9</c:v>
                </c:pt>
                <c:pt idx="125">
                  <c:v>6149.9</c:v>
                </c:pt>
                <c:pt idx="126">
                  <c:v>6149.9</c:v>
                </c:pt>
                <c:pt idx="127">
                  <c:v>6149.9</c:v>
                </c:pt>
                <c:pt idx="128">
                  <c:v>6149.9</c:v>
                </c:pt>
                <c:pt idx="129">
                  <c:v>6149.9</c:v>
                </c:pt>
                <c:pt idx="130">
                  <c:v>6149.9</c:v>
                </c:pt>
                <c:pt idx="131">
                  <c:v>6149.9</c:v>
                </c:pt>
                <c:pt idx="132">
                  <c:v>6149.9</c:v>
                </c:pt>
                <c:pt idx="133">
                  <c:v>6149.9</c:v>
                </c:pt>
                <c:pt idx="134">
                  <c:v>6149.9</c:v>
                </c:pt>
                <c:pt idx="135">
                  <c:v>6149.9</c:v>
                </c:pt>
                <c:pt idx="136">
                  <c:v>6149.9</c:v>
                </c:pt>
                <c:pt idx="137">
                  <c:v>6149.9</c:v>
                </c:pt>
                <c:pt idx="138">
                  <c:v>6149.9</c:v>
                </c:pt>
                <c:pt idx="139">
                  <c:v>6149.9</c:v>
                </c:pt>
                <c:pt idx="140">
                  <c:v>6149.9</c:v>
                </c:pt>
                <c:pt idx="141">
                  <c:v>6149.9</c:v>
                </c:pt>
                <c:pt idx="142">
                  <c:v>6149.9</c:v>
                </c:pt>
                <c:pt idx="143">
                  <c:v>6149.9</c:v>
                </c:pt>
                <c:pt idx="144">
                  <c:v>6149.9</c:v>
                </c:pt>
                <c:pt idx="145">
                  <c:v>6149.9</c:v>
                </c:pt>
                <c:pt idx="146">
                  <c:v>6149.9</c:v>
                </c:pt>
                <c:pt idx="147">
                  <c:v>6149.9</c:v>
                </c:pt>
                <c:pt idx="148">
                  <c:v>6149.9</c:v>
                </c:pt>
                <c:pt idx="149">
                  <c:v>6149.9</c:v>
                </c:pt>
                <c:pt idx="150">
                  <c:v>6149.9</c:v>
                </c:pt>
                <c:pt idx="151">
                  <c:v>6149.9</c:v>
                </c:pt>
                <c:pt idx="152">
                  <c:v>6149.9</c:v>
                </c:pt>
                <c:pt idx="153">
                  <c:v>6149.9</c:v>
                </c:pt>
                <c:pt idx="154">
                  <c:v>6149.9</c:v>
                </c:pt>
                <c:pt idx="155">
                  <c:v>6149.9</c:v>
                </c:pt>
                <c:pt idx="156">
                  <c:v>6149.9</c:v>
                </c:pt>
                <c:pt idx="157">
                  <c:v>6149.9</c:v>
                </c:pt>
                <c:pt idx="158">
                  <c:v>6149.9</c:v>
                </c:pt>
                <c:pt idx="159">
                  <c:v>6149.9</c:v>
                </c:pt>
                <c:pt idx="160">
                  <c:v>6149.9</c:v>
                </c:pt>
                <c:pt idx="161">
                  <c:v>6149.9</c:v>
                </c:pt>
                <c:pt idx="162">
                  <c:v>6149.9</c:v>
                </c:pt>
                <c:pt idx="163">
                  <c:v>6149.9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Sheet1!$B$499</c:f>
              <c:strCache>
                <c:ptCount val="1"/>
                <c:pt idx="0">
                  <c:v>Liner 10 3/4"</c:v>
                </c:pt>
              </c:strCache>
            </c:strRef>
          </c:tx>
          <c:spPr>
            <a:ln w="25400">
              <a:solidFill>
                <a:srgbClr val="2E8B57"/>
              </a:solidFill>
            </a:ln>
          </c:spPr>
          <c:marker>
            <c:symbol val="none"/>
          </c:marker>
          <c:xVal>
            <c:numRef>
              <c:f>Sheet1!$A$500:$A$663</c:f>
              <c:numCache>
                <c:formatCode>General</c:formatCode>
                <c:ptCount val="164"/>
                <c:pt idx="0">
                  <c:v>0.7353478260869508</c:v>
                </c:pt>
                <c:pt idx="1">
                  <c:v>0.7336039955604718</c:v>
                </c:pt>
                <c:pt idx="2">
                  <c:v>0.6812133185349438</c:v>
                </c:pt>
                <c:pt idx="3">
                  <c:v>0.6815063263041026</c:v>
                </c:pt>
                <c:pt idx="4">
                  <c:v>0.6817993340732471</c:v>
                </c:pt>
                <c:pt idx="5">
                  <c:v>0.6601078801331823</c:v>
                </c:pt>
                <c:pt idx="6">
                  <c:v>0.6284164261931124</c:v>
                </c:pt>
                <c:pt idx="7">
                  <c:v>0.628709433962257</c:v>
                </c:pt>
                <c:pt idx="8">
                  <c:v>0.6290024417314015</c:v>
                </c:pt>
                <c:pt idx="9">
                  <c:v>0.5622832408434988</c:v>
                </c:pt>
                <c:pt idx="10">
                  <c:v>0.49556403995561027</c:v>
                </c:pt>
                <c:pt idx="11">
                  <c:v>0.4958570477247548</c:v>
                </c:pt>
                <c:pt idx="12">
                  <c:v>0.49615005549389934</c:v>
                </c:pt>
                <c:pt idx="13">
                  <c:v>0.45369278579356376</c:v>
                </c:pt>
                <c:pt idx="14">
                  <c:v>0.4112355160932424</c:v>
                </c:pt>
                <c:pt idx="15">
                  <c:v>0.4115285238623869</c:v>
                </c:pt>
                <c:pt idx="16">
                  <c:v>0.41182153163153146</c:v>
                </c:pt>
                <c:pt idx="17">
                  <c:v>0.30478046614872767</c:v>
                </c:pt>
                <c:pt idx="18">
                  <c:v>0.24828112449799278</c:v>
                </c:pt>
                <c:pt idx="19">
                  <c:v>0.3911176306230715</c:v>
                </c:pt>
                <c:pt idx="20">
                  <c:v>0.39298966191672946</c:v>
                </c:pt>
                <c:pt idx="21">
                  <c:v>0.39486169321040165</c:v>
                </c:pt>
                <c:pt idx="22">
                  <c:v>0.6579785969084355</c:v>
                </c:pt>
                <c:pt idx="23">
                  <c:v>0.6444948064211502</c:v>
                </c:pt>
                <c:pt idx="24">
                  <c:v>0.49947854369951017</c:v>
                </c:pt>
                <c:pt idx="25">
                  <c:v>0.50965690903368</c:v>
                </c:pt>
                <c:pt idx="26">
                  <c:v>0.5098352743678589</c:v>
                </c:pt>
                <c:pt idx="27">
                  <c:v>0.41734760256007064</c:v>
                </c:pt>
                <c:pt idx="28">
                  <c:v>0.4029482740530739</c:v>
                </c:pt>
                <c:pt idx="29">
                  <c:v>0.38693185748874726</c:v>
                </c:pt>
                <c:pt idx="30">
                  <c:v>0.27539394933180006</c:v>
                </c:pt>
                <c:pt idx="31">
                  <c:v>0.1417496105599696</c:v>
                </c:pt>
                <c:pt idx="32">
                  <c:v>0.10499221587960506</c:v>
                </c:pt>
                <c:pt idx="33">
                  <c:v>0.3557974265139876</c:v>
                </c:pt>
                <c:pt idx="34">
                  <c:v>0.39671113209774944</c:v>
                </c:pt>
                <c:pt idx="35">
                  <c:v>0.4376248376815113</c:v>
                </c:pt>
                <c:pt idx="36">
                  <c:v>0.4385692362176883</c:v>
                </c:pt>
                <c:pt idx="37">
                  <c:v>0.4395136347538795</c:v>
                </c:pt>
                <c:pt idx="38">
                  <c:v>0.496975563687883</c:v>
                </c:pt>
                <c:pt idx="39">
                  <c:v>0.6136167640540009</c:v>
                </c:pt>
                <c:pt idx="40">
                  <c:v>1.4853321451717392</c:v>
                </c:pt>
                <c:pt idx="41">
                  <c:v>2.395012510425346</c:v>
                </c:pt>
                <c:pt idx="42">
                  <c:v>3.280000000000001</c:v>
                </c:pt>
                <c:pt idx="43">
                  <c:v>3.280000000000001</c:v>
                </c:pt>
                <c:pt idx="44">
                  <c:v>3.280000000000001</c:v>
                </c:pt>
                <c:pt idx="45">
                  <c:v>3.280000000000001</c:v>
                </c:pt>
                <c:pt idx="46">
                  <c:v>3.280000000000001</c:v>
                </c:pt>
                <c:pt idx="47">
                  <c:v>3.280000000000001</c:v>
                </c:pt>
                <c:pt idx="48">
                  <c:v>3.280000000000001</c:v>
                </c:pt>
                <c:pt idx="49">
                  <c:v>3.280000000000001</c:v>
                </c:pt>
                <c:pt idx="50">
                  <c:v>3.280000000000001</c:v>
                </c:pt>
                <c:pt idx="51">
                  <c:v>3.280000000000001</c:v>
                </c:pt>
                <c:pt idx="52">
                  <c:v>3.280000000000001</c:v>
                </c:pt>
                <c:pt idx="53">
                  <c:v>3.280000000000001</c:v>
                </c:pt>
                <c:pt idx="54">
                  <c:v>3.280000000000001</c:v>
                </c:pt>
                <c:pt idx="55">
                  <c:v>3.280000000000001</c:v>
                </c:pt>
                <c:pt idx="56">
                  <c:v>3.280000000000001</c:v>
                </c:pt>
                <c:pt idx="57">
                  <c:v>3.280000000000001</c:v>
                </c:pt>
                <c:pt idx="58">
                  <c:v>3.280000000000001</c:v>
                </c:pt>
                <c:pt idx="59">
                  <c:v>3.280000000000001</c:v>
                </c:pt>
                <c:pt idx="60">
                  <c:v>3.280000000000001</c:v>
                </c:pt>
                <c:pt idx="61">
                  <c:v>3.280000000000001</c:v>
                </c:pt>
                <c:pt idx="62">
                  <c:v>3.280000000000001</c:v>
                </c:pt>
                <c:pt idx="63">
                  <c:v>3.280000000000001</c:v>
                </c:pt>
                <c:pt idx="64">
                  <c:v>3.280000000000001</c:v>
                </c:pt>
                <c:pt idx="65">
                  <c:v>3.280000000000001</c:v>
                </c:pt>
                <c:pt idx="66">
                  <c:v>3.280000000000001</c:v>
                </c:pt>
                <c:pt idx="67">
                  <c:v>3.280000000000001</c:v>
                </c:pt>
                <c:pt idx="68">
                  <c:v>3.280000000000001</c:v>
                </c:pt>
                <c:pt idx="69">
                  <c:v>3.280000000000001</c:v>
                </c:pt>
                <c:pt idx="70">
                  <c:v>3.280000000000001</c:v>
                </c:pt>
                <c:pt idx="71">
                  <c:v>3.280000000000001</c:v>
                </c:pt>
                <c:pt idx="72">
                  <c:v>3.280000000000001</c:v>
                </c:pt>
                <c:pt idx="73">
                  <c:v>3.280000000000001</c:v>
                </c:pt>
                <c:pt idx="74">
                  <c:v>3.280000000000001</c:v>
                </c:pt>
                <c:pt idx="75">
                  <c:v>3.280000000000001</c:v>
                </c:pt>
                <c:pt idx="76">
                  <c:v>3.280000000000001</c:v>
                </c:pt>
                <c:pt idx="77">
                  <c:v>3.280000000000001</c:v>
                </c:pt>
                <c:pt idx="78">
                  <c:v>3.280000000000001</c:v>
                </c:pt>
                <c:pt idx="79">
                  <c:v>3.280000000000001</c:v>
                </c:pt>
                <c:pt idx="80">
                  <c:v>3.280000000000001</c:v>
                </c:pt>
                <c:pt idx="81">
                  <c:v>3.280000000000001</c:v>
                </c:pt>
                <c:pt idx="82">
                  <c:v>3.280000000000001</c:v>
                </c:pt>
                <c:pt idx="83">
                  <c:v>3.280000000000001</c:v>
                </c:pt>
                <c:pt idx="84">
                  <c:v>3.280000000000001</c:v>
                </c:pt>
                <c:pt idx="85">
                  <c:v>3.280000000000001</c:v>
                </c:pt>
                <c:pt idx="86">
                  <c:v>3.280000000000001</c:v>
                </c:pt>
                <c:pt idx="87">
                  <c:v>3.280000000000001</c:v>
                </c:pt>
                <c:pt idx="88">
                  <c:v>3.280000000000001</c:v>
                </c:pt>
                <c:pt idx="89">
                  <c:v>3.280000000000001</c:v>
                </c:pt>
                <c:pt idx="90">
                  <c:v>3.280000000000001</c:v>
                </c:pt>
                <c:pt idx="91">
                  <c:v>3.280000000000001</c:v>
                </c:pt>
                <c:pt idx="92">
                  <c:v>3.280000000000001</c:v>
                </c:pt>
                <c:pt idx="93">
                  <c:v>3.280000000000001</c:v>
                </c:pt>
                <c:pt idx="94">
                  <c:v>3.280000000000001</c:v>
                </c:pt>
                <c:pt idx="95">
                  <c:v>3.280000000000001</c:v>
                </c:pt>
                <c:pt idx="96">
                  <c:v>3.280000000000001</c:v>
                </c:pt>
                <c:pt idx="97">
                  <c:v>3.280000000000001</c:v>
                </c:pt>
                <c:pt idx="98">
                  <c:v>3.280000000000001</c:v>
                </c:pt>
                <c:pt idx="99">
                  <c:v>3.280000000000001</c:v>
                </c:pt>
                <c:pt idx="100">
                  <c:v>3.280000000000001</c:v>
                </c:pt>
                <c:pt idx="101">
                  <c:v>3.280000000000001</c:v>
                </c:pt>
                <c:pt idx="102">
                  <c:v>3.280000000000001</c:v>
                </c:pt>
                <c:pt idx="103">
                  <c:v>3.280000000000001</c:v>
                </c:pt>
                <c:pt idx="104">
                  <c:v>3.280000000000001</c:v>
                </c:pt>
                <c:pt idx="105">
                  <c:v>3.280000000000001</c:v>
                </c:pt>
                <c:pt idx="106">
                  <c:v>3.280000000000001</c:v>
                </c:pt>
                <c:pt idx="107">
                  <c:v>3.280000000000001</c:v>
                </c:pt>
                <c:pt idx="108">
                  <c:v>3.280000000000001</c:v>
                </c:pt>
                <c:pt idx="109">
                  <c:v>3.280000000000001</c:v>
                </c:pt>
                <c:pt idx="110">
                  <c:v>3.280000000000001</c:v>
                </c:pt>
                <c:pt idx="111">
                  <c:v>3.280000000000001</c:v>
                </c:pt>
                <c:pt idx="112">
                  <c:v>3.280000000000001</c:v>
                </c:pt>
                <c:pt idx="113">
                  <c:v>3.280000000000001</c:v>
                </c:pt>
                <c:pt idx="114">
                  <c:v>3.280000000000001</c:v>
                </c:pt>
                <c:pt idx="115">
                  <c:v>3.280000000000001</c:v>
                </c:pt>
                <c:pt idx="116">
                  <c:v>3.280000000000001</c:v>
                </c:pt>
                <c:pt idx="117">
                  <c:v>3.280000000000001</c:v>
                </c:pt>
                <c:pt idx="118">
                  <c:v>3.280000000000001</c:v>
                </c:pt>
                <c:pt idx="119">
                  <c:v>3.280000000000001</c:v>
                </c:pt>
                <c:pt idx="120">
                  <c:v>3.280000000000001</c:v>
                </c:pt>
                <c:pt idx="121">
                  <c:v>3.280000000000001</c:v>
                </c:pt>
                <c:pt idx="122">
                  <c:v>3.280000000000001</c:v>
                </c:pt>
                <c:pt idx="123">
                  <c:v>3.280000000000001</c:v>
                </c:pt>
                <c:pt idx="124">
                  <c:v>3.280000000000001</c:v>
                </c:pt>
                <c:pt idx="125">
                  <c:v>3.280000000000001</c:v>
                </c:pt>
                <c:pt idx="126">
                  <c:v>3.280000000000001</c:v>
                </c:pt>
                <c:pt idx="127">
                  <c:v>3.280000000000001</c:v>
                </c:pt>
                <c:pt idx="128">
                  <c:v>3.280000000000001</c:v>
                </c:pt>
                <c:pt idx="129">
                  <c:v>3.280000000000001</c:v>
                </c:pt>
                <c:pt idx="130">
                  <c:v>3.280000000000001</c:v>
                </c:pt>
                <c:pt idx="131">
                  <c:v>3.280000000000001</c:v>
                </c:pt>
                <c:pt idx="132">
                  <c:v>3.280000000000001</c:v>
                </c:pt>
                <c:pt idx="133">
                  <c:v>3.280000000000001</c:v>
                </c:pt>
                <c:pt idx="134">
                  <c:v>3.280000000000001</c:v>
                </c:pt>
                <c:pt idx="135">
                  <c:v>3.280000000000001</c:v>
                </c:pt>
                <c:pt idx="136">
                  <c:v>3.280000000000001</c:v>
                </c:pt>
                <c:pt idx="137">
                  <c:v>3.280000000000001</c:v>
                </c:pt>
                <c:pt idx="138">
                  <c:v>3.280000000000001</c:v>
                </c:pt>
                <c:pt idx="139">
                  <c:v>3.280000000000001</c:v>
                </c:pt>
                <c:pt idx="140">
                  <c:v>3.280000000000001</c:v>
                </c:pt>
                <c:pt idx="141">
                  <c:v>3.280000000000001</c:v>
                </c:pt>
                <c:pt idx="142">
                  <c:v>3.280000000000001</c:v>
                </c:pt>
                <c:pt idx="143">
                  <c:v>3.280000000000001</c:v>
                </c:pt>
                <c:pt idx="144">
                  <c:v>3.280000000000001</c:v>
                </c:pt>
                <c:pt idx="145">
                  <c:v>3.280000000000001</c:v>
                </c:pt>
                <c:pt idx="146">
                  <c:v>3.280000000000001</c:v>
                </c:pt>
                <c:pt idx="147">
                  <c:v>3.280000000000001</c:v>
                </c:pt>
                <c:pt idx="148">
                  <c:v>3.280000000000001</c:v>
                </c:pt>
                <c:pt idx="149">
                  <c:v>3.280000000000001</c:v>
                </c:pt>
                <c:pt idx="150">
                  <c:v>3.280000000000001</c:v>
                </c:pt>
                <c:pt idx="151">
                  <c:v>3.280000000000001</c:v>
                </c:pt>
                <c:pt idx="152">
                  <c:v>3.280000000000001</c:v>
                </c:pt>
                <c:pt idx="153">
                  <c:v>3.280000000000001</c:v>
                </c:pt>
                <c:pt idx="154">
                  <c:v>3.280000000000001</c:v>
                </c:pt>
                <c:pt idx="155">
                  <c:v>3.280000000000001</c:v>
                </c:pt>
                <c:pt idx="156">
                  <c:v>3.280000000000001</c:v>
                </c:pt>
                <c:pt idx="157">
                  <c:v>3.280000000000001</c:v>
                </c:pt>
                <c:pt idx="158">
                  <c:v>3.280000000000001</c:v>
                </c:pt>
                <c:pt idx="159">
                  <c:v>3.280000000000001</c:v>
                </c:pt>
                <c:pt idx="160">
                  <c:v>3.280000000000001</c:v>
                </c:pt>
                <c:pt idx="161">
                  <c:v>3.280000000000001</c:v>
                </c:pt>
                <c:pt idx="162">
                  <c:v>3.280000000000001</c:v>
                </c:pt>
                <c:pt idx="163">
                  <c:v>3.280000000000001</c:v>
                </c:pt>
              </c:numCache>
            </c:numRef>
          </c:xVal>
          <c:yVal>
            <c:numRef>
              <c:f>Sheet1!$B$500:$B$663</c:f>
              <c:numCache>
                <c:formatCode>General</c:formatCode>
                <c:ptCount val="164"/>
                <c:pt idx="0">
                  <c:v>6078.77</c:v>
                </c:pt>
                <c:pt idx="1">
                  <c:v>6080.0</c:v>
                </c:pt>
                <c:pt idx="2">
                  <c:v>6109.9</c:v>
                </c:pt>
                <c:pt idx="3">
                  <c:v>6110.0</c:v>
                </c:pt>
                <c:pt idx="4">
                  <c:v>6110.1</c:v>
                </c:pt>
                <c:pt idx="5">
                  <c:v>6130.0</c:v>
                </c:pt>
                <c:pt idx="6">
                  <c:v>6149.9</c:v>
                </c:pt>
                <c:pt idx="7">
                  <c:v>6150.0</c:v>
                </c:pt>
                <c:pt idx="8">
                  <c:v>6150.1</c:v>
                </c:pt>
                <c:pt idx="9">
                  <c:v>6199.0</c:v>
                </c:pt>
                <c:pt idx="10">
                  <c:v>6247.9</c:v>
                </c:pt>
                <c:pt idx="11">
                  <c:v>6248.0</c:v>
                </c:pt>
                <c:pt idx="12">
                  <c:v>6248.1</c:v>
                </c:pt>
                <c:pt idx="13">
                  <c:v>6257.5</c:v>
                </c:pt>
                <c:pt idx="14">
                  <c:v>6266.9</c:v>
                </c:pt>
                <c:pt idx="15">
                  <c:v>6267.0</c:v>
                </c:pt>
                <c:pt idx="16">
                  <c:v>6267.1</c:v>
                </c:pt>
                <c:pt idx="17">
                  <c:v>6292.0</c:v>
                </c:pt>
                <c:pt idx="18">
                  <c:v>6304.02</c:v>
                </c:pt>
                <c:pt idx="19">
                  <c:v>6316.9</c:v>
                </c:pt>
                <c:pt idx="20">
                  <c:v>6317.0</c:v>
                </c:pt>
                <c:pt idx="21">
                  <c:v>6317.1</c:v>
                </c:pt>
                <c:pt idx="22">
                  <c:v>6339.81</c:v>
                </c:pt>
                <c:pt idx="23">
                  <c:v>6342.33</c:v>
                </c:pt>
                <c:pt idx="24">
                  <c:v>6367.55</c:v>
                </c:pt>
                <c:pt idx="25">
                  <c:v>6367.65</c:v>
                </c:pt>
                <c:pt idx="26">
                  <c:v>6367.75</c:v>
                </c:pt>
                <c:pt idx="27">
                  <c:v>6422.42</c:v>
                </c:pt>
                <c:pt idx="28">
                  <c:v>6425.56</c:v>
                </c:pt>
                <c:pt idx="29">
                  <c:v>6435.12</c:v>
                </c:pt>
                <c:pt idx="30">
                  <c:v>6483.38</c:v>
                </c:pt>
                <c:pt idx="31">
                  <c:v>6541.19</c:v>
                </c:pt>
                <c:pt idx="32">
                  <c:v>6557.09</c:v>
                </c:pt>
                <c:pt idx="33">
                  <c:v>6599.0</c:v>
                </c:pt>
                <c:pt idx="34">
                  <c:v>6605.45</c:v>
                </c:pt>
                <c:pt idx="35">
                  <c:v>6611.9</c:v>
                </c:pt>
                <c:pt idx="36">
                  <c:v>6612.0</c:v>
                </c:pt>
                <c:pt idx="37">
                  <c:v>6612.1</c:v>
                </c:pt>
                <c:pt idx="38">
                  <c:v>6622.42</c:v>
                </c:pt>
                <c:pt idx="39">
                  <c:v>6641.8</c:v>
                </c:pt>
                <c:pt idx="40">
                  <c:v>6672.05</c:v>
                </c:pt>
                <c:pt idx="41">
                  <c:v>6703.52</c:v>
                </c:pt>
                <c:pt idx="42">
                  <c:v>6732.0</c:v>
                </c:pt>
                <c:pt idx="43">
                  <c:v>6732.0</c:v>
                </c:pt>
                <c:pt idx="44">
                  <c:v>6732.0</c:v>
                </c:pt>
                <c:pt idx="45">
                  <c:v>6732.0</c:v>
                </c:pt>
                <c:pt idx="46">
                  <c:v>6732.0</c:v>
                </c:pt>
                <c:pt idx="47">
                  <c:v>6732.0</c:v>
                </c:pt>
                <c:pt idx="48">
                  <c:v>6732.0</c:v>
                </c:pt>
                <c:pt idx="49">
                  <c:v>6732.0</c:v>
                </c:pt>
                <c:pt idx="50">
                  <c:v>6732.0</c:v>
                </c:pt>
                <c:pt idx="51">
                  <c:v>6732.0</c:v>
                </c:pt>
                <c:pt idx="52">
                  <c:v>6732.0</c:v>
                </c:pt>
                <c:pt idx="53">
                  <c:v>6732.0</c:v>
                </c:pt>
                <c:pt idx="54">
                  <c:v>6732.0</c:v>
                </c:pt>
                <c:pt idx="55">
                  <c:v>6732.0</c:v>
                </c:pt>
                <c:pt idx="56">
                  <c:v>6732.0</c:v>
                </c:pt>
                <c:pt idx="57">
                  <c:v>6732.0</c:v>
                </c:pt>
                <c:pt idx="58">
                  <c:v>6732.0</c:v>
                </c:pt>
                <c:pt idx="59">
                  <c:v>6732.0</c:v>
                </c:pt>
                <c:pt idx="60">
                  <c:v>6732.0</c:v>
                </c:pt>
                <c:pt idx="61">
                  <c:v>6732.0</c:v>
                </c:pt>
                <c:pt idx="62">
                  <c:v>6732.0</c:v>
                </c:pt>
                <c:pt idx="63">
                  <c:v>6732.0</c:v>
                </c:pt>
                <c:pt idx="64">
                  <c:v>6732.0</c:v>
                </c:pt>
                <c:pt idx="65">
                  <c:v>6732.0</c:v>
                </c:pt>
                <c:pt idx="66">
                  <c:v>6732.0</c:v>
                </c:pt>
                <c:pt idx="67">
                  <c:v>6732.0</c:v>
                </c:pt>
                <c:pt idx="68">
                  <c:v>6732.0</c:v>
                </c:pt>
                <c:pt idx="69">
                  <c:v>6732.0</c:v>
                </c:pt>
                <c:pt idx="70">
                  <c:v>6732.0</c:v>
                </c:pt>
                <c:pt idx="71">
                  <c:v>6732.0</c:v>
                </c:pt>
                <c:pt idx="72">
                  <c:v>6732.0</c:v>
                </c:pt>
                <c:pt idx="73">
                  <c:v>6732.0</c:v>
                </c:pt>
                <c:pt idx="74">
                  <c:v>6732.0</c:v>
                </c:pt>
                <c:pt idx="75">
                  <c:v>6732.0</c:v>
                </c:pt>
                <c:pt idx="76">
                  <c:v>6732.0</c:v>
                </c:pt>
                <c:pt idx="77">
                  <c:v>6732.0</c:v>
                </c:pt>
                <c:pt idx="78">
                  <c:v>6732.0</c:v>
                </c:pt>
                <c:pt idx="79">
                  <c:v>6732.0</c:v>
                </c:pt>
                <c:pt idx="80">
                  <c:v>6732.0</c:v>
                </c:pt>
                <c:pt idx="81">
                  <c:v>6732.0</c:v>
                </c:pt>
                <c:pt idx="82">
                  <c:v>6732.0</c:v>
                </c:pt>
                <c:pt idx="83">
                  <c:v>6732.0</c:v>
                </c:pt>
                <c:pt idx="84">
                  <c:v>6732.0</c:v>
                </c:pt>
                <c:pt idx="85">
                  <c:v>6732.0</c:v>
                </c:pt>
                <c:pt idx="86">
                  <c:v>6732.0</c:v>
                </c:pt>
                <c:pt idx="87">
                  <c:v>6732.0</c:v>
                </c:pt>
                <c:pt idx="88">
                  <c:v>6732.0</c:v>
                </c:pt>
                <c:pt idx="89">
                  <c:v>6732.0</c:v>
                </c:pt>
                <c:pt idx="90">
                  <c:v>6732.0</c:v>
                </c:pt>
                <c:pt idx="91">
                  <c:v>6732.0</c:v>
                </c:pt>
                <c:pt idx="92">
                  <c:v>6732.0</c:v>
                </c:pt>
                <c:pt idx="93">
                  <c:v>6732.0</c:v>
                </c:pt>
                <c:pt idx="94">
                  <c:v>6732.0</c:v>
                </c:pt>
                <c:pt idx="95">
                  <c:v>6732.0</c:v>
                </c:pt>
                <c:pt idx="96">
                  <c:v>6732.0</c:v>
                </c:pt>
                <c:pt idx="97">
                  <c:v>6732.0</c:v>
                </c:pt>
                <c:pt idx="98">
                  <c:v>6732.0</c:v>
                </c:pt>
                <c:pt idx="99">
                  <c:v>6732.0</c:v>
                </c:pt>
                <c:pt idx="100">
                  <c:v>6732.0</c:v>
                </c:pt>
                <c:pt idx="101">
                  <c:v>6732.0</c:v>
                </c:pt>
                <c:pt idx="102">
                  <c:v>6732.0</c:v>
                </c:pt>
                <c:pt idx="103">
                  <c:v>6732.0</c:v>
                </c:pt>
                <c:pt idx="104">
                  <c:v>6732.0</c:v>
                </c:pt>
                <c:pt idx="105">
                  <c:v>6732.0</c:v>
                </c:pt>
                <c:pt idx="106">
                  <c:v>6732.0</c:v>
                </c:pt>
                <c:pt idx="107">
                  <c:v>6732.0</c:v>
                </c:pt>
                <c:pt idx="108">
                  <c:v>6732.0</c:v>
                </c:pt>
                <c:pt idx="109">
                  <c:v>6732.0</c:v>
                </c:pt>
                <c:pt idx="110">
                  <c:v>6732.0</c:v>
                </c:pt>
                <c:pt idx="111">
                  <c:v>6732.0</c:v>
                </c:pt>
                <c:pt idx="112">
                  <c:v>6732.0</c:v>
                </c:pt>
                <c:pt idx="113">
                  <c:v>6732.0</c:v>
                </c:pt>
                <c:pt idx="114">
                  <c:v>6732.0</c:v>
                </c:pt>
                <c:pt idx="115">
                  <c:v>6732.0</c:v>
                </c:pt>
                <c:pt idx="116">
                  <c:v>6732.0</c:v>
                </c:pt>
                <c:pt idx="117">
                  <c:v>6732.0</c:v>
                </c:pt>
                <c:pt idx="118">
                  <c:v>6732.0</c:v>
                </c:pt>
                <c:pt idx="119">
                  <c:v>6732.0</c:v>
                </c:pt>
                <c:pt idx="120">
                  <c:v>6732.0</c:v>
                </c:pt>
                <c:pt idx="121">
                  <c:v>6732.0</c:v>
                </c:pt>
                <c:pt idx="122">
                  <c:v>6732.0</c:v>
                </c:pt>
                <c:pt idx="123">
                  <c:v>6732.0</c:v>
                </c:pt>
                <c:pt idx="124">
                  <c:v>6732.0</c:v>
                </c:pt>
                <c:pt idx="125">
                  <c:v>6732.0</c:v>
                </c:pt>
                <c:pt idx="126">
                  <c:v>6732.0</c:v>
                </c:pt>
                <c:pt idx="127">
                  <c:v>6732.0</c:v>
                </c:pt>
                <c:pt idx="128">
                  <c:v>6732.0</c:v>
                </c:pt>
                <c:pt idx="129">
                  <c:v>6732.0</c:v>
                </c:pt>
                <c:pt idx="130">
                  <c:v>6732.0</c:v>
                </c:pt>
                <c:pt idx="131">
                  <c:v>6732.0</c:v>
                </c:pt>
                <c:pt idx="132">
                  <c:v>6732.0</c:v>
                </c:pt>
                <c:pt idx="133">
                  <c:v>6732.0</c:v>
                </c:pt>
                <c:pt idx="134">
                  <c:v>6732.0</c:v>
                </c:pt>
                <c:pt idx="135">
                  <c:v>6732.0</c:v>
                </c:pt>
                <c:pt idx="136">
                  <c:v>6732.0</c:v>
                </c:pt>
                <c:pt idx="137">
                  <c:v>6732.0</c:v>
                </c:pt>
                <c:pt idx="138">
                  <c:v>6732.0</c:v>
                </c:pt>
                <c:pt idx="139">
                  <c:v>6732.0</c:v>
                </c:pt>
                <c:pt idx="140">
                  <c:v>6732.0</c:v>
                </c:pt>
                <c:pt idx="141">
                  <c:v>6732.0</c:v>
                </c:pt>
                <c:pt idx="142">
                  <c:v>6732.0</c:v>
                </c:pt>
                <c:pt idx="143">
                  <c:v>6732.0</c:v>
                </c:pt>
                <c:pt idx="144">
                  <c:v>6732.0</c:v>
                </c:pt>
                <c:pt idx="145">
                  <c:v>6732.0</c:v>
                </c:pt>
                <c:pt idx="146">
                  <c:v>6732.0</c:v>
                </c:pt>
                <c:pt idx="147">
                  <c:v>6732.0</c:v>
                </c:pt>
                <c:pt idx="148">
                  <c:v>6732.0</c:v>
                </c:pt>
                <c:pt idx="149">
                  <c:v>6732.0</c:v>
                </c:pt>
                <c:pt idx="150">
                  <c:v>6732.0</c:v>
                </c:pt>
                <c:pt idx="151">
                  <c:v>6732.0</c:v>
                </c:pt>
                <c:pt idx="152">
                  <c:v>6732.0</c:v>
                </c:pt>
                <c:pt idx="153">
                  <c:v>6732.0</c:v>
                </c:pt>
                <c:pt idx="154">
                  <c:v>6732.0</c:v>
                </c:pt>
                <c:pt idx="155">
                  <c:v>6732.0</c:v>
                </c:pt>
                <c:pt idx="156">
                  <c:v>6732.0</c:v>
                </c:pt>
                <c:pt idx="157">
                  <c:v>6732.0</c:v>
                </c:pt>
                <c:pt idx="158">
                  <c:v>6732.0</c:v>
                </c:pt>
                <c:pt idx="159">
                  <c:v>6732.0</c:v>
                </c:pt>
                <c:pt idx="160">
                  <c:v>6732.0</c:v>
                </c:pt>
                <c:pt idx="161">
                  <c:v>6732.0</c:v>
                </c:pt>
                <c:pt idx="162">
                  <c:v>6732.0</c:v>
                </c:pt>
                <c:pt idx="163">
                  <c:v>6732.0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Sheet1!$B$665</c:f>
              <c:strCache>
                <c:ptCount val="1"/>
                <c:pt idx="0">
                  <c:v>Liner 10 3/4" est.</c:v>
                </c:pt>
              </c:strCache>
            </c:strRef>
          </c:tx>
          <c:spPr>
            <a:ln w="22225">
              <a:solidFill>
                <a:srgbClr val="2E8B57"/>
              </a:solidFill>
              <a:prstDash val="sysDot"/>
            </a:ln>
          </c:spPr>
          <c:marker>
            <c:symbol val="none"/>
          </c:marker>
          <c:xVal>
            <c:numRef>
              <c:f>Sheet1!$A$666:$A$829</c:f>
              <c:numCache>
                <c:formatCode>General</c:formatCode>
                <c:ptCount val="164"/>
                <c:pt idx="0">
                  <c:v>0.775701664816907</c:v>
                </c:pt>
                <c:pt idx="1">
                  <c:v>0.7759946725860516</c:v>
                </c:pt>
                <c:pt idx="2">
                  <c:v>0.7353478260869508</c:v>
                </c:pt>
                <c:pt idx="3">
                  <c:v>0.7353478260869508</c:v>
                </c:pt>
                <c:pt idx="4">
                  <c:v>0.7353478260869508</c:v>
                </c:pt>
                <c:pt idx="5">
                  <c:v>0.7353478260869508</c:v>
                </c:pt>
                <c:pt idx="6">
                  <c:v>0.7353478260869508</c:v>
                </c:pt>
                <c:pt idx="7">
                  <c:v>0.7353478260869508</c:v>
                </c:pt>
                <c:pt idx="8">
                  <c:v>0.7353478260869508</c:v>
                </c:pt>
                <c:pt idx="9">
                  <c:v>0.7353478260869508</c:v>
                </c:pt>
                <c:pt idx="10">
                  <c:v>0.7353478260869508</c:v>
                </c:pt>
                <c:pt idx="11">
                  <c:v>0.7353478260869508</c:v>
                </c:pt>
                <c:pt idx="12">
                  <c:v>0.7353478260869508</c:v>
                </c:pt>
                <c:pt idx="13">
                  <c:v>0.7353478260869508</c:v>
                </c:pt>
                <c:pt idx="14">
                  <c:v>0.7353478260869508</c:v>
                </c:pt>
                <c:pt idx="15">
                  <c:v>0.7353478260869508</c:v>
                </c:pt>
                <c:pt idx="16">
                  <c:v>0.7353478260869508</c:v>
                </c:pt>
                <c:pt idx="17">
                  <c:v>0.7353478260869508</c:v>
                </c:pt>
                <c:pt idx="18">
                  <c:v>0.7353478260869508</c:v>
                </c:pt>
                <c:pt idx="19">
                  <c:v>0.7353478260869508</c:v>
                </c:pt>
                <c:pt idx="20">
                  <c:v>0.7353478260869508</c:v>
                </c:pt>
                <c:pt idx="21">
                  <c:v>0.7353478260869508</c:v>
                </c:pt>
                <c:pt idx="22">
                  <c:v>0.7353478260869508</c:v>
                </c:pt>
                <c:pt idx="23">
                  <c:v>0.7353478260869508</c:v>
                </c:pt>
                <c:pt idx="24">
                  <c:v>0.7353478260869508</c:v>
                </c:pt>
                <c:pt idx="25">
                  <c:v>0.7353478260869508</c:v>
                </c:pt>
                <c:pt idx="26">
                  <c:v>0.7353478260869508</c:v>
                </c:pt>
                <c:pt idx="27">
                  <c:v>0.7353478260869508</c:v>
                </c:pt>
                <c:pt idx="28">
                  <c:v>0.7353478260869508</c:v>
                </c:pt>
                <c:pt idx="29">
                  <c:v>0.7353478260869508</c:v>
                </c:pt>
                <c:pt idx="30">
                  <c:v>0.7353478260869508</c:v>
                </c:pt>
                <c:pt idx="31">
                  <c:v>0.7353478260869508</c:v>
                </c:pt>
                <c:pt idx="32">
                  <c:v>0.7353478260869508</c:v>
                </c:pt>
                <c:pt idx="33">
                  <c:v>0.7353478260869508</c:v>
                </c:pt>
                <c:pt idx="34">
                  <c:v>0.7353478260869508</c:v>
                </c:pt>
                <c:pt idx="35">
                  <c:v>0.7353478260869508</c:v>
                </c:pt>
                <c:pt idx="36">
                  <c:v>0.7353478260869508</c:v>
                </c:pt>
                <c:pt idx="37">
                  <c:v>0.7353478260869508</c:v>
                </c:pt>
                <c:pt idx="38">
                  <c:v>0.7353478260869508</c:v>
                </c:pt>
                <c:pt idx="39">
                  <c:v>0.7353478260869508</c:v>
                </c:pt>
                <c:pt idx="40">
                  <c:v>0.7353478260869508</c:v>
                </c:pt>
                <c:pt idx="41">
                  <c:v>0.7353478260869508</c:v>
                </c:pt>
                <c:pt idx="42">
                  <c:v>0.7353478260869508</c:v>
                </c:pt>
                <c:pt idx="43">
                  <c:v>0.7353478260869508</c:v>
                </c:pt>
                <c:pt idx="44">
                  <c:v>0.7353478260869508</c:v>
                </c:pt>
                <c:pt idx="45">
                  <c:v>0.7353478260869508</c:v>
                </c:pt>
                <c:pt idx="46">
                  <c:v>0.7353478260869508</c:v>
                </c:pt>
                <c:pt idx="47">
                  <c:v>0.7353478260869508</c:v>
                </c:pt>
                <c:pt idx="48">
                  <c:v>0.7353478260869508</c:v>
                </c:pt>
                <c:pt idx="49">
                  <c:v>0.7353478260869508</c:v>
                </c:pt>
                <c:pt idx="50">
                  <c:v>0.7353478260869508</c:v>
                </c:pt>
                <c:pt idx="51">
                  <c:v>0.7353478260869508</c:v>
                </c:pt>
                <c:pt idx="52">
                  <c:v>0.7353478260869508</c:v>
                </c:pt>
                <c:pt idx="53">
                  <c:v>0.7353478260869508</c:v>
                </c:pt>
                <c:pt idx="54">
                  <c:v>0.7353478260869508</c:v>
                </c:pt>
                <c:pt idx="55">
                  <c:v>0.7353478260869508</c:v>
                </c:pt>
                <c:pt idx="56">
                  <c:v>0.7353478260869508</c:v>
                </c:pt>
                <c:pt idx="57">
                  <c:v>0.7353478260869508</c:v>
                </c:pt>
                <c:pt idx="58">
                  <c:v>0.7353478260869508</c:v>
                </c:pt>
                <c:pt idx="59">
                  <c:v>0.7353478260869508</c:v>
                </c:pt>
                <c:pt idx="60">
                  <c:v>0.7353478260869508</c:v>
                </c:pt>
                <c:pt idx="61">
                  <c:v>0.7353478260869508</c:v>
                </c:pt>
                <c:pt idx="62">
                  <c:v>0.7353478260869508</c:v>
                </c:pt>
                <c:pt idx="63">
                  <c:v>0.7353478260869508</c:v>
                </c:pt>
                <c:pt idx="64">
                  <c:v>0.7353478260869508</c:v>
                </c:pt>
                <c:pt idx="65">
                  <c:v>0.7353478260869508</c:v>
                </c:pt>
                <c:pt idx="66">
                  <c:v>0.7353478260869508</c:v>
                </c:pt>
                <c:pt idx="67">
                  <c:v>0.7353478260869508</c:v>
                </c:pt>
                <c:pt idx="68">
                  <c:v>0.7353478260869508</c:v>
                </c:pt>
                <c:pt idx="69">
                  <c:v>0.7353478260869508</c:v>
                </c:pt>
                <c:pt idx="70">
                  <c:v>0.7353478260869508</c:v>
                </c:pt>
                <c:pt idx="71">
                  <c:v>0.7353478260869508</c:v>
                </c:pt>
                <c:pt idx="72">
                  <c:v>0.7353478260869508</c:v>
                </c:pt>
                <c:pt idx="73">
                  <c:v>0.7353478260869508</c:v>
                </c:pt>
                <c:pt idx="74">
                  <c:v>0.7353478260869508</c:v>
                </c:pt>
                <c:pt idx="75">
                  <c:v>0.7353478260869508</c:v>
                </c:pt>
                <c:pt idx="76">
                  <c:v>0.7353478260869508</c:v>
                </c:pt>
                <c:pt idx="77">
                  <c:v>0.7353478260869508</c:v>
                </c:pt>
                <c:pt idx="78">
                  <c:v>0.7353478260869508</c:v>
                </c:pt>
                <c:pt idx="79">
                  <c:v>0.7353478260869508</c:v>
                </c:pt>
                <c:pt idx="80">
                  <c:v>0.7353478260869508</c:v>
                </c:pt>
                <c:pt idx="81">
                  <c:v>0.7353478260869508</c:v>
                </c:pt>
                <c:pt idx="82">
                  <c:v>0.7353478260869508</c:v>
                </c:pt>
                <c:pt idx="83">
                  <c:v>0.7353478260869508</c:v>
                </c:pt>
                <c:pt idx="84">
                  <c:v>0.7353478260869508</c:v>
                </c:pt>
                <c:pt idx="85">
                  <c:v>0.7353478260869508</c:v>
                </c:pt>
                <c:pt idx="86">
                  <c:v>0.7353478260869508</c:v>
                </c:pt>
                <c:pt idx="87">
                  <c:v>0.7353478260869508</c:v>
                </c:pt>
                <c:pt idx="88">
                  <c:v>0.7353478260869508</c:v>
                </c:pt>
                <c:pt idx="89">
                  <c:v>0.7353478260869508</c:v>
                </c:pt>
                <c:pt idx="90">
                  <c:v>0.7353478260869508</c:v>
                </c:pt>
                <c:pt idx="91">
                  <c:v>0.7353478260869508</c:v>
                </c:pt>
                <c:pt idx="92">
                  <c:v>0.7353478260869508</c:v>
                </c:pt>
                <c:pt idx="93">
                  <c:v>0.7353478260869508</c:v>
                </c:pt>
                <c:pt idx="94">
                  <c:v>0.7353478260869508</c:v>
                </c:pt>
                <c:pt idx="95">
                  <c:v>0.7353478260869508</c:v>
                </c:pt>
                <c:pt idx="96">
                  <c:v>0.7353478260869508</c:v>
                </c:pt>
                <c:pt idx="97">
                  <c:v>0.7353478260869508</c:v>
                </c:pt>
                <c:pt idx="98">
                  <c:v>0.7353478260869508</c:v>
                </c:pt>
                <c:pt idx="99">
                  <c:v>0.7353478260869508</c:v>
                </c:pt>
                <c:pt idx="100">
                  <c:v>0.7353478260869508</c:v>
                </c:pt>
                <c:pt idx="101">
                  <c:v>0.7353478260869508</c:v>
                </c:pt>
                <c:pt idx="102">
                  <c:v>0.7353478260869508</c:v>
                </c:pt>
                <c:pt idx="103">
                  <c:v>0.7353478260869508</c:v>
                </c:pt>
                <c:pt idx="104">
                  <c:v>0.7353478260869508</c:v>
                </c:pt>
                <c:pt idx="105">
                  <c:v>0.7353478260869508</c:v>
                </c:pt>
                <c:pt idx="106">
                  <c:v>0.7353478260869508</c:v>
                </c:pt>
                <c:pt idx="107">
                  <c:v>0.7353478260869508</c:v>
                </c:pt>
                <c:pt idx="108">
                  <c:v>0.7353478260869508</c:v>
                </c:pt>
                <c:pt idx="109">
                  <c:v>0.7353478260869508</c:v>
                </c:pt>
                <c:pt idx="110">
                  <c:v>0.7353478260869508</c:v>
                </c:pt>
                <c:pt idx="111">
                  <c:v>0.7353478260869508</c:v>
                </c:pt>
                <c:pt idx="112">
                  <c:v>0.7353478260869508</c:v>
                </c:pt>
                <c:pt idx="113">
                  <c:v>0.7353478260869508</c:v>
                </c:pt>
                <c:pt idx="114">
                  <c:v>0.7353478260869508</c:v>
                </c:pt>
                <c:pt idx="115">
                  <c:v>0.7353478260869508</c:v>
                </c:pt>
                <c:pt idx="116">
                  <c:v>0.7353478260869508</c:v>
                </c:pt>
                <c:pt idx="117">
                  <c:v>0.7353478260869508</c:v>
                </c:pt>
                <c:pt idx="118">
                  <c:v>0.7353478260869508</c:v>
                </c:pt>
                <c:pt idx="119">
                  <c:v>0.7353478260869508</c:v>
                </c:pt>
                <c:pt idx="120">
                  <c:v>0.7353478260869508</c:v>
                </c:pt>
                <c:pt idx="121">
                  <c:v>0.7353478260869508</c:v>
                </c:pt>
                <c:pt idx="122">
                  <c:v>0.7353478260869508</c:v>
                </c:pt>
                <c:pt idx="123">
                  <c:v>0.7353478260869508</c:v>
                </c:pt>
                <c:pt idx="124">
                  <c:v>0.7353478260869508</c:v>
                </c:pt>
                <c:pt idx="125">
                  <c:v>0.7353478260869508</c:v>
                </c:pt>
                <c:pt idx="126">
                  <c:v>0.7353478260869508</c:v>
                </c:pt>
                <c:pt idx="127">
                  <c:v>0.7353478260869508</c:v>
                </c:pt>
                <c:pt idx="128">
                  <c:v>0.7353478260869508</c:v>
                </c:pt>
                <c:pt idx="129">
                  <c:v>0.7353478260869508</c:v>
                </c:pt>
                <c:pt idx="130">
                  <c:v>0.7353478260869508</c:v>
                </c:pt>
                <c:pt idx="131">
                  <c:v>0.7353478260869508</c:v>
                </c:pt>
                <c:pt idx="132">
                  <c:v>0.7353478260869508</c:v>
                </c:pt>
                <c:pt idx="133">
                  <c:v>0.7353478260869508</c:v>
                </c:pt>
                <c:pt idx="134">
                  <c:v>0.7353478260869508</c:v>
                </c:pt>
                <c:pt idx="135">
                  <c:v>0.7353478260869508</c:v>
                </c:pt>
                <c:pt idx="136">
                  <c:v>0.7353478260869508</c:v>
                </c:pt>
                <c:pt idx="137">
                  <c:v>0.7353478260869508</c:v>
                </c:pt>
                <c:pt idx="138">
                  <c:v>0.7353478260869508</c:v>
                </c:pt>
                <c:pt idx="139">
                  <c:v>0.7353478260869508</c:v>
                </c:pt>
                <c:pt idx="140">
                  <c:v>0.7353478260869508</c:v>
                </c:pt>
                <c:pt idx="141">
                  <c:v>0.7353478260869508</c:v>
                </c:pt>
                <c:pt idx="142">
                  <c:v>0.7353478260869508</c:v>
                </c:pt>
                <c:pt idx="143">
                  <c:v>0.7353478260869508</c:v>
                </c:pt>
                <c:pt idx="144">
                  <c:v>0.7353478260869508</c:v>
                </c:pt>
                <c:pt idx="145">
                  <c:v>0.7353478260869508</c:v>
                </c:pt>
                <c:pt idx="146">
                  <c:v>0.7353478260869508</c:v>
                </c:pt>
                <c:pt idx="147">
                  <c:v>0.7353478260869508</c:v>
                </c:pt>
                <c:pt idx="148">
                  <c:v>0.7353478260869508</c:v>
                </c:pt>
                <c:pt idx="149">
                  <c:v>0.7353478260869508</c:v>
                </c:pt>
                <c:pt idx="150">
                  <c:v>0.7353478260869508</c:v>
                </c:pt>
                <c:pt idx="151">
                  <c:v>0.7353478260869508</c:v>
                </c:pt>
                <c:pt idx="152">
                  <c:v>0.7353478260869508</c:v>
                </c:pt>
                <c:pt idx="153">
                  <c:v>0.7353478260869508</c:v>
                </c:pt>
                <c:pt idx="154">
                  <c:v>0.7353478260869508</c:v>
                </c:pt>
                <c:pt idx="155">
                  <c:v>0.7353478260869508</c:v>
                </c:pt>
                <c:pt idx="156">
                  <c:v>0.7353478260869508</c:v>
                </c:pt>
                <c:pt idx="157">
                  <c:v>0.7353478260869508</c:v>
                </c:pt>
                <c:pt idx="158">
                  <c:v>0.7353478260869508</c:v>
                </c:pt>
                <c:pt idx="159">
                  <c:v>0.7353478260869508</c:v>
                </c:pt>
                <c:pt idx="160">
                  <c:v>0.7353478260869508</c:v>
                </c:pt>
                <c:pt idx="161">
                  <c:v>0.7353478260869508</c:v>
                </c:pt>
                <c:pt idx="162">
                  <c:v>0.7353478260869508</c:v>
                </c:pt>
                <c:pt idx="163">
                  <c:v>0.7353478260869508</c:v>
                </c:pt>
              </c:numCache>
            </c:numRef>
          </c:xVal>
          <c:yVal>
            <c:numRef>
              <c:f>Sheet1!$B$666:$B$829</c:f>
              <c:numCache>
                <c:formatCode>General</c:formatCode>
                <c:ptCount val="164"/>
                <c:pt idx="0">
                  <c:v>6050.0</c:v>
                </c:pt>
                <c:pt idx="1">
                  <c:v>6050.1</c:v>
                </c:pt>
                <c:pt idx="2">
                  <c:v>6078.77</c:v>
                </c:pt>
                <c:pt idx="3">
                  <c:v>6078.77</c:v>
                </c:pt>
                <c:pt idx="4">
                  <c:v>6078.77</c:v>
                </c:pt>
                <c:pt idx="5">
                  <c:v>6078.77</c:v>
                </c:pt>
                <c:pt idx="6">
                  <c:v>6078.77</c:v>
                </c:pt>
                <c:pt idx="7">
                  <c:v>6078.77</c:v>
                </c:pt>
                <c:pt idx="8">
                  <c:v>6078.77</c:v>
                </c:pt>
                <c:pt idx="9">
                  <c:v>6078.77</c:v>
                </c:pt>
                <c:pt idx="10">
                  <c:v>6078.77</c:v>
                </c:pt>
                <c:pt idx="11">
                  <c:v>6078.77</c:v>
                </c:pt>
                <c:pt idx="12">
                  <c:v>6078.77</c:v>
                </c:pt>
                <c:pt idx="13">
                  <c:v>6078.77</c:v>
                </c:pt>
                <c:pt idx="14">
                  <c:v>6078.77</c:v>
                </c:pt>
                <c:pt idx="15">
                  <c:v>6078.77</c:v>
                </c:pt>
                <c:pt idx="16">
                  <c:v>6078.77</c:v>
                </c:pt>
                <c:pt idx="17">
                  <c:v>6078.77</c:v>
                </c:pt>
                <c:pt idx="18">
                  <c:v>6078.77</c:v>
                </c:pt>
                <c:pt idx="19">
                  <c:v>6078.77</c:v>
                </c:pt>
                <c:pt idx="20">
                  <c:v>6078.77</c:v>
                </c:pt>
                <c:pt idx="21">
                  <c:v>6078.77</c:v>
                </c:pt>
                <c:pt idx="22">
                  <c:v>6078.77</c:v>
                </c:pt>
                <c:pt idx="23">
                  <c:v>6078.77</c:v>
                </c:pt>
                <c:pt idx="24">
                  <c:v>6078.77</c:v>
                </c:pt>
                <c:pt idx="25">
                  <c:v>6078.77</c:v>
                </c:pt>
                <c:pt idx="26">
                  <c:v>6078.77</c:v>
                </c:pt>
                <c:pt idx="27">
                  <c:v>6078.77</c:v>
                </c:pt>
                <c:pt idx="28">
                  <c:v>6078.77</c:v>
                </c:pt>
                <c:pt idx="29">
                  <c:v>6078.77</c:v>
                </c:pt>
                <c:pt idx="30">
                  <c:v>6078.77</c:v>
                </c:pt>
                <c:pt idx="31">
                  <c:v>6078.77</c:v>
                </c:pt>
                <c:pt idx="32">
                  <c:v>6078.77</c:v>
                </c:pt>
                <c:pt idx="33">
                  <c:v>6078.77</c:v>
                </c:pt>
                <c:pt idx="34">
                  <c:v>6078.77</c:v>
                </c:pt>
                <c:pt idx="35">
                  <c:v>6078.77</c:v>
                </c:pt>
                <c:pt idx="36">
                  <c:v>6078.77</c:v>
                </c:pt>
                <c:pt idx="37">
                  <c:v>6078.77</c:v>
                </c:pt>
                <c:pt idx="38">
                  <c:v>6078.77</c:v>
                </c:pt>
                <c:pt idx="39">
                  <c:v>6078.77</c:v>
                </c:pt>
                <c:pt idx="40">
                  <c:v>6078.77</c:v>
                </c:pt>
                <c:pt idx="41">
                  <c:v>6078.77</c:v>
                </c:pt>
                <c:pt idx="42">
                  <c:v>6078.77</c:v>
                </c:pt>
                <c:pt idx="43">
                  <c:v>6078.77</c:v>
                </c:pt>
                <c:pt idx="44">
                  <c:v>6078.77</c:v>
                </c:pt>
                <c:pt idx="45">
                  <c:v>6078.77</c:v>
                </c:pt>
                <c:pt idx="46">
                  <c:v>6078.77</c:v>
                </c:pt>
                <c:pt idx="47">
                  <c:v>6078.77</c:v>
                </c:pt>
                <c:pt idx="48">
                  <c:v>6078.77</c:v>
                </c:pt>
                <c:pt idx="49">
                  <c:v>6078.77</c:v>
                </c:pt>
                <c:pt idx="50">
                  <c:v>6078.77</c:v>
                </c:pt>
                <c:pt idx="51">
                  <c:v>6078.77</c:v>
                </c:pt>
                <c:pt idx="52">
                  <c:v>6078.77</c:v>
                </c:pt>
                <c:pt idx="53">
                  <c:v>6078.77</c:v>
                </c:pt>
                <c:pt idx="54">
                  <c:v>6078.77</c:v>
                </c:pt>
                <c:pt idx="55">
                  <c:v>6078.77</c:v>
                </c:pt>
                <c:pt idx="56">
                  <c:v>6078.77</c:v>
                </c:pt>
                <c:pt idx="57">
                  <c:v>6078.77</c:v>
                </c:pt>
                <c:pt idx="58">
                  <c:v>6078.77</c:v>
                </c:pt>
                <c:pt idx="59">
                  <c:v>6078.77</c:v>
                </c:pt>
                <c:pt idx="60">
                  <c:v>6078.77</c:v>
                </c:pt>
                <c:pt idx="61">
                  <c:v>6078.77</c:v>
                </c:pt>
                <c:pt idx="62">
                  <c:v>6078.77</c:v>
                </c:pt>
                <c:pt idx="63">
                  <c:v>6078.77</c:v>
                </c:pt>
                <c:pt idx="64">
                  <c:v>6078.77</c:v>
                </c:pt>
                <c:pt idx="65">
                  <c:v>6078.77</c:v>
                </c:pt>
                <c:pt idx="66">
                  <c:v>6078.77</c:v>
                </c:pt>
                <c:pt idx="67">
                  <c:v>6078.77</c:v>
                </c:pt>
                <c:pt idx="68">
                  <c:v>6078.77</c:v>
                </c:pt>
                <c:pt idx="69">
                  <c:v>6078.77</c:v>
                </c:pt>
                <c:pt idx="70">
                  <c:v>6078.77</c:v>
                </c:pt>
                <c:pt idx="71">
                  <c:v>6078.77</c:v>
                </c:pt>
                <c:pt idx="72">
                  <c:v>6078.77</c:v>
                </c:pt>
                <c:pt idx="73">
                  <c:v>6078.77</c:v>
                </c:pt>
                <c:pt idx="74">
                  <c:v>6078.77</c:v>
                </c:pt>
                <c:pt idx="75">
                  <c:v>6078.77</c:v>
                </c:pt>
                <c:pt idx="76">
                  <c:v>6078.77</c:v>
                </c:pt>
                <c:pt idx="77">
                  <c:v>6078.77</c:v>
                </c:pt>
                <c:pt idx="78">
                  <c:v>6078.77</c:v>
                </c:pt>
                <c:pt idx="79">
                  <c:v>6078.77</c:v>
                </c:pt>
                <c:pt idx="80">
                  <c:v>6078.77</c:v>
                </c:pt>
                <c:pt idx="81">
                  <c:v>6078.77</c:v>
                </c:pt>
                <c:pt idx="82">
                  <c:v>6078.77</c:v>
                </c:pt>
                <c:pt idx="83">
                  <c:v>6078.77</c:v>
                </c:pt>
                <c:pt idx="84">
                  <c:v>6078.77</c:v>
                </c:pt>
                <c:pt idx="85">
                  <c:v>6078.77</c:v>
                </c:pt>
                <c:pt idx="86">
                  <c:v>6078.77</c:v>
                </c:pt>
                <c:pt idx="87">
                  <c:v>6078.77</c:v>
                </c:pt>
                <c:pt idx="88">
                  <c:v>6078.77</c:v>
                </c:pt>
                <c:pt idx="89">
                  <c:v>6078.77</c:v>
                </c:pt>
                <c:pt idx="90">
                  <c:v>6078.77</c:v>
                </c:pt>
                <c:pt idx="91">
                  <c:v>6078.77</c:v>
                </c:pt>
                <c:pt idx="92">
                  <c:v>6078.77</c:v>
                </c:pt>
                <c:pt idx="93">
                  <c:v>6078.77</c:v>
                </c:pt>
                <c:pt idx="94">
                  <c:v>6078.77</c:v>
                </c:pt>
                <c:pt idx="95">
                  <c:v>6078.77</c:v>
                </c:pt>
                <c:pt idx="96">
                  <c:v>6078.77</c:v>
                </c:pt>
                <c:pt idx="97">
                  <c:v>6078.77</c:v>
                </c:pt>
                <c:pt idx="98">
                  <c:v>6078.77</c:v>
                </c:pt>
                <c:pt idx="99">
                  <c:v>6078.77</c:v>
                </c:pt>
                <c:pt idx="100">
                  <c:v>6078.77</c:v>
                </c:pt>
                <c:pt idx="101">
                  <c:v>6078.77</c:v>
                </c:pt>
                <c:pt idx="102">
                  <c:v>6078.77</c:v>
                </c:pt>
                <c:pt idx="103">
                  <c:v>6078.77</c:v>
                </c:pt>
                <c:pt idx="104">
                  <c:v>6078.77</c:v>
                </c:pt>
                <c:pt idx="105">
                  <c:v>6078.77</c:v>
                </c:pt>
                <c:pt idx="106">
                  <c:v>6078.77</c:v>
                </c:pt>
                <c:pt idx="107">
                  <c:v>6078.77</c:v>
                </c:pt>
                <c:pt idx="108">
                  <c:v>6078.77</c:v>
                </c:pt>
                <c:pt idx="109">
                  <c:v>6078.77</c:v>
                </c:pt>
                <c:pt idx="110">
                  <c:v>6078.77</c:v>
                </c:pt>
                <c:pt idx="111">
                  <c:v>6078.77</c:v>
                </c:pt>
                <c:pt idx="112">
                  <c:v>6078.77</c:v>
                </c:pt>
                <c:pt idx="113">
                  <c:v>6078.77</c:v>
                </c:pt>
                <c:pt idx="114">
                  <c:v>6078.77</c:v>
                </c:pt>
                <c:pt idx="115">
                  <c:v>6078.77</c:v>
                </c:pt>
                <c:pt idx="116">
                  <c:v>6078.77</c:v>
                </c:pt>
                <c:pt idx="117">
                  <c:v>6078.77</c:v>
                </c:pt>
                <c:pt idx="118">
                  <c:v>6078.77</c:v>
                </c:pt>
                <c:pt idx="119">
                  <c:v>6078.77</c:v>
                </c:pt>
                <c:pt idx="120">
                  <c:v>6078.77</c:v>
                </c:pt>
                <c:pt idx="121">
                  <c:v>6078.77</c:v>
                </c:pt>
                <c:pt idx="122">
                  <c:v>6078.77</c:v>
                </c:pt>
                <c:pt idx="123">
                  <c:v>6078.77</c:v>
                </c:pt>
                <c:pt idx="124">
                  <c:v>6078.77</c:v>
                </c:pt>
                <c:pt idx="125">
                  <c:v>6078.77</c:v>
                </c:pt>
                <c:pt idx="126">
                  <c:v>6078.77</c:v>
                </c:pt>
                <c:pt idx="127">
                  <c:v>6078.77</c:v>
                </c:pt>
                <c:pt idx="128">
                  <c:v>6078.77</c:v>
                </c:pt>
                <c:pt idx="129">
                  <c:v>6078.77</c:v>
                </c:pt>
                <c:pt idx="130">
                  <c:v>6078.77</c:v>
                </c:pt>
                <c:pt idx="131">
                  <c:v>6078.77</c:v>
                </c:pt>
                <c:pt idx="132">
                  <c:v>6078.77</c:v>
                </c:pt>
                <c:pt idx="133">
                  <c:v>6078.77</c:v>
                </c:pt>
                <c:pt idx="134">
                  <c:v>6078.77</c:v>
                </c:pt>
                <c:pt idx="135">
                  <c:v>6078.77</c:v>
                </c:pt>
                <c:pt idx="136">
                  <c:v>6078.77</c:v>
                </c:pt>
                <c:pt idx="137">
                  <c:v>6078.77</c:v>
                </c:pt>
                <c:pt idx="138">
                  <c:v>6078.77</c:v>
                </c:pt>
                <c:pt idx="139">
                  <c:v>6078.77</c:v>
                </c:pt>
                <c:pt idx="140">
                  <c:v>6078.77</c:v>
                </c:pt>
                <c:pt idx="141">
                  <c:v>6078.77</c:v>
                </c:pt>
                <c:pt idx="142">
                  <c:v>6078.77</c:v>
                </c:pt>
                <c:pt idx="143">
                  <c:v>6078.77</c:v>
                </c:pt>
                <c:pt idx="144">
                  <c:v>6078.77</c:v>
                </c:pt>
                <c:pt idx="145">
                  <c:v>6078.77</c:v>
                </c:pt>
                <c:pt idx="146">
                  <c:v>6078.77</c:v>
                </c:pt>
                <c:pt idx="147">
                  <c:v>6078.77</c:v>
                </c:pt>
                <c:pt idx="148">
                  <c:v>6078.77</c:v>
                </c:pt>
                <c:pt idx="149">
                  <c:v>6078.77</c:v>
                </c:pt>
                <c:pt idx="150">
                  <c:v>6078.77</c:v>
                </c:pt>
                <c:pt idx="151">
                  <c:v>6078.77</c:v>
                </c:pt>
                <c:pt idx="152">
                  <c:v>6078.77</c:v>
                </c:pt>
                <c:pt idx="153">
                  <c:v>6078.77</c:v>
                </c:pt>
                <c:pt idx="154">
                  <c:v>6078.77</c:v>
                </c:pt>
                <c:pt idx="155">
                  <c:v>6078.77</c:v>
                </c:pt>
                <c:pt idx="156">
                  <c:v>6078.77</c:v>
                </c:pt>
                <c:pt idx="157">
                  <c:v>6078.77</c:v>
                </c:pt>
                <c:pt idx="158">
                  <c:v>6078.77</c:v>
                </c:pt>
                <c:pt idx="159">
                  <c:v>6078.77</c:v>
                </c:pt>
                <c:pt idx="160">
                  <c:v>6078.77</c:v>
                </c:pt>
                <c:pt idx="161">
                  <c:v>6078.77</c:v>
                </c:pt>
                <c:pt idx="162">
                  <c:v>6078.77</c:v>
                </c:pt>
                <c:pt idx="163">
                  <c:v>6078.77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Sheet1!$B$831</c:f>
              <c:strCache>
                <c:ptCount val="1"/>
                <c:pt idx="0">
                  <c:v>COP/COI</c:v>
                </c:pt>
              </c:strCache>
            </c:strRef>
          </c:tx>
          <c:spPr>
            <a:ln w="25400">
              <a:solidFill>
                <a:srgbClr val="B23A48"/>
              </a:solidFill>
            </a:ln>
          </c:spPr>
          <c:marker>
            <c:symbol val="none"/>
          </c:marker>
          <c:xVal>
            <c:numRef>
              <c:f>Sheet1!$A$832:$A$995</c:f>
              <c:numCache>
                <c:formatCode>General</c:formatCode>
                <c:ptCount val="164"/>
                <c:pt idx="0">
                  <c:v>0.9499999999999886</c:v>
                </c:pt>
                <c:pt idx="1">
                  <c:v>6.357924686192462</c:v>
                </c:pt>
                <c:pt idx="2">
                  <c:v>6.895648535564845</c:v>
                </c:pt>
                <c:pt idx="3">
                  <c:v>7.30123012552302</c:v>
                </c:pt>
                <c:pt idx="4">
                  <c:v>7.537548117154813</c:v>
                </c:pt>
                <c:pt idx="5">
                  <c:v>7.803062761506268</c:v>
                </c:pt>
                <c:pt idx="6">
                  <c:v>8.116502092050212</c:v>
                </c:pt>
                <c:pt idx="7">
                  <c:v>8.74786610878661</c:v>
                </c:pt>
                <c:pt idx="8">
                  <c:v>10.786912133891207</c:v>
                </c:pt>
                <c:pt idx="9">
                  <c:v>11.703934088568474</c:v>
                </c:pt>
                <c:pt idx="10">
                  <c:v>13.001907949790791</c:v>
                </c:pt>
                <c:pt idx="11">
                  <c:v>14.557379310344828</c:v>
                </c:pt>
                <c:pt idx="12">
                  <c:v>14.582896551724119</c:v>
                </c:pt>
                <c:pt idx="13">
                  <c:v>14.59841379310339</c:v>
                </c:pt>
                <c:pt idx="14">
                  <c:v>14.794788918205796</c:v>
                </c:pt>
                <c:pt idx="15">
                  <c:v>16.02687335092348</c:v>
                </c:pt>
                <c:pt idx="16">
                  <c:v>16.480804011838202</c:v>
                </c:pt>
                <c:pt idx="17">
                  <c:v>16.802258575197882</c:v>
                </c:pt>
                <c:pt idx="18">
                  <c:v>16.90999164229001</c:v>
                </c:pt>
                <c:pt idx="19">
                  <c:v>16.91145424153781</c:v>
                </c:pt>
                <c:pt idx="20">
                  <c:v>16.912916840785627</c:v>
                </c:pt>
                <c:pt idx="21">
                  <c:v>17.649109903886327</c:v>
                </c:pt>
                <c:pt idx="22">
                  <c:v>17.979586574794396</c:v>
                </c:pt>
                <c:pt idx="23">
                  <c:v>19.986110246721495</c:v>
                </c:pt>
                <c:pt idx="24">
                  <c:v>21.420322293843086</c:v>
                </c:pt>
                <c:pt idx="25">
                  <c:v>21.420295781893003</c:v>
                </c:pt>
                <c:pt idx="26">
                  <c:v>21.392644032921808</c:v>
                </c:pt>
                <c:pt idx="27">
                  <c:v>21.364933127572016</c:v>
                </c:pt>
                <c:pt idx="28">
                  <c:v>21.366105967078198</c:v>
                </c:pt>
                <c:pt idx="29">
                  <c:v>21.366211008069385</c:v>
                </c:pt>
                <c:pt idx="30">
                  <c:v>21.489533903408415</c:v>
                </c:pt>
                <c:pt idx="31">
                  <c:v>21.480785662563363</c:v>
                </c:pt>
                <c:pt idx="32">
                  <c:v>21.41410757946211</c:v>
                </c:pt>
                <c:pt idx="33">
                  <c:v>21.41410757946211</c:v>
                </c:pt>
                <c:pt idx="34">
                  <c:v>21.41410757946211</c:v>
                </c:pt>
                <c:pt idx="35">
                  <c:v>21.41410757946211</c:v>
                </c:pt>
                <c:pt idx="36">
                  <c:v>21.41410757946211</c:v>
                </c:pt>
                <c:pt idx="37">
                  <c:v>21.41410757946211</c:v>
                </c:pt>
                <c:pt idx="38">
                  <c:v>21.41410757946211</c:v>
                </c:pt>
                <c:pt idx="39">
                  <c:v>21.41410757946211</c:v>
                </c:pt>
                <c:pt idx="40">
                  <c:v>21.41410757946211</c:v>
                </c:pt>
                <c:pt idx="41">
                  <c:v>21.41410757946211</c:v>
                </c:pt>
                <c:pt idx="42">
                  <c:v>21.41410757946211</c:v>
                </c:pt>
                <c:pt idx="43">
                  <c:v>21.41410757946211</c:v>
                </c:pt>
                <c:pt idx="44">
                  <c:v>21.41410757946211</c:v>
                </c:pt>
                <c:pt idx="45">
                  <c:v>21.41410757946211</c:v>
                </c:pt>
                <c:pt idx="46">
                  <c:v>21.41410757946211</c:v>
                </c:pt>
                <c:pt idx="47">
                  <c:v>21.41410757946211</c:v>
                </c:pt>
                <c:pt idx="48">
                  <c:v>21.41410757946211</c:v>
                </c:pt>
                <c:pt idx="49">
                  <c:v>21.41410757946211</c:v>
                </c:pt>
                <c:pt idx="50">
                  <c:v>21.41410757946211</c:v>
                </c:pt>
                <c:pt idx="51">
                  <c:v>21.41410757946211</c:v>
                </c:pt>
                <c:pt idx="52">
                  <c:v>21.41410757946211</c:v>
                </c:pt>
                <c:pt idx="53">
                  <c:v>21.41410757946211</c:v>
                </c:pt>
                <c:pt idx="54">
                  <c:v>21.41410757946211</c:v>
                </c:pt>
                <c:pt idx="55">
                  <c:v>21.41410757946211</c:v>
                </c:pt>
                <c:pt idx="56">
                  <c:v>21.41410757946211</c:v>
                </c:pt>
                <c:pt idx="57">
                  <c:v>21.41410757946211</c:v>
                </c:pt>
                <c:pt idx="58">
                  <c:v>21.41410757946211</c:v>
                </c:pt>
                <c:pt idx="59">
                  <c:v>21.41410757946211</c:v>
                </c:pt>
                <c:pt idx="60">
                  <c:v>21.41410757946211</c:v>
                </c:pt>
                <c:pt idx="61">
                  <c:v>21.41410757946211</c:v>
                </c:pt>
                <c:pt idx="62">
                  <c:v>21.41410757946211</c:v>
                </c:pt>
                <c:pt idx="63">
                  <c:v>21.41410757946211</c:v>
                </c:pt>
                <c:pt idx="64">
                  <c:v>21.41410757946211</c:v>
                </c:pt>
                <c:pt idx="65">
                  <c:v>21.41410757946211</c:v>
                </c:pt>
                <c:pt idx="66">
                  <c:v>21.41410757946211</c:v>
                </c:pt>
                <c:pt idx="67">
                  <c:v>21.41410757946211</c:v>
                </c:pt>
                <c:pt idx="68">
                  <c:v>21.41410757946211</c:v>
                </c:pt>
                <c:pt idx="69">
                  <c:v>21.41410757946211</c:v>
                </c:pt>
                <c:pt idx="70">
                  <c:v>21.41410757946211</c:v>
                </c:pt>
                <c:pt idx="71">
                  <c:v>21.41410757946211</c:v>
                </c:pt>
                <c:pt idx="72">
                  <c:v>21.41410757946211</c:v>
                </c:pt>
                <c:pt idx="73">
                  <c:v>21.41410757946211</c:v>
                </c:pt>
                <c:pt idx="74">
                  <c:v>21.41410757946211</c:v>
                </c:pt>
                <c:pt idx="75">
                  <c:v>21.41410757946211</c:v>
                </c:pt>
                <c:pt idx="76">
                  <c:v>21.41410757946211</c:v>
                </c:pt>
                <c:pt idx="77">
                  <c:v>21.41410757946211</c:v>
                </c:pt>
                <c:pt idx="78">
                  <c:v>21.41410757946211</c:v>
                </c:pt>
                <c:pt idx="79">
                  <c:v>21.41410757946211</c:v>
                </c:pt>
                <c:pt idx="80">
                  <c:v>21.41410757946211</c:v>
                </c:pt>
                <c:pt idx="81">
                  <c:v>21.41410757946211</c:v>
                </c:pt>
                <c:pt idx="82">
                  <c:v>21.41410757946211</c:v>
                </c:pt>
                <c:pt idx="83">
                  <c:v>21.41410757946211</c:v>
                </c:pt>
                <c:pt idx="84">
                  <c:v>21.41410757946211</c:v>
                </c:pt>
                <c:pt idx="85">
                  <c:v>21.41410757946211</c:v>
                </c:pt>
                <c:pt idx="86">
                  <c:v>21.41410757946211</c:v>
                </c:pt>
                <c:pt idx="87">
                  <c:v>21.41410757946211</c:v>
                </c:pt>
                <c:pt idx="88">
                  <c:v>21.41410757946211</c:v>
                </c:pt>
                <c:pt idx="89">
                  <c:v>21.41410757946211</c:v>
                </c:pt>
                <c:pt idx="90">
                  <c:v>21.41410757946211</c:v>
                </c:pt>
                <c:pt idx="91">
                  <c:v>21.41410757946211</c:v>
                </c:pt>
                <c:pt idx="92">
                  <c:v>21.41410757946211</c:v>
                </c:pt>
                <c:pt idx="93">
                  <c:v>21.41410757946211</c:v>
                </c:pt>
                <c:pt idx="94">
                  <c:v>21.41410757946211</c:v>
                </c:pt>
                <c:pt idx="95">
                  <c:v>21.41410757946211</c:v>
                </c:pt>
                <c:pt idx="96">
                  <c:v>21.41410757946211</c:v>
                </c:pt>
                <c:pt idx="97">
                  <c:v>21.41410757946211</c:v>
                </c:pt>
                <c:pt idx="98">
                  <c:v>21.41410757946211</c:v>
                </c:pt>
                <c:pt idx="99">
                  <c:v>21.41410757946211</c:v>
                </c:pt>
                <c:pt idx="100">
                  <c:v>21.41410757946211</c:v>
                </c:pt>
                <c:pt idx="101">
                  <c:v>21.41410757946211</c:v>
                </c:pt>
                <c:pt idx="102">
                  <c:v>21.41410757946211</c:v>
                </c:pt>
                <c:pt idx="103">
                  <c:v>21.41410757946211</c:v>
                </c:pt>
                <c:pt idx="104">
                  <c:v>21.41410757946211</c:v>
                </c:pt>
                <c:pt idx="105">
                  <c:v>21.41410757946211</c:v>
                </c:pt>
                <c:pt idx="106">
                  <c:v>21.41410757946211</c:v>
                </c:pt>
                <c:pt idx="107">
                  <c:v>21.41410757946211</c:v>
                </c:pt>
                <c:pt idx="108">
                  <c:v>21.41410757946211</c:v>
                </c:pt>
                <c:pt idx="109">
                  <c:v>21.41410757946211</c:v>
                </c:pt>
                <c:pt idx="110">
                  <c:v>21.41410757946211</c:v>
                </c:pt>
                <c:pt idx="111">
                  <c:v>21.41410757946211</c:v>
                </c:pt>
                <c:pt idx="112">
                  <c:v>21.41410757946211</c:v>
                </c:pt>
                <c:pt idx="113">
                  <c:v>21.41410757946211</c:v>
                </c:pt>
                <c:pt idx="114">
                  <c:v>21.41410757946211</c:v>
                </c:pt>
                <c:pt idx="115">
                  <c:v>21.41410757946211</c:v>
                </c:pt>
                <c:pt idx="116">
                  <c:v>21.41410757946211</c:v>
                </c:pt>
                <c:pt idx="117">
                  <c:v>21.41410757946211</c:v>
                </c:pt>
                <c:pt idx="118">
                  <c:v>21.41410757946211</c:v>
                </c:pt>
                <c:pt idx="119">
                  <c:v>21.41410757946211</c:v>
                </c:pt>
                <c:pt idx="120">
                  <c:v>21.41410757946211</c:v>
                </c:pt>
                <c:pt idx="121">
                  <c:v>21.41410757946211</c:v>
                </c:pt>
                <c:pt idx="122">
                  <c:v>21.41410757946211</c:v>
                </c:pt>
                <c:pt idx="123">
                  <c:v>21.41410757946211</c:v>
                </c:pt>
                <c:pt idx="124">
                  <c:v>21.41410757946211</c:v>
                </c:pt>
                <c:pt idx="125">
                  <c:v>21.41410757946211</c:v>
                </c:pt>
                <c:pt idx="126">
                  <c:v>21.41410757946211</c:v>
                </c:pt>
                <c:pt idx="127">
                  <c:v>21.41410757946211</c:v>
                </c:pt>
                <c:pt idx="128">
                  <c:v>21.41410757946211</c:v>
                </c:pt>
                <c:pt idx="129">
                  <c:v>21.41410757946211</c:v>
                </c:pt>
                <c:pt idx="130">
                  <c:v>21.41410757946211</c:v>
                </c:pt>
                <c:pt idx="131">
                  <c:v>21.41410757946211</c:v>
                </c:pt>
                <c:pt idx="132">
                  <c:v>21.41410757946211</c:v>
                </c:pt>
                <c:pt idx="133">
                  <c:v>21.41410757946211</c:v>
                </c:pt>
                <c:pt idx="134">
                  <c:v>21.41410757946211</c:v>
                </c:pt>
                <c:pt idx="135">
                  <c:v>21.41410757946211</c:v>
                </c:pt>
                <c:pt idx="136">
                  <c:v>21.41410757946211</c:v>
                </c:pt>
                <c:pt idx="137">
                  <c:v>21.41410757946211</c:v>
                </c:pt>
                <c:pt idx="138">
                  <c:v>21.41410757946211</c:v>
                </c:pt>
                <c:pt idx="139">
                  <c:v>21.41410757946211</c:v>
                </c:pt>
                <c:pt idx="140">
                  <c:v>21.41410757946211</c:v>
                </c:pt>
                <c:pt idx="141">
                  <c:v>21.41410757946211</c:v>
                </c:pt>
                <c:pt idx="142">
                  <c:v>21.41410757946211</c:v>
                </c:pt>
                <c:pt idx="143">
                  <c:v>21.41410757946211</c:v>
                </c:pt>
                <c:pt idx="144">
                  <c:v>21.41410757946211</c:v>
                </c:pt>
                <c:pt idx="145">
                  <c:v>21.41410757946211</c:v>
                </c:pt>
                <c:pt idx="146">
                  <c:v>21.41410757946211</c:v>
                </c:pt>
                <c:pt idx="147">
                  <c:v>21.41410757946211</c:v>
                </c:pt>
                <c:pt idx="148">
                  <c:v>21.41410757946211</c:v>
                </c:pt>
                <c:pt idx="149">
                  <c:v>21.41410757946211</c:v>
                </c:pt>
                <c:pt idx="150">
                  <c:v>21.41410757946211</c:v>
                </c:pt>
                <c:pt idx="151">
                  <c:v>21.41410757946211</c:v>
                </c:pt>
                <c:pt idx="152">
                  <c:v>21.41410757946211</c:v>
                </c:pt>
                <c:pt idx="153">
                  <c:v>21.41410757946211</c:v>
                </c:pt>
                <c:pt idx="154">
                  <c:v>21.41410757946211</c:v>
                </c:pt>
                <c:pt idx="155">
                  <c:v>21.41410757946211</c:v>
                </c:pt>
                <c:pt idx="156">
                  <c:v>21.41410757946211</c:v>
                </c:pt>
                <c:pt idx="157">
                  <c:v>21.41410757946211</c:v>
                </c:pt>
                <c:pt idx="158">
                  <c:v>21.41410757946211</c:v>
                </c:pt>
                <c:pt idx="159">
                  <c:v>21.41410757946211</c:v>
                </c:pt>
                <c:pt idx="160">
                  <c:v>21.41410757946211</c:v>
                </c:pt>
                <c:pt idx="161">
                  <c:v>21.41410757946211</c:v>
                </c:pt>
                <c:pt idx="162">
                  <c:v>21.41410757946211</c:v>
                </c:pt>
                <c:pt idx="163">
                  <c:v>21.41410757946211</c:v>
                </c:pt>
              </c:numCache>
            </c:numRef>
          </c:xVal>
          <c:yVal>
            <c:numRef>
              <c:f>Sheet1!$B$832:$B$995</c:f>
              <c:numCache>
                <c:formatCode>General</c:formatCode>
                <c:ptCount val="164"/>
                <c:pt idx="0">
                  <c:v>1785.0</c:v>
                </c:pt>
                <c:pt idx="1">
                  <c:v>1785.31</c:v>
                </c:pt>
                <c:pt idx="2">
                  <c:v>1785.65</c:v>
                </c:pt>
                <c:pt idx="3">
                  <c:v>1786.31</c:v>
                </c:pt>
                <c:pt idx="4">
                  <c:v>1786.86</c:v>
                </c:pt>
                <c:pt idx="5">
                  <c:v>1787.53</c:v>
                </c:pt>
                <c:pt idx="6">
                  <c:v>1788.51</c:v>
                </c:pt>
                <c:pt idx="7">
                  <c:v>1789.8</c:v>
                </c:pt>
                <c:pt idx="8">
                  <c:v>1792.93</c:v>
                </c:pt>
                <c:pt idx="9">
                  <c:v>1796.95</c:v>
                </c:pt>
                <c:pt idx="10">
                  <c:v>1802.64</c:v>
                </c:pt>
                <c:pt idx="11">
                  <c:v>1808.9</c:v>
                </c:pt>
                <c:pt idx="12">
                  <c:v>1809.0</c:v>
                </c:pt>
                <c:pt idx="13">
                  <c:v>1809.1</c:v>
                </c:pt>
                <c:pt idx="14">
                  <c:v>1809.89</c:v>
                </c:pt>
                <c:pt idx="15">
                  <c:v>1811.09</c:v>
                </c:pt>
                <c:pt idx="16">
                  <c:v>1847.0</c:v>
                </c:pt>
                <c:pt idx="17">
                  <c:v>1871.91</c:v>
                </c:pt>
                <c:pt idx="18">
                  <c:v>1884.9</c:v>
                </c:pt>
                <c:pt idx="19">
                  <c:v>1885.0</c:v>
                </c:pt>
                <c:pt idx="20">
                  <c:v>1885.1</c:v>
                </c:pt>
                <c:pt idx="21">
                  <c:v>1975.09</c:v>
                </c:pt>
                <c:pt idx="22">
                  <c:v>2015.49</c:v>
                </c:pt>
                <c:pt idx="23">
                  <c:v>2039.3</c:v>
                </c:pt>
                <c:pt idx="24">
                  <c:v>2065.02</c:v>
                </c:pt>
                <c:pt idx="25">
                  <c:v>2065.07</c:v>
                </c:pt>
                <c:pt idx="26">
                  <c:v>2155.06</c:v>
                </c:pt>
                <c:pt idx="27">
                  <c:v>2245.04</c:v>
                </c:pt>
                <c:pt idx="28">
                  <c:v>2252.0</c:v>
                </c:pt>
                <c:pt idx="29">
                  <c:v>2259.42</c:v>
                </c:pt>
                <c:pt idx="30">
                  <c:v>2331.72</c:v>
                </c:pt>
                <c:pt idx="31">
                  <c:v>2335.03</c:v>
                </c:pt>
                <c:pt idx="32">
                  <c:v>2359.34</c:v>
                </c:pt>
                <c:pt idx="33">
                  <c:v>2359.34</c:v>
                </c:pt>
                <c:pt idx="34">
                  <c:v>2359.34</c:v>
                </c:pt>
                <c:pt idx="35">
                  <c:v>2359.34</c:v>
                </c:pt>
                <c:pt idx="36">
                  <c:v>2359.34</c:v>
                </c:pt>
                <c:pt idx="37">
                  <c:v>2359.34</c:v>
                </c:pt>
                <c:pt idx="38">
                  <c:v>2359.34</c:v>
                </c:pt>
                <c:pt idx="39">
                  <c:v>2359.34</c:v>
                </c:pt>
                <c:pt idx="40">
                  <c:v>2359.34</c:v>
                </c:pt>
                <c:pt idx="41">
                  <c:v>2359.34</c:v>
                </c:pt>
                <c:pt idx="42">
                  <c:v>2359.34</c:v>
                </c:pt>
                <c:pt idx="43">
                  <c:v>2359.34</c:v>
                </c:pt>
                <c:pt idx="44">
                  <c:v>2359.34</c:v>
                </c:pt>
                <c:pt idx="45">
                  <c:v>2359.34</c:v>
                </c:pt>
                <c:pt idx="46">
                  <c:v>2359.34</c:v>
                </c:pt>
                <c:pt idx="47">
                  <c:v>2359.34</c:v>
                </c:pt>
                <c:pt idx="48">
                  <c:v>2359.34</c:v>
                </c:pt>
                <c:pt idx="49">
                  <c:v>2359.34</c:v>
                </c:pt>
                <c:pt idx="50">
                  <c:v>2359.34</c:v>
                </c:pt>
                <c:pt idx="51">
                  <c:v>2359.34</c:v>
                </c:pt>
                <c:pt idx="52">
                  <c:v>2359.34</c:v>
                </c:pt>
                <c:pt idx="53">
                  <c:v>2359.34</c:v>
                </c:pt>
                <c:pt idx="54">
                  <c:v>2359.34</c:v>
                </c:pt>
                <c:pt idx="55">
                  <c:v>2359.34</c:v>
                </c:pt>
                <c:pt idx="56">
                  <c:v>2359.34</c:v>
                </c:pt>
                <c:pt idx="57">
                  <c:v>2359.34</c:v>
                </c:pt>
                <c:pt idx="58">
                  <c:v>2359.34</c:v>
                </c:pt>
                <c:pt idx="59">
                  <c:v>2359.34</c:v>
                </c:pt>
                <c:pt idx="60">
                  <c:v>2359.34</c:v>
                </c:pt>
                <c:pt idx="61">
                  <c:v>2359.34</c:v>
                </c:pt>
                <c:pt idx="62">
                  <c:v>2359.34</c:v>
                </c:pt>
                <c:pt idx="63">
                  <c:v>2359.34</c:v>
                </c:pt>
                <c:pt idx="64">
                  <c:v>2359.34</c:v>
                </c:pt>
                <c:pt idx="65">
                  <c:v>2359.34</c:v>
                </c:pt>
                <c:pt idx="66">
                  <c:v>2359.34</c:v>
                </c:pt>
                <c:pt idx="67">
                  <c:v>2359.34</c:v>
                </c:pt>
                <c:pt idx="68">
                  <c:v>2359.34</c:v>
                </c:pt>
                <c:pt idx="69">
                  <c:v>2359.34</c:v>
                </c:pt>
                <c:pt idx="70">
                  <c:v>2359.34</c:v>
                </c:pt>
                <c:pt idx="71">
                  <c:v>2359.34</c:v>
                </c:pt>
                <c:pt idx="72">
                  <c:v>2359.34</c:v>
                </c:pt>
                <c:pt idx="73">
                  <c:v>2359.34</c:v>
                </c:pt>
                <c:pt idx="74">
                  <c:v>2359.34</c:v>
                </c:pt>
                <c:pt idx="75">
                  <c:v>2359.34</c:v>
                </c:pt>
                <c:pt idx="76">
                  <c:v>2359.34</c:v>
                </c:pt>
                <c:pt idx="77">
                  <c:v>2359.34</c:v>
                </c:pt>
                <c:pt idx="78">
                  <c:v>2359.34</c:v>
                </c:pt>
                <c:pt idx="79">
                  <c:v>2359.34</c:v>
                </c:pt>
                <c:pt idx="80">
                  <c:v>2359.34</c:v>
                </c:pt>
                <c:pt idx="81">
                  <c:v>2359.34</c:v>
                </c:pt>
                <c:pt idx="82">
                  <c:v>2359.34</c:v>
                </c:pt>
                <c:pt idx="83">
                  <c:v>2359.34</c:v>
                </c:pt>
                <c:pt idx="84">
                  <c:v>2359.34</c:v>
                </c:pt>
                <c:pt idx="85">
                  <c:v>2359.34</c:v>
                </c:pt>
                <c:pt idx="86">
                  <c:v>2359.34</c:v>
                </c:pt>
                <c:pt idx="87">
                  <c:v>2359.34</c:v>
                </c:pt>
                <c:pt idx="88">
                  <c:v>2359.34</c:v>
                </c:pt>
                <c:pt idx="89">
                  <c:v>2359.34</c:v>
                </c:pt>
                <c:pt idx="90">
                  <c:v>2359.34</c:v>
                </c:pt>
                <c:pt idx="91">
                  <c:v>2359.34</c:v>
                </c:pt>
                <c:pt idx="92">
                  <c:v>2359.34</c:v>
                </c:pt>
                <c:pt idx="93">
                  <c:v>2359.34</c:v>
                </c:pt>
                <c:pt idx="94">
                  <c:v>2359.34</c:v>
                </c:pt>
                <c:pt idx="95">
                  <c:v>2359.34</c:v>
                </c:pt>
                <c:pt idx="96">
                  <c:v>2359.34</c:v>
                </c:pt>
                <c:pt idx="97">
                  <c:v>2359.34</c:v>
                </c:pt>
                <c:pt idx="98">
                  <c:v>2359.34</c:v>
                </c:pt>
                <c:pt idx="99">
                  <c:v>2359.34</c:v>
                </c:pt>
                <c:pt idx="100">
                  <c:v>2359.34</c:v>
                </c:pt>
                <c:pt idx="101">
                  <c:v>2359.34</c:v>
                </c:pt>
                <c:pt idx="102">
                  <c:v>2359.34</c:v>
                </c:pt>
                <c:pt idx="103">
                  <c:v>2359.34</c:v>
                </c:pt>
                <c:pt idx="104">
                  <c:v>2359.34</c:v>
                </c:pt>
                <c:pt idx="105">
                  <c:v>2359.34</c:v>
                </c:pt>
                <c:pt idx="106">
                  <c:v>2359.34</c:v>
                </c:pt>
                <c:pt idx="107">
                  <c:v>2359.34</c:v>
                </c:pt>
                <c:pt idx="108">
                  <c:v>2359.34</c:v>
                </c:pt>
                <c:pt idx="109">
                  <c:v>2359.34</c:v>
                </c:pt>
                <c:pt idx="110">
                  <c:v>2359.34</c:v>
                </c:pt>
                <c:pt idx="111">
                  <c:v>2359.34</c:v>
                </c:pt>
                <c:pt idx="112">
                  <c:v>2359.34</c:v>
                </c:pt>
                <c:pt idx="113">
                  <c:v>2359.34</c:v>
                </c:pt>
                <c:pt idx="114">
                  <c:v>2359.34</c:v>
                </c:pt>
                <c:pt idx="115">
                  <c:v>2359.34</c:v>
                </c:pt>
                <c:pt idx="116">
                  <c:v>2359.34</c:v>
                </c:pt>
                <c:pt idx="117">
                  <c:v>2359.34</c:v>
                </c:pt>
                <c:pt idx="118">
                  <c:v>2359.34</c:v>
                </c:pt>
                <c:pt idx="119">
                  <c:v>2359.34</c:v>
                </c:pt>
                <c:pt idx="120">
                  <c:v>2359.34</c:v>
                </c:pt>
                <c:pt idx="121">
                  <c:v>2359.34</c:v>
                </c:pt>
                <c:pt idx="122">
                  <c:v>2359.34</c:v>
                </c:pt>
                <c:pt idx="123">
                  <c:v>2359.34</c:v>
                </c:pt>
                <c:pt idx="124">
                  <c:v>2359.34</c:v>
                </c:pt>
                <c:pt idx="125">
                  <c:v>2359.34</c:v>
                </c:pt>
                <c:pt idx="126">
                  <c:v>2359.34</c:v>
                </c:pt>
                <c:pt idx="127">
                  <c:v>2359.34</c:v>
                </c:pt>
                <c:pt idx="128">
                  <c:v>2359.34</c:v>
                </c:pt>
                <c:pt idx="129">
                  <c:v>2359.34</c:v>
                </c:pt>
                <c:pt idx="130">
                  <c:v>2359.34</c:v>
                </c:pt>
                <c:pt idx="131">
                  <c:v>2359.34</c:v>
                </c:pt>
                <c:pt idx="132">
                  <c:v>2359.34</c:v>
                </c:pt>
                <c:pt idx="133">
                  <c:v>2359.34</c:v>
                </c:pt>
                <c:pt idx="134">
                  <c:v>2359.34</c:v>
                </c:pt>
                <c:pt idx="135">
                  <c:v>2359.34</c:v>
                </c:pt>
                <c:pt idx="136">
                  <c:v>2359.34</c:v>
                </c:pt>
                <c:pt idx="137">
                  <c:v>2359.34</c:v>
                </c:pt>
                <c:pt idx="138">
                  <c:v>2359.34</c:v>
                </c:pt>
                <c:pt idx="139">
                  <c:v>2359.34</c:v>
                </c:pt>
                <c:pt idx="140">
                  <c:v>2359.34</c:v>
                </c:pt>
                <c:pt idx="141">
                  <c:v>2359.34</c:v>
                </c:pt>
                <c:pt idx="142">
                  <c:v>2359.34</c:v>
                </c:pt>
                <c:pt idx="143">
                  <c:v>2359.34</c:v>
                </c:pt>
                <c:pt idx="144">
                  <c:v>2359.34</c:v>
                </c:pt>
                <c:pt idx="145">
                  <c:v>2359.34</c:v>
                </c:pt>
                <c:pt idx="146">
                  <c:v>2359.34</c:v>
                </c:pt>
                <c:pt idx="147">
                  <c:v>2359.34</c:v>
                </c:pt>
                <c:pt idx="148">
                  <c:v>2359.34</c:v>
                </c:pt>
                <c:pt idx="149">
                  <c:v>2359.34</c:v>
                </c:pt>
                <c:pt idx="150">
                  <c:v>2359.34</c:v>
                </c:pt>
                <c:pt idx="151">
                  <c:v>2359.34</c:v>
                </c:pt>
                <c:pt idx="152">
                  <c:v>2359.34</c:v>
                </c:pt>
                <c:pt idx="153">
                  <c:v>2359.34</c:v>
                </c:pt>
                <c:pt idx="154">
                  <c:v>2359.34</c:v>
                </c:pt>
                <c:pt idx="155">
                  <c:v>2359.34</c:v>
                </c:pt>
                <c:pt idx="156">
                  <c:v>2359.34</c:v>
                </c:pt>
                <c:pt idx="157">
                  <c:v>2359.34</c:v>
                </c:pt>
                <c:pt idx="158">
                  <c:v>2359.34</c:v>
                </c:pt>
                <c:pt idx="159">
                  <c:v>2359.34</c:v>
                </c:pt>
                <c:pt idx="160">
                  <c:v>2359.34</c:v>
                </c:pt>
                <c:pt idx="161">
                  <c:v>2359.34</c:v>
                </c:pt>
                <c:pt idx="162">
                  <c:v>2359.34</c:v>
                </c:pt>
                <c:pt idx="163">
                  <c:v>2359.34</c:v>
                </c:pt>
              </c:numCache>
            </c:numRef>
          </c:yVal>
          <c:smooth val="0"/>
        </c:ser>
        <c:ser>
          <c:idx val="6"/>
          <c:order val="6"/>
          <c:tx>
            <c:strRef>
              <c:f>Sheet1!$B$997</c:f>
              <c:strCache>
                <c:ptCount val="1"/>
                <c:pt idx="0">
                  <c:v>COP/COI est.</c:v>
                </c:pt>
              </c:strCache>
            </c:strRef>
          </c:tx>
          <c:spPr>
            <a:ln w="22225">
              <a:solidFill>
                <a:srgbClr val="B23A48"/>
              </a:solidFill>
              <a:prstDash val="sysDot"/>
            </a:ln>
          </c:spPr>
          <c:marker>
            <c:symbol val="none"/>
          </c:marker>
          <c:xVal>
            <c:numRef>
              <c:f>Sheet1!$A$998:$A$1161</c:f>
              <c:numCache>
                <c:formatCode>General</c:formatCode>
                <c:ptCount val="164"/>
                <c:pt idx="0">
                  <c:v>21.41410757946211</c:v>
                </c:pt>
                <c:pt idx="1">
                  <c:v>20.997047289504053</c:v>
                </c:pt>
                <c:pt idx="2">
                  <c:v>20.593283702072625</c:v>
                </c:pt>
                <c:pt idx="3">
                  <c:v>20.46559435182273</c:v>
                </c:pt>
                <c:pt idx="4">
                  <c:v>19.934141414141422</c:v>
                </c:pt>
                <c:pt idx="5">
                  <c:v>19.923788403061764</c:v>
                </c:pt>
                <c:pt idx="6">
                  <c:v>19.422691971619315</c:v>
                </c:pt>
                <c:pt idx="7">
                  <c:v>18.911239033938003</c:v>
                </c:pt>
                <c:pt idx="8">
                  <c:v>18.81598231449442</c:v>
                </c:pt>
                <c:pt idx="9">
                  <c:v>18.32978959141589</c:v>
                </c:pt>
                <c:pt idx="10">
                  <c:v>18.149632658767615</c:v>
                </c:pt>
                <c:pt idx="11">
                  <c:v>17.778336653734584</c:v>
                </c:pt>
                <c:pt idx="12">
                  <c:v>17.462933487120353</c:v>
                </c:pt>
                <c:pt idx="13">
                  <c:v>17.146887211212473</c:v>
                </c:pt>
                <c:pt idx="14">
                  <c:v>16.505434273531165</c:v>
                </c:pt>
                <c:pt idx="15">
                  <c:v>16.50539932193911</c:v>
                </c:pt>
                <c:pt idx="16">
                  <c:v>16.505364370347067</c:v>
                </c:pt>
                <c:pt idx="17">
                  <c:v>15.957438048303104</c:v>
                </c:pt>
                <c:pt idx="18">
                  <c:v>15.419511726259131</c:v>
                </c:pt>
                <c:pt idx="19">
                  <c:v>15.409476774667098</c:v>
                </c:pt>
                <c:pt idx="20">
                  <c:v>15.409441823075042</c:v>
                </c:pt>
                <c:pt idx="21">
                  <c:v>15.01850581944008</c:v>
                </c:pt>
                <c:pt idx="22">
                  <c:v>14.617569815805112</c:v>
                </c:pt>
                <c:pt idx="23">
                  <c:v>14.61753486421307</c:v>
                </c:pt>
                <c:pt idx="24">
                  <c:v>14.627499912621019</c:v>
                </c:pt>
                <c:pt idx="25">
                  <c:v>13.963037642864634</c:v>
                </c:pt>
                <c:pt idx="26">
                  <c:v>13.29857537310825</c:v>
                </c:pt>
                <c:pt idx="27">
                  <c:v>12.664113103351852</c:v>
                </c:pt>
                <c:pt idx="28">
                  <c:v>12.019650833595463</c:v>
                </c:pt>
                <c:pt idx="29">
                  <c:v>11.405188563839076</c:v>
                </c:pt>
                <c:pt idx="30">
                  <c:v>10.790726294082688</c:v>
                </c:pt>
                <c:pt idx="31">
                  <c:v>10.206264024326316</c:v>
                </c:pt>
                <c:pt idx="32">
                  <c:v>9.62180175456993</c:v>
                </c:pt>
                <c:pt idx="33">
                  <c:v>9.047339484813534</c:v>
                </c:pt>
                <c:pt idx="34">
                  <c:v>8.472877215057153</c:v>
                </c:pt>
                <c:pt idx="35">
                  <c:v>7.9184149453007535</c:v>
                </c:pt>
                <c:pt idx="36">
                  <c:v>7.363952675544368</c:v>
                </c:pt>
                <c:pt idx="37">
                  <c:v>6.819490405787974</c:v>
                </c:pt>
                <c:pt idx="38">
                  <c:v>6.285028136031585</c:v>
                </c:pt>
                <c:pt idx="39">
                  <c:v>5.770565866275206</c:v>
                </c:pt>
                <c:pt idx="40">
                  <c:v>5.256103596518827</c:v>
                </c:pt>
                <c:pt idx="41">
                  <c:v>4.751641326762439</c:v>
                </c:pt>
                <c:pt idx="42">
                  <c:v>4.2571790570060415</c:v>
                </c:pt>
                <c:pt idx="43">
                  <c:v>4.257144105414</c:v>
                </c:pt>
                <c:pt idx="44">
                  <c:v>4.2471091538219525</c:v>
                </c:pt>
                <c:pt idx="45">
                  <c:v>3.848106322742993</c:v>
                </c:pt>
                <c:pt idx="46">
                  <c:v>3.449103491664033</c:v>
                </c:pt>
                <c:pt idx="47">
                  <c:v>3.0601006605850785</c:v>
                </c:pt>
                <c:pt idx="48">
                  <c:v>2.671097829506124</c:v>
                </c:pt>
                <c:pt idx="49">
                  <c:v>2.2820949984271692</c:v>
                </c:pt>
                <c:pt idx="50">
                  <c:v>1.9030921673482197</c:v>
                </c:pt>
                <c:pt idx="51">
                  <c:v>1.524089336269256</c:v>
                </c:pt>
                <c:pt idx="52">
                  <c:v>1.1550865051903116</c:v>
                </c:pt>
                <c:pt idx="53">
                  <c:v>0.786083674111353</c:v>
                </c:pt>
                <c:pt idx="54">
                  <c:v>0.42708084303239957</c:v>
                </c:pt>
                <c:pt idx="55">
                  <c:v>0.42704589144035765</c:v>
                </c:pt>
                <c:pt idx="56">
                  <c:v>0.4270109398483015</c:v>
                </c:pt>
                <c:pt idx="57">
                  <c:v>0.3835507322358467</c:v>
                </c:pt>
                <c:pt idx="58">
                  <c:v>0.34009052462339184</c:v>
                </c:pt>
                <c:pt idx="59">
                  <c:v>0.3400555730313499</c:v>
                </c:pt>
                <c:pt idx="60">
                  <c:v>0.3300206214393029</c:v>
                </c:pt>
                <c:pt idx="61">
                  <c:v>0.21360399556047582</c:v>
                </c:pt>
                <c:pt idx="62">
                  <c:v>0.18121331853494382</c:v>
                </c:pt>
                <c:pt idx="63">
                  <c:v>0.18150632630410257</c:v>
                </c:pt>
                <c:pt idx="64">
                  <c:v>0.1817993340732471</c:v>
                </c:pt>
                <c:pt idx="65">
                  <c:v>0.17010788013318745</c:v>
                </c:pt>
                <c:pt idx="66">
                  <c:v>0.14841642619312267</c:v>
                </c:pt>
                <c:pt idx="67">
                  <c:v>0.1487094339622672</c:v>
                </c:pt>
                <c:pt idx="68">
                  <c:v>0.14900244173141175</c:v>
                </c:pt>
                <c:pt idx="69">
                  <c:v>0.11228324084349595</c:v>
                </c:pt>
                <c:pt idx="70">
                  <c:v>0.06556403995560345</c:v>
                </c:pt>
                <c:pt idx="71">
                  <c:v>0.06585704772474799</c:v>
                </c:pt>
                <c:pt idx="72">
                  <c:v>0.06615005549389252</c:v>
                </c:pt>
                <c:pt idx="73">
                  <c:v>0.06369278579356319</c:v>
                </c:pt>
                <c:pt idx="74">
                  <c:v>0.05123551609324295</c:v>
                </c:pt>
                <c:pt idx="75">
                  <c:v>0.05152852386238749</c:v>
                </c:pt>
                <c:pt idx="76">
                  <c:v>0.051821531631532025</c:v>
                </c:pt>
                <c:pt idx="77">
                  <c:v>0.03478046614873165</c:v>
                </c:pt>
                <c:pt idx="78">
                  <c:v>0.22111763062306977</c:v>
                </c:pt>
                <c:pt idx="79">
                  <c:v>0.22111763062306977</c:v>
                </c:pt>
                <c:pt idx="80">
                  <c:v>0.22111763062306977</c:v>
                </c:pt>
                <c:pt idx="81">
                  <c:v>0.22111763062306977</c:v>
                </c:pt>
                <c:pt idx="82">
                  <c:v>0.22111763062306977</c:v>
                </c:pt>
                <c:pt idx="83">
                  <c:v>0.22111763062306977</c:v>
                </c:pt>
                <c:pt idx="84">
                  <c:v>0.22111763062306977</c:v>
                </c:pt>
                <c:pt idx="85">
                  <c:v>0.22111763062306977</c:v>
                </c:pt>
                <c:pt idx="86">
                  <c:v>0.22111763062306977</c:v>
                </c:pt>
                <c:pt idx="87">
                  <c:v>0.22111763062306977</c:v>
                </c:pt>
                <c:pt idx="88">
                  <c:v>0.22111763062306977</c:v>
                </c:pt>
                <c:pt idx="89">
                  <c:v>0.22111763062306977</c:v>
                </c:pt>
                <c:pt idx="90">
                  <c:v>0.22111763062306977</c:v>
                </c:pt>
                <c:pt idx="91">
                  <c:v>0.22111763062306977</c:v>
                </c:pt>
                <c:pt idx="92">
                  <c:v>0.22111763062306977</c:v>
                </c:pt>
                <c:pt idx="93">
                  <c:v>0.22111763062306977</c:v>
                </c:pt>
                <c:pt idx="94">
                  <c:v>0.22111763062306977</c:v>
                </c:pt>
                <c:pt idx="95">
                  <c:v>0.22111763062306977</c:v>
                </c:pt>
                <c:pt idx="96">
                  <c:v>0.22111763062306977</c:v>
                </c:pt>
                <c:pt idx="97">
                  <c:v>0.22111763062306977</c:v>
                </c:pt>
                <c:pt idx="98">
                  <c:v>0.22111763062306977</c:v>
                </c:pt>
                <c:pt idx="99">
                  <c:v>0.22111763062306977</c:v>
                </c:pt>
                <c:pt idx="100">
                  <c:v>0.22111763062306977</c:v>
                </c:pt>
                <c:pt idx="101">
                  <c:v>0.22111763062306977</c:v>
                </c:pt>
                <c:pt idx="102">
                  <c:v>0.22111763062306977</c:v>
                </c:pt>
                <c:pt idx="103">
                  <c:v>0.22111763062306977</c:v>
                </c:pt>
                <c:pt idx="104">
                  <c:v>0.22111763062306977</c:v>
                </c:pt>
                <c:pt idx="105">
                  <c:v>0.22111763062306977</c:v>
                </c:pt>
                <c:pt idx="106">
                  <c:v>0.22111763062306977</c:v>
                </c:pt>
                <c:pt idx="107">
                  <c:v>0.22111763062306977</c:v>
                </c:pt>
                <c:pt idx="108">
                  <c:v>0.22111763062306977</c:v>
                </c:pt>
                <c:pt idx="109">
                  <c:v>0.22111763062306977</c:v>
                </c:pt>
                <c:pt idx="110">
                  <c:v>0.22111763062306977</c:v>
                </c:pt>
                <c:pt idx="111">
                  <c:v>0.22111763062306977</c:v>
                </c:pt>
                <c:pt idx="112">
                  <c:v>0.22111763062306977</c:v>
                </c:pt>
                <c:pt idx="113">
                  <c:v>0.22111763062306977</c:v>
                </c:pt>
                <c:pt idx="114">
                  <c:v>0.22111763062306977</c:v>
                </c:pt>
                <c:pt idx="115">
                  <c:v>0.22111763062306977</c:v>
                </c:pt>
                <c:pt idx="116">
                  <c:v>0.22111763062306977</c:v>
                </c:pt>
                <c:pt idx="117">
                  <c:v>0.22111763062306977</c:v>
                </c:pt>
                <c:pt idx="118">
                  <c:v>0.22111763062306977</c:v>
                </c:pt>
                <c:pt idx="119">
                  <c:v>0.22111763062306977</c:v>
                </c:pt>
                <c:pt idx="120">
                  <c:v>0.22111763062306977</c:v>
                </c:pt>
                <c:pt idx="121">
                  <c:v>0.22111763062306977</c:v>
                </c:pt>
                <c:pt idx="122">
                  <c:v>0.22111763062306977</c:v>
                </c:pt>
                <c:pt idx="123">
                  <c:v>0.22111763062306977</c:v>
                </c:pt>
                <c:pt idx="124">
                  <c:v>0.22111763062306977</c:v>
                </c:pt>
                <c:pt idx="125">
                  <c:v>0.22111763062306977</c:v>
                </c:pt>
                <c:pt idx="126">
                  <c:v>0.22111763062306977</c:v>
                </c:pt>
                <c:pt idx="127">
                  <c:v>0.22111763062306977</c:v>
                </c:pt>
                <c:pt idx="128">
                  <c:v>0.22111763062306977</c:v>
                </c:pt>
                <c:pt idx="129">
                  <c:v>0.22111763062306977</c:v>
                </c:pt>
                <c:pt idx="130">
                  <c:v>0.22111763062306977</c:v>
                </c:pt>
                <c:pt idx="131">
                  <c:v>0.22111763062306977</c:v>
                </c:pt>
                <c:pt idx="132">
                  <c:v>0.22111763062306977</c:v>
                </c:pt>
                <c:pt idx="133">
                  <c:v>0.22111763062306977</c:v>
                </c:pt>
                <c:pt idx="134">
                  <c:v>0.22111763062306977</c:v>
                </c:pt>
                <c:pt idx="135">
                  <c:v>0.22111763062306977</c:v>
                </c:pt>
                <c:pt idx="136">
                  <c:v>0.22111763062306977</c:v>
                </c:pt>
                <c:pt idx="137">
                  <c:v>0.22111763062306977</c:v>
                </c:pt>
                <c:pt idx="138">
                  <c:v>0.22111763062306977</c:v>
                </c:pt>
                <c:pt idx="139">
                  <c:v>0.22111763062306977</c:v>
                </c:pt>
                <c:pt idx="140">
                  <c:v>0.22111763062306977</c:v>
                </c:pt>
                <c:pt idx="141">
                  <c:v>0.22111763062306977</c:v>
                </c:pt>
                <c:pt idx="142">
                  <c:v>0.22111763062306977</c:v>
                </c:pt>
                <c:pt idx="143">
                  <c:v>0.22111763062306977</c:v>
                </c:pt>
                <c:pt idx="144">
                  <c:v>0.22111763062306977</c:v>
                </c:pt>
                <c:pt idx="145">
                  <c:v>0.22111763062306977</c:v>
                </c:pt>
                <c:pt idx="146">
                  <c:v>0.22111763062306977</c:v>
                </c:pt>
                <c:pt idx="147">
                  <c:v>0.22111763062306977</c:v>
                </c:pt>
                <c:pt idx="148">
                  <c:v>0.22111763062306977</c:v>
                </c:pt>
                <c:pt idx="149">
                  <c:v>0.22111763062306977</c:v>
                </c:pt>
                <c:pt idx="150">
                  <c:v>0.22111763062306977</c:v>
                </c:pt>
                <c:pt idx="151">
                  <c:v>0.22111763062306977</c:v>
                </c:pt>
                <c:pt idx="152">
                  <c:v>0.22111763062306977</c:v>
                </c:pt>
                <c:pt idx="153">
                  <c:v>0.22111763062306977</c:v>
                </c:pt>
                <c:pt idx="154">
                  <c:v>0.22111763062306977</c:v>
                </c:pt>
                <c:pt idx="155">
                  <c:v>0.22111763062306977</c:v>
                </c:pt>
                <c:pt idx="156">
                  <c:v>0.22111763062306977</c:v>
                </c:pt>
                <c:pt idx="157">
                  <c:v>0.22111763062306977</c:v>
                </c:pt>
                <c:pt idx="158">
                  <c:v>0.22111763062306977</c:v>
                </c:pt>
                <c:pt idx="159">
                  <c:v>0.22111763062306977</c:v>
                </c:pt>
                <c:pt idx="160">
                  <c:v>0.22111763062306977</c:v>
                </c:pt>
                <c:pt idx="161">
                  <c:v>0.22111763062306977</c:v>
                </c:pt>
                <c:pt idx="162">
                  <c:v>0.22111763062306977</c:v>
                </c:pt>
                <c:pt idx="163">
                  <c:v>0.22111763062306977</c:v>
                </c:pt>
              </c:numCache>
            </c:numRef>
          </c:xVal>
          <c:yVal>
            <c:numRef>
              <c:f>Sheet1!$B$998:$B$1161</c:f>
              <c:numCache>
                <c:formatCode>General</c:formatCode>
                <c:ptCount val="164"/>
                <c:pt idx="0">
                  <c:v>2359.34</c:v>
                </c:pt>
                <c:pt idx="1">
                  <c:v>2425.01</c:v>
                </c:pt>
                <c:pt idx="2">
                  <c:v>2493.0</c:v>
                </c:pt>
                <c:pt idx="3">
                  <c:v>2515.0</c:v>
                </c:pt>
                <c:pt idx="4">
                  <c:v>2604.99</c:v>
                </c:pt>
                <c:pt idx="5">
                  <c:v>2606.0</c:v>
                </c:pt>
                <c:pt idx="6">
                  <c:v>2694.97</c:v>
                </c:pt>
                <c:pt idx="7">
                  <c:v>2784.96</c:v>
                </c:pt>
                <c:pt idx="8">
                  <c:v>2800.0</c:v>
                </c:pt>
                <c:pt idx="9">
                  <c:v>2874.94</c:v>
                </c:pt>
                <c:pt idx="10">
                  <c:v>2904.0</c:v>
                </c:pt>
                <c:pt idx="11">
                  <c:v>2964.93</c:v>
                </c:pt>
                <c:pt idx="12">
                  <c:v>3009.0</c:v>
                </c:pt>
                <c:pt idx="13">
                  <c:v>3054.91</c:v>
                </c:pt>
                <c:pt idx="14">
                  <c:v>3144.9</c:v>
                </c:pt>
                <c:pt idx="15">
                  <c:v>3145.0</c:v>
                </c:pt>
                <c:pt idx="16">
                  <c:v>3145.1</c:v>
                </c:pt>
                <c:pt idx="17">
                  <c:v>3225.0</c:v>
                </c:pt>
                <c:pt idx="18">
                  <c:v>3304.9</c:v>
                </c:pt>
                <c:pt idx="19">
                  <c:v>3305.0</c:v>
                </c:pt>
                <c:pt idx="20">
                  <c:v>3305.1</c:v>
                </c:pt>
                <c:pt idx="21">
                  <c:v>3365.0</c:v>
                </c:pt>
                <c:pt idx="22">
                  <c:v>3424.9</c:v>
                </c:pt>
                <c:pt idx="23">
                  <c:v>3425.0</c:v>
                </c:pt>
                <c:pt idx="24">
                  <c:v>3425.1</c:v>
                </c:pt>
                <c:pt idx="25">
                  <c:v>3523.7</c:v>
                </c:pt>
                <c:pt idx="26">
                  <c:v>3622.3</c:v>
                </c:pt>
                <c:pt idx="27">
                  <c:v>3720.9</c:v>
                </c:pt>
                <c:pt idx="28">
                  <c:v>3819.5</c:v>
                </c:pt>
                <c:pt idx="29">
                  <c:v>3918.1</c:v>
                </c:pt>
                <c:pt idx="30">
                  <c:v>4016.7</c:v>
                </c:pt>
                <c:pt idx="31">
                  <c:v>4115.3</c:v>
                </c:pt>
                <c:pt idx="32">
                  <c:v>4213.9</c:v>
                </c:pt>
                <c:pt idx="33">
                  <c:v>4312.5</c:v>
                </c:pt>
                <c:pt idx="34">
                  <c:v>4411.1</c:v>
                </c:pt>
                <c:pt idx="35">
                  <c:v>4509.7</c:v>
                </c:pt>
                <c:pt idx="36">
                  <c:v>4608.3</c:v>
                </c:pt>
                <c:pt idx="37">
                  <c:v>4706.9</c:v>
                </c:pt>
                <c:pt idx="38">
                  <c:v>4805.5</c:v>
                </c:pt>
                <c:pt idx="39">
                  <c:v>4904.1</c:v>
                </c:pt>
                <c:pt idx="40">
                  <c:v>5002.7</c:v>
                </c:pt>
                <c:pt idx="41">
                  <c:v>5101.3</c:v>
                </c:pt>
                <c:pt idx="42">
                  <c:v>5199.9</c:v>
                </c:pt>
                <c:pt idx="43">
                  <c:v>5200.0</c:v>
                </c:pt>
                <c:pt idx="44">
                  <c:v>5200.1</c:v>
                </c:pt>
                <c:pt idx="45">
                  <c:v>5283.08</c:v>
                </c:pt>
                <c:pt idx="46">
                  <c:v>5366.06</c:v>
                </c:pt>
                <c:pt idx="47">
                  <c:v>5449.04</c:v>
                </c:pt>
                <c:pt idx="48">
                  <c:v>5532.02</c:v>
                </c:pt>
                <c:pt idx="49">
                  <c:v>5615.0</c:v>
                </c:pt>
                <c:pt idx="50">
                  <c:v>5697.98</c:v>
                </c:pt>
                <c:pt idx="51">
                  <c:v>5780.96</c:v>
                </c:pt>
                <c:pt idx="52">
                  <c:v>5863.94</c:v>
                </c:pt>
                <c:pt idx="53">
                  <c:v>5946.92</c:v>
                </c:pt>
                <c:pt idx="54">
                  <c:v>6029.9</c:v>
                </c:pt>
                <c:pt idx="55">
                  <c:v>6030.0</c:v>
                </c:pt>
                <c:pt idx="56">
                  <c:v>6030.1</c:v>
                </c:pt>
                <c:pt idx="57">
                  <c:v>6040.0</c:v>
                </c:pt>
                <c:pt idx="58">
                  <c:v>6049.9</c:v>
                </c:pt>
                <c:pt idx="59">
                  <c:v>6050.0</c:v>
                </c:pt>
                <c:pt idx="60">
                  <c:v>6050.1</c:v>
                </c:pt>
                <c:pt idx="61">
                  <c:v>6080.0</c:v>
                </c:pt>
                <c:pt idx="62">
                  <c:v>6109.9</c:v>
                </c:pt>
                <c:pt idx="63">
                  <c:v>6110.0</c:v>
                </c:pt>
                <c:pt idx="64">
                  <c:v>6110.1</c:v>
                </c:pt>
                <c:pt idx="65">
                  <c:v>6130.0</c:v>
                </c:pt>
                <c:pt idx="66">
                  <c:v>6149.9</c:v>
                </c:pt>
                <c:pt idx="67">
                  <c:v>6150.0</c:v>
                </c:pt>
                <c:pt idx="68">
                  <c:v>6150.1</c:v>
                </c:pt>
                <c:pt idx="69">
                  <c:v>6199.0</c:v>
                </c:pt>
                <c:pt idx="70">
                  <c:v>6247.9</c:v>
                </c:pt>
                <c:pt idx="71">
                  <c:v>6248.0</c:v>
                </c:pt>
                <c:pt idx="72">
                  <c:v>6248.1</c:v>
                </c:pt>
                <c:pt idx="73">
                  <c:v>6257.5</c:v>
                </c:pt>
                <c:pt idx="74">
                  <c:v>6266.9</c:v>
                </c:pt>
                <c:pt idx="75">
                  <c:v>6267.0</c:v>
                </c:pt>
                <c:pt idx="76">
                  <c:v>6267.1</c:v>
                </c:pt>
                <c:pt idx="77">
                  <c:v>6292.0</c:v>
                </c:pt>
                <c:pt idx="78">
                  <c:v>6316.9</c:v>
                </c:pt>
                <c:pt idx="79">
                  <c:v>6316.9</c:v>
                </c:pt>
                <c:pt idx="80">
                  <c:v>6316.9</c:v>
                </c:pt>
                <c:pt idx="81">
                  <c:v>6316.9</c:v>
                </c:pt>
                <c:pt idx="82">
                  <c:v>6316.9</c:v>
                </c:pt>
                <c:pt idx="83">
                  <c:v>6316.9</c:v>
                </c:pt>
                <c:pt idx="84">
                  <c:v>6316.9</c:v>
                </c:pt>
                <c:pt idx="85">
                  <c:v>6316.9</c:v>
                </c:pt>
                <c:pt idx="86">
                  <c:v>6316.9</c:v>
                </c:pt>
                <c:pt idx="87">
                  <c:v>6316.9</c:v>
                </c:pt>
                <c:pt idx="88">
                  <c:v>6316.9</c:v>
                </c:pt>
                <c:pt idx="89">
                  <c:v>6316.9</c:v>
                </c:pt>
                <c:pt idx="90">
                  <c:v>6316.9</c:v>
                </c:pt>
                <c:pt idx="91">
                  <c:v>6316.9</c:v>
                </c:pt>
                <c:pt idx="92">
                  <c:v>6316.9</c:v>
                </c:pt>
                <c:pt idx="93">
                  <c:v>6316.9</c:v>
                </c:pt>
                <c:pt idx="94">
                  <c:v>6316.9</c:v>
                </c:pt>
                <c:pt idx="95">
                  <c:v>6316.9</c:v>
                </c:pt>
                <c:pt idx="96">
                  <c:v>6316.9</c:v>
                </c:pt>
                <c:pt idx="97">
                  <c:v>6316.9</c:v>
                </c:pt>
                <c:pt idx="98">
                  <c:v>6316.9</c:v>
                </c:pt>
                <c:pt idx="99">
                  <c:v>6316.9</c:v>
                </c:pt>
                <c:pt idx="100">
                  <c:v>6316.9</c:v>
                </c:pt>
                <c:pt idx="101">
                  <c:v>6316.9</c:v>
                </c:pt>
                <c:pt idx="102">
                  <c:v>6316.9</c:v>
                </c:pt>
                <c:pt idx="103">
                  <c:v>6316.9</c:v>
                </c:pt>
                <c:pt idx="104">
                  <c:v>6316.9</c:v>
                </c:pt>
                <c:pt idx="105">
                  <c:v>6316.9</c:v>
                </c:pt>
                <c:pt idx="106">
                  <c:v>6316.9</c:v>
                </c:pt>
                <c:pt idx="107">
                  <c:v>6316.9</c:v>
                </c:pt>
                <c:pt idx="108">
                  <c:v>6316.9</c:v>
                </c:pt>
                <c:pt idx="109">
                  <c:v>6316.9</c:v>
                </c:pt>
                <c:pt idx="110">
                  <c:v>6316.9</c:v>
                </c:pt>
                <c:pt idx="111">
                  <c:v>6316.9</c:v>
                </c:pt>
                <c:pt idx="112">
                  <c:v>6316.9</c:v>
                </c:pt>
                <c:pt idx="113">
                  <c:v>6316.9</c:v>
                </c:pt>
                <c:pt idx="114">
                  <c:v>6316.9</c:v>
                </c:pt>
                <c:pt idx="115">
                  <c:v>6316.9</c:v>
                </c:pt>
                <c:pt idx="116">
                  <c:v>6316.9</c:v>
                </c:pt>
                <c:pt idx="117">
                  <c:v>6316.9</c:v>
                </c:pt>
                <c:pt idx="118">
                  <c:v>6316.9</c:v>
                </c:pt>
                <c:pt idx="119">
                  <c:v>6316.9</c:v>
                </c:pt>
                <c:pt idx="120">
                  <c:v>6316.9</c:v>
                </c:pt>
                <c:pt idx="121">
                  <c:v>6316.9</c:v>
                </c:pt>
                <c:pt idx="122">
                  <c:v>6316.9</c:v>
                </c:pt>
                <c:pt idx="123">
                  <c:v>6316.9</c:v>
                </c:pt>
                <c:pt idx="124">
                  <c:v>6316.9</c:v>
                </c:pt>
                <c:pt idx="125">
                  <c:v>6316.9</c:v>
                </c:pt>
                <c:pt idx="126">
                  <c:v>6316.9</c:v>
                </c:pt>
                <c:pt idx="127">
                  <c:v>6316.9</c:v>
                </c:pt>
                <c:pt idx="128">
                  <c:v>6316.9</c:v>
                </c:pt>
                <c:pt idx="129">
                  <c:v>6316.9</c:v>
                </c:pt>
                <c:pt idx="130">
                  <c:v>6316.9</c:v>
                </c:pt>
                <c:pt idx="131">
                  <c:v>6316.9</c:v>
                </c:pt>
                <c:pt idx="132">
                  <c:v>6316.9</c:v>
                </c:pt>
                <c:pt idx="133">
                  <c:v>6316.9</c:v>
                </c:pt>
                <c:pt idx="134">
                  <c:v>6316.9</c:v>
                </c:pt>
                <c:pt idx="135">
                  <c:v>6316.9</c:v>
                </c:pt>
                <c:pt idx="136">
                  <c:v>6316.9</c:v>
                </c:pt>
                <c:pt idx="137">
                  <c:v>6316.9</c:v>
                </c:pt>
                <c:pt idx="138">
                  <c:v>6316.9</c:v>
                </c:pt>
                <c:pt idx="139">
                  <c:v>6316.9</c:v>
                </c:pt>
                <c:pt idx="140">
                  <c:v>6316.9</c:v>
                </c:pt>
                <c:pt idx="141">
                  <c:v>6316.9</c:v>
                </c:pt>
                <c:pt idx="142">
                  <c:v>6316.9</c:v>
                </c:pt>
                <c:pt idx="143">
                  <c:v>6316.9</c:v>
                </c:pt>
                <c:pt idx="144">
                  <c:v>6316.9</c:v>
                </c:pt>
                <c:pt idx="145">
                  <c:v>6316.9</c:v>
                </c:pt>
                <c:pt idx="146">
                  <c:v>6316.9</c:v>
                </c:pt>
                <c:pt idx="147">
                  <c:v>6316.9</c:v>
                </c:pt>
                <c:pt idx="148">
                  <c:v>6316.9</c:v>
                </c:pt>
                <c:pt idx="149">
                  <c:v>6316.9</c:v>
                </c:pt>
                <c:pt idx="150">
                  <c:v>6316.9</c:v>
                </c:pt>
                <c:pt idx="151">
                  <c:v>6316.9</c:v>
                </c:pt>
                <c:pt idx="152">
                  <c:v>6316.9</c:v>
                </c:pt>
                <c:pt idx="153">
                  <c:v>6316.9</c:v>
                </c:pt>
                <c:pt idx="154">
                  <c:v>6316.9</c:v>
                </c:pt>
                <c:pt idx="155">
                  <c:v>6316.9</c:v>
                </c:pt>
                <c:pt idx="156">
                  <c:v>6316.9</c:v>
                </c:pt>
                <c:pt idx="157">
                  <c:v>6316.9</c:v>
                </c:pt>
                <c:pt idx="158">
                  <c:v>6316.9</c:v>
                </c:pt>
                <c:pt idx="159">
                  <c:v>6316.9</c:v>
                </c:pt>
                <c:pt idx="160">
                  <c:v>6316.9</c:v>
                </c:pt>
                <c:pt idx="161">
                  <c:v>6316.9</c:v>
                </c:pt>
                <c:pt idx="162">
                  <c:v>6316.9</c:v>
                </c:pt>
                <c:pt idx="163">
                  <c:v>6316.9</c:v>
                </c:pt>
              </c:numCache>
            </c:numRef>
          </c:yVal>
          <c:smooth val="0"/>
        </c:ser>
        <c:ser>
          <c:idx val="7"/>
          <c:order val="7"/>
          <c:tx>
            <c:strRef>
              <c:f>Sheet1!$B$1163</c:f>
              <c:strCache>
                <c:ptCount val="1"/>
                <c:pt idx="0">
                  <c:v>Δ = 0</c:v>
                </c:pt>
              </c:strCache>
            </c:strRef>
          </c:tx>
          <c:spPr>
            <a:ln w="12700">
              <a:solidFill>
                <a:srgbClr val="9AA5AE"/>
              </a:solidFill>
              <a:prstDash val="dash"/>
            </a:ln>
          </c:spPr>
          <c:marker>
            <c:symbol val="none"/>
          </c:marker>
          <c:xVal>
            <c:numRef>
              <c:f>Sheet1!$A$1164:$A$1327</c:f>
              <c:numCache>
                <c:formatCode>General</c:formatCode>
                <c:ptCount val="16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</c:v>
                </c:pt>
                <c:pt idx="18">
                  <c:v>0.0</c:v>
                </c:pt>
                <c:pt idx="19">
                  <c:v>0.0</c:v>
                </c:pt>
                <c:pt idx="20">
                  <c:v>0.0</c:v>
                </c:pt>
                <c:pt idx="21">
                  <c:v>0.0</c:v>
                </c:pt>
                <c:pt idx="22">
                  <c:v>0.0</c:v>
                </c:pt>
                <c:pt idx="23">
                  <c:v>0.0</c:v>
                </c:pt>
                <c:pt idx="24">
                  <c:v>0.0</c:v>
                </c:pt>
                <c:pt idx="25">
                  <c:v>0.0</c:v>
                </c:pt>
                <c:pt idx="26">
                  <c:v>0.0</c:v>
                </c:pt>
                <c:pt idx="27">
                  <c:v>0.0</c:v>
                </c:pt>
                <c:pt idx="28">
                  <c:v>0.0</c:v>
                </c:pt>
                <c:pt idx="29">
                  <c:v>0.0</c:v>
                </c:pt>
                <c:pt idx="30">
                  <c:v>0.0</c:v>
                </c:pt>
                <c:pt idx="31">
                  <c:v>0.0</c:v>
                </c:pt>
                <c:pt idx="32">
                  <c:v>0.0</c:v>
                </c:pt>
                <c:pt idx="33">
                  <c:v>0.0</c:v>
                </c:pt>
                <c:pt idx="34">
                  <c:v>0.0</c:v>
                </c:pt>
                <c:pt idx="35">
                  <c:v>0.0</c:v>
                </c:pt>
                <c:pt idx="36">
                  <c:v>0.0</c:v>
                </c:pt>
                <c:pt idx="37">
                  <c:v>0.0</c:v>
                </c:pt>
                <c:pt idx="38">
                  <c:v>0.0</c:v>
                </c:pt>
                <c:pt idx="39">
                  <c:v>0.0</c:v>
                </c:pt>
                <c:pt idx="40">
                  <c:v>0.0</c:v>
                </c:pt>
                <c:pt idx="41">
                  <c:v>0.0</c:v>
                </c:pt>
                <c:pt idx="42">
                  <c:v>0.0</c:v>
                </c:pt>
                <c:pt idx="43">
                  <c:v>0.0</c:v>
                </c:pt>
                <c:pt idx="44">
                  <c:v>0.0</c:v>
                </c:pt>
                <c:pt idx="45">
                  <c:v>0.0</c:v>
                </c:pt>
                <c:pt idx="46">
                  <c:v>0.0</c:v>
                </c:pt>
                <c:pt idx="47">
                  <c:v>0.0</c:v>
                </c:pt>
                <c:pt idx="48">
                  <c:v>0.0</c:v>
                </c:pt>
                <c:pt idx="49">
                  <c:v>0.0</c:v>
                </c:pt>
                <c:pt idx="50">
                  <c:v>0.0</c:v>
                </c:pt>
                <c:pt idx="51">
                  <c:v>0.0</c:v>
                </c:pt>
                <c:pt idx="52">
                  <c:v>0.0</c:v>
                </c:pt>
                <c:pt idx="53">
                  <c:v>0.0</c:v>
                </c:pt>
                <c:pt idx="54">
                  <c:v>0.0</c:v>
                </c:pt>
                <c:pt idx="55">
                  <c:v>0.0</c:v>
                </c:pt>
                <c:pt idx="56">
                  <c:v>0.0</c:v>
                </c:pt>
                <c:pt idx="57">
                  <c:v>0.0</c:v>
                </c:pt>
                <c:pt idx="58">
                  <c:v>0.0</c:v>
                </c:pt>
                <c:pt idx="59">
                  <c:v>0.0</c:v>
                </c:pt>
                <c:pt idx="60">
                  <c:v>0.0</c:v>
                </c:pt>
                <c:pt idx="61">
                  <c:v>0.0</c:v>
                </c:pt>
                <c:pt idx="62">
                  <c:v>0.0</c:v>
                </c:pt>
                <c:pt idx="63">
                  <c:v>0.0</c:v>
                </c:pt>
                <c:pt idx="64">
                  <c:v>0.0</c:v>
                </c:pt>
                <c:pt idx="65">
                  <c:v>0.0</c:v>
                </c:pt>
                <c:pt idx="66">
                  <c:v>0.0</c:v>
                </c:pt>
                <c:pt idx="67">
                  <c:v>0.0</c:v>
                </c:pt>
                <c:pt idx="68">
                  <c:v>0.0</c:v>
                </c:pt>
                <c:pt idx="69">
                  <c:v>0.0</c:v>
                </c:pt>
                <c:pt idx="70">
                  <c:v>0.0</c:v>
                </c:pt>
                <c:pt idx="71">
                  <c:v>0.0</c:v>
                </c:pt>
                <c:pt idx="72">
                  <c:v>0.0</c:v>
                </c:pt>
                <c:pt idx="73">
                  <c:v>0.0</c:v>
                </c:pt>
                <c:pt idx="74">
                  <c:v>0.0</c:v>
                </c:pt>
                <c:pt idx="75">
                  <c:v>0.0</c:v>
                </c:pt>
                <c:pt idx="76">
                  <c:v>0.0</c:v>
                </c:pt>
                <c:pt idx="77">
                  <c:v>0.0</c:v>
                </c:pt>
                <c:pt idx="78">
                  <c:v>0.0</c:v>
                </c:pt>
                <c:pt idx="79">
                  <c:v>0.0</c:v>
                </c:pt>
                <c:pt idx="80">
                  <c:v>0.0</c:v>
                </c:pt>
                <c:pt idx="81">
                  <c:v>0.0</c:v>
                </c:pt>
                <c:pt idx="82">
                  <c:v>0.0</c:v>
                </c:pt>
                <c:pt idx="83">
                  <c:v>0.0</c:v>
                </c:pt>
                <c:pt idx="84">
                  <c:v>0.0</c:v>
                </c:pt>
                <c:pt idx="85">
                  <c:v>0.0</c:v>
                </c:pt>
                <c:pt idx="86">
                  <c:v>0.0</c:v>
                </c:pt>
                <c:pt idx="87">
                  <c:v>0.0</c:v>
                </c:pt>
                <c:pt idx="88">
                  <c:v>0.0</c:v>
                </c:pt>
                <c:pt idx="89">
                  <c:v>0.0</c:v>
                </c:pt>
                <c:pt idx="90">
                  <c:v>0.0</c:v>
                </c:pt>
                <c:pt idx="91">
                  <c:v>0.0</c:v>
                </c:pt>
                <c:pt idx="92">
                  <c:v>0.0</c:v>
                </c:pt>
                <c:pt idx="93">
                  <c:v>0.0</c:v>
                </c:pt>
                <c:pt idx="94">
                  <c:v>0.0</c:v>
                </c:pt>
                <c:pt idx="95">
                  <c:v>0.0</c:v>
                </c:pt>
                <c:pt idx="96">
                  <c:v>0.0</c:v>
                </c:pt>
                <c:pt idx="97">
                  <c:v>0.0</c:v>
                </c:pt>
                <c:pt idx="98">
                  <c:v>0.0</c:v>
                </c:pt>
                <c:pt idx="99">
                  <c:v>0.0</c:v>
                </c:pt>
                <c:pt idx="100">
                  <c:v>0.0</c:v>
                </c:pt>
                <c:pt idx="101">
                  <c:v>0.0</c:v>
                </c:pt>
                <c:pt idx="102">
                  <c:v>0.0</c:v>
                </c:pt>
                <c:pt idx="103">
                  <c:v>0.0</c:v>
                </c:pt>
                <c:pt idx="104">
                  <c:v>0.0</c:v>
                </c:pt>
                <c:pt idx="105">
                  <c:v>0.0</c:v>
                </c:pt>
                <c:pt idx="106">
                  <c:v>0.0</c:v>
                </c:pt>
                <c:pt idx="107">
                  <c:v>0.0</c:v>
                </c:pt>
                <c:pt idx="108">
                  <c:v>0.0</c:v>
                </c:pt>
                <c:pt idx="109">
                  <c:v>0.0</c:v>
                </c:pt>
                <c:pt idx="110">
                  <c:v>0.0</c:v>
                </c:pt>
                <c:pt idx="111">
                  <c:v>0.0</c:v>
                </c:pt>
                <c:pt idx="112">
                  <c:v>0.0</c:v>
                </c:pt>
                <c:pt idx="113">
                  <c:v>0.0</c:v>
                </c:pt>
                <c:pt idx="114">
                  <c:v>0.0</c:v>
                </c:pt>
                <c:pt idx="115">
                  <c:v>0.0</c:v>
                </c:pt>
                <c:pt idx="116">
                  <c:v>0.0</c:v>
                </c:pt>
                <c:pt idx="117">
                  <c:v>0.0</c:v>
                </c:pt>
                <c:pt idx="118">
                  <c:v>0.0</c:v>
                </c:pt>
                <c:pt idx="119">
                  <c:v>0.0</c:v>
                </c:pt>
                <c:pt idx="120">
                  <c:v>0.0</c:v>
                </c:pt>
                <c:pt idx="121">
                  <c:v>0.0</c:v>
                </c:pt>
                <c:pt idx="122">
                  <c:v>0.0</c:v>
                </c:pt>
                <c:pt idx="123">
                  <c:v>0.0</c:v>
                </c:pt>
                <c:pt idx="124">
                  <c:v>0.0</c:v>
                </c:pt>
                <c:pt idx="125">
                  <c:v>0.0</c:v>
                </c:pt>
                <c:pt idx="126">
                  <c:v>0.0</c:v>
                </c:pt>
                <c:pt idx="127">
                  <c:v>0.0</c:v>
                </c:pt>
                <c:pt idx="128">
                  <c:v>0.0</c:v>
                </c:pt>
                <c:pt idx="129">
                  <c:v>0.0</c:v>
                </c:pt>
                <c:pt idx="130">
                  <c:v>0.0</c:v>
                </c:pt>
                <c:pt idx="131">
                  <c:v>0.0</c:v>
                </c:pt>
                <c:pt idx="132">
                  <c:v>0.0</c:v>
                </c:pt>
                <c:pt idx="133">
                  <c:v>0.0</c:v>
                </c:pt>
                <c:pt idx="134">
                  <c:v>0.0</c:v>
                </c:pt>
                <c:pt idx="135">
                  <c:v>0.0</c:v>
                </c:pt>
                <c:pt idx="136">
                  <c:v>0.0</c:v>
                </c:pt>
                <c:pt idx="137">
                  <c:v>0.0</c:v>
                </c:pt>
                <c:pt idx="138">
                  <c:v>0.0</c:v>
                </c:pt>
                <c:pt idx="139">
                  <c:v>0.0</c:v>
                </c:pt>
                <c:pt idx="140">
                  <c:v>0.0</c:v>
                </c:pt>
                <c:pt idx="141">
                  <c:v>0.0</c:v>
                </c:pt>
                <c:pt idx="142">
                  <c:v>0.0</c:v>
                </c:pt>
                <c:pt idx="143">
                  <c:v>0.0</c:v>
                </c:pt>
                <c:pt idx="144">
                  <c:v>0.0</c:v>
                </c:pt>
                <c:pt idx="145">
                  <c:v>0.0</c:v>
                </c:pt>
                <c:pt idx="146">
                  <c:v>0.0</c:v>
                </c:pt>
                <c:pt idx="147">
                  <c:v>0.0</c:v>
                </c:pt>
                <c:pt idx="148">
                  <c:v>0.0</c:v>
                </c:pt>
                <c:pt idx="149">
                  <c:v>0.0</c:v>
                </c:pt>
                <c:pt idx="150">
                  <c:v>0.0</c:v>
                </c:pt>
                <c:pt idx="151">
                  <c:v>0.0</c:v>
                </c:pt>
                <c:pt idx="152">
                  <c:v>0.0</c:v>
                </c:pt>
                <c:pt idx="153">
                  <c:v>0.0</c:v>
                </c:pt>
                <c:pt idx="154">
                  <c:v>0.0</c:v>
                </c:pt>
                <c:pt idx="155">
                  <c:v>0.0</c:v>
                </c:pt>
                <c:pt idx="156">
                  <c:v>0.0</c:v>
                </c:pt>
                <c:pt idx="157">
                  <c:v>0.0</c:v>
                </c:pt>
                <c:pt idx="158">
                  <c:v>0.0</c:v>
                </c:pt>
                <c:pt idx="159">
                  <c:v>0.0</c:v>
                </c:pt>
                <c:pt idx="160">
                  <c:v>0.0</c:v>
                </c:pt>
                <c:pt idx="161">
                  <c:v>0.0</c:v>
                </c:pt>
                <c:pt idx="162">
                  <c:v>0.0</c:v>
                </c:pt>
                <c:pt idx="163">
                  <c:v>0.0</c:v>
                </c:pt>
              </c:numCache>
            </c:numRef>
          </c:xVal>
          <c:yVal>
            <c:numRef>
              <c:f>Sheet1!$B$1164:$B$1327</c:f>
              <c:numCache>
                <c:formatCode>General</c:formatCode>
                <c:ptCount val="164"/>
                <c:pt idx="0">
                  <c:v>1785.0</c:v>
                </c:pt>
                <c:pt idx="1">
                  <c:v>6732.0</c:v>
                </c:pt>
                <c:pt idx="2">
                  <c:v>6732.0</c:v>
                </c:pt>
                <c:pt idx="3">
                  <c:v>6732.0</c:v>
                </c:pt>
                <c:pt idx="4">
                  <c:v>6732.0</c:v>
                </c:pt>
                <c:pt idx="5">
                  <c:v>6732.0</c:v>
                </c:pt>
                <c:pt idx="6">
                  <c:v>6732.0</c:v>
                </c:pt>
                <c:pt idx="7">
                  <c:v>6732.0</c:v>
                </c:pt>
                <c:pt idx="8">
                  <c:v>6732.0</c:v>
                </c:pt>
                <c:pt idx="9">
                  <c:v>6732.0</c:v>
                </c:pt>
                <c:pt idx="10">
                  <c:v>6732.0</c:v>
                </c:pt>
                <c:pt idx="11">
                  <c:v>6732.0</c:v>
                </c:pt>
                <c:pt idx="12">
                  <c:v>6732.0</c:v>
                </c:pt>
                <c:pt idx="13">
                  <c:v>6732.0</c:v>
                </c:pt>
                <c:pt idx="14">
                  <c:v>6732.0</c:v>
                </c:pt>
                <c:pt idx="15">
                  <c:v>6732.0</c:v>
                </c:pt>
                <c:pt idx="16">
                  <c:v>6732.0</c:v>
                </c:pt>
                <c:pt idx="17">
                  <c:v>6732.0</c:v>
                </c:pt>
                <c:pt idx="18">
                  <c:v>6732.0</c:v>
                </c:pt>
                <c:pt idx="19">
                  <c:v>6732.0</c:v>
                </c:pt>
                <c:pt idx="20">
                  <c:v>6732.0</c:v>
                </c:pt>
                <c:pt idx="21">
                  <c:v>6732.0</c:v>
                </c:pt>
                <c:pt idx="22">
                  <c:v>6732.0</c:v>
                </c:pt>
                <c:pt idx="23">
                  <c:v>6732.0</c:v>
                </c:pt>
                <c:pt idx="24">
                  <c:v>6732.0</c:v>
                </c:pt>
                <c:pt idx="25">
                  <c:v>6732.0</c:v>
                </c:pt>
                <c:pt idx="26">
                  <c:v>6732.0</c:v>
                </c:pt>
                <c:pt idx="27">
                  <c:v>6732.0</c:v>
                </c:pt>
                <c:pt idx="28">
                  <c:v>6732.0</c:v>
                </c:pt>
                <c:pt idx="29">
                  <c:v>6732.0</c:v>
                </c:pt>
                <c:pt idx="30">
                  <c:v>6732.0</c:v>
                </c:pt>
                <c:pt idx="31">
                  <c:v>6732.0</c:v>
                </c:pt>
                <c:pt idx="32">
                  <c:v>6732.0</c:v>
                </c:pt>
                <c:pt idx="33">
                  <c:v>6732.0</c:v>
                </c:pt>
                <c:pt idx="34">
                  <c:v>6732.0</c:v>
                </c:pt>
                <c:pt idx="35">
                  <c:v>6732.0</c:v>
                </c:pt>
                <c:pt idx="36">
                  <c:v>6732.0</c:v>
                </c:pt>
                <c:pt idx="37">
                  <c:v>6732.0</c:v>
                </c:pt>
                <c:pt idx="38">
                  <c:v>6732.0</c:v>
                </c:pt>
                <c:pt idx="39">
                  <c:v>6732.0</c:v>
                </c:pt>
                <c:pt idx="40">
                  <c:v>6732.0</c:v>
                </c:pt>
                <c:pt idx="41">
                  <c:v>6732.0</c:v>
                </c:pt>
                <c:pt idx="42">
                  <c:v>6732.0</c:v>
                </c:pt>
                <c:pt idx="43">
                  <c:v>6732.0</c:v>
                </c:pt>
                <c:pt idx="44">
                  <c:v>6732.0</c:v>
                </c:pt>
                <c:pt idx="45">
                  <c:v>6732.0</c:v>
                </c:pt>
                <c:pt idx="46">
                  <c:v>6732.0</c:v>
                </c:pt>
                <c:pt idx="47">
                  <c:v>6732.0</c:v>
                </c:pt>
                <c:pt idx="48">
                  <c:v>6732.0</c:v>
                </c:pt>
                <c:pt idx="49">
                  <c:v>6732.0</c:v>
                </c:pt>
                <c:pt idx="50">
                  <c:v>6732.0</c:v>
                </c:pt>
                <c:pt idx="51">
                  <c:v>6732.0</c:v>
                </c:pt>
                <c:pt idx="52">
                  <c:v>6732.0</c:v>
                </c:pt>
                <c:pt idx="53">
                  <c:v>6732.0</c:v>
                </c:pt>
                <c:pt idx="54">
                  <c:v>6732.0</c:v>
                </c:pt>
                <c:pt idx="55">
                  <c:v>6732.0</c:v>
                </c:pt>
                <c:pt idx="56">
                  <c:v>6732.0</c:v>
                </c:pt>
                <c:pt idx="57">
                  <c:v>6732.0</c:v>
                </c:pt>
                <c:pt idx="58">
                  <c:v>6732.0</c:v>
                </c:pt>
                <c:pt idx="59">
                  <c:v>6732.0</c:v>
                </c:pt>
                <c:pt idx="60">
                  <c:v>6732.0</c:v>
                </c:pt>
                <c:pt idx="61">
                  <c:v>6732.0</c:v>
                </c:pt>
                <c:pt idx="62">
                  <c:v>6732.0</c:v>
                </c:pt>
                <c:pt idx="63">
                  <c:v>6732.0</c:v>
                </c:pt>
                <c:pt idx="64">
                  <c:v>6732.0</c:v>
                </c:pt>
                <c:pt idx="65">
                  <c:v>6732.0</c:v>
                </c:pt>
                <c:pt idx="66">
                  <c:v>6732.0</c:v>
                </c:pt>
                <c:pt idx="67">
                  <c:v>6732.0</c:v>
                </c:pt>
                <c:pt idx="68">
                  <c:v>6732.0</c:v>
                </c:pt>
                <c:pt idx="69">
                  <c:v>6732.0</c:v>
                </c:pt>
                <c:pt idx="70">
                  <c:v>6732.0</c:v>
                </c:pt>
                <c:pt idx="71">
                  <c:v>6732.0</c:v>
                </c:pt>
                <c:pt idx="72">
                  <c:v>6732.0</c:v>
                </c:pt>
                <c:pt idx="73">
                  <c:v>6732.0</c:v>
                </c:pt>
                <c:pt idx="74">
                  <c:v>6732.0</c:v>
                </c:pt>
                <c:pt idx="75">
                  <c:v>6732.0</c:v>
                </c:pt>
                <c:pt idx="76">
                  <c:v>6732.0</c:v>
                </c:pt>
                <c:pt idx="77">
                  <c:v>6732.0</c:v>
                </c:pt>
                <c:pt idx="78">
                  <c:v>6732.0</c:v>
                </c:pt>
                <c:pt idx="79">
                  <c:v>6732.0</c:v>
                </c:pt>
                <c:pt idx="80">
                  <c:v>6732.0</c:v>
                </c:pt>
                <c:pt idx="81">
                  <c:v>6732.0</c:v>
                </c:pt>
                <c:pt idx="82">
                  <c:v>6732.0</c:v>
                </c:pt>
                <c:pt idx="83">
                  <c:v>6732.0</c:v>
                </c:pt>
                <c:pt idx="84">
                  <c:v>6732.0</c:v>
                </c:pt>
                <c:pt idx="85">
                  <c:v>6732.0</c:v>
                </c:pt>
                <c:pt idx="86">
                  <c:v>6732.0</c:v>
                </c:pt>
                <c:pt idx="87">
                  <c:v>6732.0</c:v>
                </c:pt>
                <c:pt idx="88">
                  <c:v>6732.0</c:v>
                </c:pt>
                <c:pt idx="89">
                  <c:v>6732.0</c:v>
                </c:pt>
                <c:pt idx="90">
                  <c:v>6732.0</c:v>
                </c:pt>
                <c:pt idx="91">
                  <c:v>6732.0</c:v>
                </c:pt>
                <c:pt idx="92">
                  <c:v>6732.0</c:v>
                </c:pt>
                <c:pt idx="93">
                  <c:v>6732.0</c:v>
                </c:pt>
                <c:pt idx="94">
                  <c:v>6732.0</c:v>
                </c:pt>
                <c:pt idx="95">
                  <c:v>6732.0</c:v>
                </c:pt>
                <c:pt idx="96">
                  <c:v>6732.0</c:v>
                </c:pt>
                <c:pt idx="97">
                  <c:v>6732.0</c:v>
                </c:pt>
                <c:pt idx="98">
                  <c:v>6732.0</c:v>
                </c:pt>
                <c:pt idx="99">
                  <c:v>6732.0</c:v>
                </c:pt>
                <c:pt idx="100">
                  <c:v>6732.0</c:v>
                </c:pt>
                <c:pt idx="101">
                  <c:v>6732.0</c:v>
                </c:pt>
                <c:pt idx="102">
                  <c:v>6732.0</c:v>
                </c:pt>
                <c:pt idx="103">
                  <c:v>6732.0</c:v>
                </c:pt>
                <c:pt idx="104">
                  <c:v>6732.0</c:v>
                </c:pt>
                <c:pt idx="105">
                  <c:v>6732.0</c:v>
                </c:pt>
                <c:pt idx="106">
                  <c:v>6732.0</c:v>
                </c:pt>
                <c:pt idx="107">
                  <c:v>6732.0</c:v>
                </c:pt>
                <c:pt idx="108">
                  <c:v>6732.0</c:v>
                </c:pt>
                <c:pt idx="109">
                  <c:v>6732.0</c:v>
                </c:pt>
                <c:pt idx="110">
                  <c:v>6732.0</c:v>
                </c:pt>
                <c:pt idx="111">
                  <c:v>6732.0</c:v>
                </c:pt>
                <c:pt idx="112">
                  <c:v>6732.0</c:v>
                </c:pt>
                <c:pt idx="113">
                  <c:v>6732.0</c:v>
                </c:pt>
                <c:pt idx="114">
                  <c:v>6732.0</c:v>
                </c:pt>
                <c:pt idx="115">
                  <c:v>6732.0</c:v>
                </c:pt>
                <c:pt idx="116">
                  <c:v>6732.0</c:v>
                </c:pt>
                <c:pt idx="117">
                  <c:v>6732.0</c:v>
                </c:pt>
                <c:pt idx="118">
                  <c:v>6732.0</c:v>
                </c:pt>
                <c:pt idx="119">
                  <c:v>6732.0</c:v>
                </c:pt>
                <c:pt idx="120">
                  <c:v>6732.0</c:v>
                </c:pt>
                <c:pt idx="121">
                  <c:v>6732.0</c:v>
                </c:pt>
                <c:pt idx="122">
                  <c:v>6732.0</c:v>
                </c:pt>
                <c:pt idx="123">
                  <c:v>6732.0</c:v>
                </c:pt>
                <c:pt idx="124">
                  <c:v>6732.0</c:v>
                </c:pt>
                <c:pt idx="125">
                  <c:v>6732.0</c:v>
                </c:pt>
                <c:pt idx="126">
                  <c:v>6732.0</c:v>
                </c:pt>
                <c:pt idx="127">
                  <c:v>6732.0</c:v>
                </c:pt>
                <c:pt idx="128">
                  <c:v>6732.0</c:v>
                </c:pt>
                <c:pt idx="129">
                  <c:v>6732.0</c:v>
                </c:pt>
                <c:pt idx="130">
                  <c:v>6732.0</c:v>
                </c:pt>
                <c:pt idx="131">
                  <c:v>6732.0</c:v>
                </c:pt>
                <c:pt idx="132">
                  <c:v>6732.0</c:v>
                </c:pt>
                <c:pt idx="133">
                  <c:v>6732.0</c:v>
                </c:pt>
                <c:pt idx="134">
                  <c:v>6732.0</c:v>
                </c:pt>
                <c:pt idx="135">
                  <c:v>6732.0</c:v>
                </c:pt>
                <c:pt idx="136">
                  <c:v>6732.0</c:v>
                </c:pt>
                <c:pt idx="137">
                  <c:v>6732.0</c:v>
                </c:pt>
                <c:pt idx="138">
                  <c:v>6732.0</c:v>
                </c:pt>
                <c:pt idx="139">
                  <c:v>6732.0</c:v>
                </c:pt>
                <c:pt idx="140">
                  <c:v>6732.0</c:v>
                </c:pt>
                <c:pt idx="141">
                  <c:v>6732.0</c:v>
                </c:pt>
                <c:pt idx="142">
                  <c:v>6732.0</c:v>
                </c:pt>
                <c:pt idx="143">
                  <c:v>6732.0</c:v>
                </c:pt>
                <c:pt idx="144">
                  <c:v>6732.0</c:v>
                </c:pt>
                <c:pt idx="145">
                  <c:v>6732.0</c:v>
                </c:pt>
                <c:pt idx="146">
                  <c:v>6732.0</c:v>
                </c:pt>
                <c:pt idx="147">
                  <c:v>6732.0</c:v>
                </c:pt>
                <c:pt idx="148">
                  <c:v>6732.0</c:v>
                </c:pt>
                <c:pt idx="149">
                  <c:v>6732.0</c:v>
                </c:pt>
                <c:pt idx="150">
                  <c:v>6732.0</c:v>
                </c:pt>
                <c:pt idx="151">
                  <c:v>6732.0</c:v>
                </c:pt>
                <c:pt idx="152">
                  <c:v>6732.0</c:v>
                </c:pt>
                <c:pt idx="153">
                  <c:v>6732.0</c:v>
                </c:pt>
                <c:pt idx="154">
                  <c:v>6732.0</c:v>
                </c:pt>
                <c:pt idx="155">
                  <c:v>6732.0</c:v>
                </c:pt>
                <c:pt idx="156">
                  <c:v>6732.0</c:v>
                </c:pt>
                <c:pt idx="157">
                  <c:v>6732.0</c:v>
                </c:pt>
                <c:pt idx="158">
                  <c:v>6732.0</c:v>
                </c:pt>
                <c:pt idx="159">
                  <c:v>6732.0</c:v>
                </c:pt>
                <c:pt idx="160">
                  <c:v>6732.0</c:v>
                </c:pt>
                <c:pt idx="161">
                  <c:v>6732.0</c:v>
                </c:pt>
                <c:pt idx="162">
                  <c:v>6732.0</c:v>
                </c:pt>
                <c:pt idx="163">
                  <c:v>6732.0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40.0"/>
          <c:min val="-60.0"/>
        </c:scaling>
        <c:delete val="0"/>
        <c:axPos val="b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Δ (°C)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  <c:majorUnit val="20.0"/>
      </c:valAx>
      <c:valAx>
        <c:axId val="-2129643912"/>
        <c:scaling>
          <c:orientation val="maxMin"/>
          <c:max val="7000.0"/>
          <c:min val="1500.0"/>
        </c:scaling>
        <c:delete val="0"/>
        <c:axPos val="l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MD (m)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  <c:majorUnit val="500.0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5B6B76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B2B36"/>
                </a:solidFill>
                <a:latin typeface="Calibri"/>
              </a:rPr>
              <a:t>SCORE-PySafe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Fluido</c:v>
                </c:pt>
              </c:strCache>
            </c:strRef>
          </c:tx>
          <c:spPr>
            <a:ln w="25400">
              <a:solidFill>
                <a:srgbClr val="B23A48"/>
              </a:solidFill>
            </a:ln>
          </c:spPr>
          <c:marker>
            <c:symbol val="none"/>
          </c:marker>
          <c:xVal>
            <c:numRef>
              <c:f>Sheet1!$A$2:$A$96</c:f>
              <c:numCache>
                <c:formatCode>General</c:formatCode>
                <c:ptCount val="95"/>
                <c:pt idx="0">
                  <c:v>10794.61</c:v>
                </c:pt>
                <c:pt idx="1">
                  <c:v>10801.8</c:v>
                </c:pt>
                <c:pt idx="2">
                  <c:v>10809.0</c:v>
                </c:pt>
                <c:pt idx="3">
                  <c:v>10809.06</c:v>
                </c:pt>
                <c:pt idx="4">
                  <c:v>10809.12</c:v>
                </c:pt>
                <c:pt idx="5">
                  <c:v>10831.93</c:v>
                </c:pt>
                <c:pt idx="6">
                  <c:v>10854.74</c:v>
                </c:pt>
                <c:pt idx="7">
                  <c:v>10854.8</c:v>
                </c:pt>
                <c:pt idx="8">
                  <c:v>10854.86</c:v>
                </c:pt>
                <c:pt idx="9">
                  <c:v>10908.96</c:v>
                </c:pt>
                <c:pt idx="10">
                  <c:v>10963.05</c:v>
                </c:pt>
                <c:pt idx="11">
                  <c:v>11017.06</c:v>
                </c:pt>
                <c:pt idx="12">
                  <c:v>11071.07</c:v>
                </c:pt>
                <c:pt idx="13">
                  <c:v>11124.99</c:v>
                </c:pt>
                <c:pt idx="14">
                  <c:v>11178.9</c:v>
                </c:pt>
                <c:pt idx="15">
                  <c:v>11232.73</c:v>
                </c:pt>
                <c:pt idx="16">
                  <c:v>11286.55</c:v>
                </c:pt>
                <c:pt idx="17">
                  <c:v>11340.29</c:v>
                </c:pt>
                <c:pt idx="18">
                  <c:v>11394.03</c:v>
                </c:pt>
                <c:pt idx="19">
                  <c:v>11447.68</c:v>
                </c:pt>
                <c:pt idx="20">
                  <c:v>11501.34</c:v>
                </c:pt>
                <c:pt idx="21">
                  <c:v>11554.91</c:v>
                </c:pt>
                <c:pt idx="22">
                  <c:v>11608.48</c:v>
                </c:pt>
                <c:pt idx="23">
                  <c:v>11608.54</c:v>
                </c:pt>
                <c:pt idx="24">
                  <c:v>11608.6</c:v>
                </c:pt>
                <c:pt idx="25">
                  <c:v>11656.1</c:v>
                </c:pt>
                <c:pt idx="26">
                  <c:v>11703.6</c:v>
                </c:pt>
                <c:pt idx="27">
                  <c:v>11703.66</c:v>
                </c:pt>
                <c:pt idx="28">
                  <c:v>11703.72</c:v>
                </c:pt>
                <c:pt idx="29">
                  <c:v>11739.28</c:v>
                </c:pt>
                <c:pt idx="30">
                  <c:v>11774.85</c:v>
                </c:pt>
                <c:pt idx="31">
                  <c:v>11774.91</c:v>
                </c:pt>
                <c:pt idx="32">
                  <c:v>11774.96</c:v>
                </c:pt>
                <c:pt idx="33">
                  <c:v>11833.28</c:v>
                </c:pt>
                <c:pt idx="34">
                  <c:v>11891.59</c:v>
                </c:pt>
                <c:pt idx="35">
                  <c:v>11949.03</c:v>
                </c:pt>
                <c:pt idx="36">
                  <c:v>12006.48</c:v>
                </c:pt>
                <c:pt idx="37">
                  <c:v>12062.35</c:v>
                </c:pt>
                <c:pt idx="38">
                  <c:v>12118.22</c:v>
                </c:pt>
                <c:pt idx="39">
                  <c:v>12173.07</c:v>
                </c:pt>
                <c:pt idx="40">
                  <c:v>12227.93</c:v>
                </c:pt>
                <c:pt idx="41">
                  <c:v>12282.69</c:v>
                </c:pt>
                <c:pt idx="42">
                  <c:v>12337.46</c:v>
                </c:pt>
                <c:pt idx="43">
                  <c:v>12392.14</c:v>
                </c:pt>
                <c:pt idx="44">
                  <c:v>12446.82</c:v>
                </c:pt>
                <c:pt idx="45">
                  <c:v>12501.42</c:v>
                </c:pt>
                <c:pt idx="46">
                  <c:v>12556.02</c:v>
                </c:pt>
                <c:pt idx="47">
                  <c:v>12610.53</c:v>
                </c:pt>
                <c:pt idx="48">
                  <c:v>12665.05</c:v>
                </c:pt>
                <c:pt idx="49">
                  <c:v>12719.48</c:v>
                </c:pt>
                <c:pt idx="50">
                  <c:v>12773.91</c:v>
                </c:pt>
                <c:pt idx="51">
                  <c:v>12773.97</c:v>
                </c:pt>
                <c:pt idx="52">
                  <c:v>12774.02</c:v>
                </c:pt>
                <c:pt idx="53">
                  <c:v>12819.76</c:v>
                </c:pt>
                <c:pt idx="54">
                  <c:v>12865.51</c:v>
                </c:pt>
                <c:pt idx="55">
                  <c:v>12911.49</c:v>
                </c:pt>
                <c:pt idx="56">
                  <c:v>12957.46</c:v>
                </c:pt>
                <c:pt idx="57">
                  <c:v>13004.54</c:v>
                </c:pt>
                <c:pt idx="58">
                  <c:v>13051.61</c:v>
                </c:pt>
                <c:pt idx="59">
                  <c:v>13099.45</c:v>
                </c:pt>
                <c:pt idx="60">
                  <c:v>13147.29</c:v>
                </c:pt>
                <c:pt idx="61">
                  <c:v>13195.48</c:v>
                </c:pt>
                <c:pt idx="62">
                  <c:v>13243.67</c:v>
                </c:pt>
                <c:pt idx="63">
                  <c:v>13243.73</c:v>
                </c:pt>
                <c:pt idx="64">
                  <c:v>13243.79</c:v>
                </c:pt>
                <c:pt idx="65">
                  <c:v>13249.54</c:v>
                </c:pt>
                <c:pt idx="66">
                  <c:v>13255.29</c:v>
                </c:pt>
                <c:pt idx="67">
                  <c:v>13255.35</c:v>
                </c:pt>
                <c:pt idx="68">
                  <c:v>13255.41</c:v>
                </c:pt>
                <c:pt idx="69">
                  <c:v>13272.77</c:v>
                </c:pt>
                <c:pt idx="70">
                  <c:v>13290.14</c:v>
                </c:pt>
                <c:pt idx="71">
                  <c:v>13290.2</c:v>
                </c:pt>
                <c:pt idx="72">
                  <c:v>13290.26</c:v>
                </c:pt>
                <c:pt idx="73">
                  <c:v>13301.81</c:v>
                </c:pt>
                <c:pt idx="74">
                  <c:v>13313.36</c:v>
                </c:pt>
                <c:pt idx="75">
                  <c:v>13313.42</c:v>
                </c:pt>
                <c:pt idx="76">
                  <c:v>13313.48</c:v>
                </c:pt>
                <c:pt idx="77">
                  <c:v>13341.85</c:v>
                </c:pt>
                <c:pt idx="78">
                  <c:v>13370.23</c:v>
                </c:pt>
                <c:pt idx="79">
                  <c:v>13370.29</c:v>
                </c:pt>
                <c:pt idx="80">
                  <c:v>13370.34</c:v>
                </c:pt>
                <c:pt idx="81">
                  <c:v>13375.8</c:v>
                </c:pt>
                <c:pt idx="82">
                  <c:v>13381.25</c:v>
                </c:pt>
                <c:pt idx="83">
                  <c:v>13381.3</c:v>
                </c:pt>
                <c:pt idx="84">
                  <c:v>13381.36</c:v>
                </c:pt>
                <c:pt idx="85">
                  <c:v>13395.8</c:v>
                </c:pt>
                <c:pt idx="86">
                  <c:v>13410.23</c:v>
                </c:pt>
                <c:pt idx="87">
                  <c:v>13410.35</c:v>
                </c:pt>
                <c:pt idx="88">
                  <c:v>13438.26</c:v>
                </c:pt>
                <c:pt idx="89">
                  <c:v>13438.37</c:v>
                </c:pt>
                <c:pt idx="90">
                  <c:v>13502.33</c:v>
                </c:pt>
                <c:pt idx="91">
                  <c:v>13566.22</c:v>
                </c:pt>
                <c:pt idx="92">
                  <c:v>13573.35</c:v>
                </c:pt>
                <c:pt idx="93">
                  <c:v>13573.46</c:v>
                </c:pt>
                <c:pt idx="94">
                  <c:v>13639.63</c:v>
                </c:pt>
              </c:numCache>
            </c:numRef>
          </c:xVal>
          <c:yVal>
            <c:numRef>
              <c:f>Sheet1!$B$2:$B$96</c:f>
              <c:numCache>
                <c:formatCode>General</c:formatCode>
                <c:ptCount val="95"/>
                <c:pt idx="0">
                  <c:v>1785.0</c:v>
                </c:pt>
                <c:pt idx="1">
                  <c:v>1796.95</c:v>
                </c:pt>
                <c:pt idx="2">
                  <c:v>1808.9</c:v>
                </c:pt>
                <c:pt idx="3">
                  <c:v>1809.0</c:v>
                </c:pt>
                <c:pt idx="4">
                  <c:v>1809.1</c:v>
                </c:pt>
                <c:pt idx="5">
                  <c:v>1847.0</c:v>
                </c:pt>
                <c:pt idx="6">
                  <c:v>1884.9</c:v>
                </c:pt>
                <c:pt idx="7">
                  <c:v>1885.0</c:v>
                </c:pt>
                <c:pt idx="8">
                  <c:v>1885.1</c:v>
                </c:pt>
                <c:pt idx="9">
                  <c:v>1975.09</c:v>
                </c:pt>
                <c:pt idx="10">
                  <c:v>2065.07</c:v>
                </c:pt>
                <c:pt idx="11">
                  <c:v>2155.06</c:v>
                </c:pt>
                <c:pt idx="12">
                  <c:v>2245.04</c:v>
                </c:pt>
                <c:pt idx="13">
                  <c:v>2335.03</c:v>
                </c:pt>
                <c:pt idx="14">
                  <c:v>2425.01</c:v>
                </c:pt>
                <c:pt idx="15">
                  <c:v>2515.0</c:v>
                </c:pt>
                <c:pt idx="16">
                  <c:v>2604.99</c:v>
                </c:pt>
                <c:pt idx="17">
                  <c:v>2694.97</c:v>
                </c:pt>
                <c:pt idx="18">
                  <c:v>2784.96</c:v>
                </c:pt>
                <c:pt idx="19">
                  <c:v>2874.94</c:v>
                </c:pt>
                <c:pt idx="20">
                  <c:v>2964.93</c:v>
                </c:pt>
                <c:pt idx="21">
                  <c:v>3054.91</c:v>
                </c:pt>
                <c:pt idx="22">
                  <c:v>3144.9</c:v>
                </c:pt>
                <c:pt idx="23">
                  <c:v>3145.0</c:v>
                </c:pt>
                <c:pt idx="24">
                  <c:v>3145.1</c:v>
                </c:pt>
                <c:pt idx="25">
                  <c:v>3225.0</c:v>
                </c:pt>
                <c:pt idx="26">
                  <c:v>3304.9</c:v>
                </c:pt>
                <c:pt idx="27">
                  <c:v>3305.0</c:v>
                </c:pt>
                <c:pt idx="28">
                  <c:v>3305.1</c:v>
                </c:pt>
                <c:pt idx="29">
                  <c:v>3365.0</c:v>
                </c:pt>
                <c:pt idx="30">
                  <c:v>3424.9</c:v>
                </c:pt>
                <c:pt idx="31">
                  <c:v>3425.0</c:v>
                </c:pt>
                <c:pt idx="32">
                  <c:v>3425.1</c:v>
                </c:pt>
                <c:pt idx="33">
                  <c:v>3523.7</c:v>
                </c:pt>
                <c:pt idx="34">
                  <c:v>3622.3</c:v>
                </c:pt>
                <c:pt idx="35">
                  <c:v>3720.9</c:v>
                </c:pt>
                <c:pt idx="36">
                  <c:v>3819.5</c:v>
                </c:pt>
                <c:pt idx="37">
                  <c:v>3918.1</c:v>
                </c:pt>
                <c:pt idx="38">
                  <c:v>4016.7</c:v>
                </c:pt>
                <c:pt idx="39">
                  <c:v>4115.3</c:v>
                </c:pt>
                <c:pt idx="40">
                  <c:v>4213.9</c:v>
                </c:pt>
                <c:pt idx="41">
                  <c:v>4312.5</c:v>
                </c:pt>
                <c:pt idx="42">
                  <c:v>4411.1</c:v>
                </c:pt>
                <c:pt idx="43">
                  <c:v>4509.7</c:v>
                </c:pt>
                <c:pt idx="44">
                  <c:v>4608.3</c:v>
                </c:pt>
                <c:pt idx="45">
                  <c:v>4706.9</c:v>
                </c:pt>
                <c:pt idx="46">
                  <c:v>4805.5</c:v>
                </c:pt>
                <c:pt idx="47">
                  <c:v>4904.1</c:v>
                </c:pt>
                <c:pt idx="48">
                  <c:v>5002.7</c:v>
                </c:pt>
                <c:pt idx="49">
                  <c:v>5101.3</c:v>
                </c:pt>
                <c:pt idx="50">
                  <c:v>5199.9</c:v>
                </c:pt>
                <c:pt idx="51">
                  <c:v>5200.0</c:v>
                </c:pt>
                <c:pt idx="52">
                  <c:v>5200.1</c:v>
                </c:pt>
                <c:pt idx="53">
                  <c:v>5283.08</c:v>
                </c:pt>
                <c:pt idx="54">
                  <c:v>5366.06</c:v>
                </c:pt>
                <c:pt idx="55">
                  <c:v>5449.04</c:v>
                </c:pt>
                <c:pt idx="56">
                  <c:v>5532.02</c:v>
                </c:pt>
                <c:pt idx="57">
                  <c:v>5615.0</c:v>
                </c:pt>
                <c:pt idx="58">
                  <c:v>5697.98</c:v>
                </c:pt>
                <c:pt idx="59">
                  <c:v>5780.96</c:v>
                </c:pt>
                <c:pt idx="60">
                  <c:v>5863.94</c:v>
                </c:pt>
                <c:pt idx="61">
                  <c:v>5946.92</c:v>
                </c:pt>
                <c:pt idx="62">
                  <c:v>6029.9</c:v>
                </c:pt>
                <c:pt idx="63">
                  <c:v>6030.0</c:v>
                </c:pt>
                <c:pt idx="64">
                  <c:v>6030.1</c:v>
                </c:pt>
                <c:pt idx="65">
                  <c:v>6040.0</c:v>
                </c:pt>
                <c:pt idx="66">
                  <c:v>6049.9</c:v>
                </c:pt>
                <c:pt idx="67">
                  <c:v>6050.0</c:v>
                </c:pt>
                <c:pt idx="68">
                  <c:v>6050.1</c:v>
                </c:pt>
                <c:pt idx="69">
                  <c:v>6080.0</c:v>
                </c:pt>
                <c:pt idx="70">
                  <c:v>6109.9</c:v>
                </c:pt>
                <c:pt idx="71">
                  <c:v>6110.0</c:v>
                </c:pt>
                <c:pt idx="72">
                  <c:v>6110.1</c:v>
                </c:pt>
                <c:pt idx="73">
                  <c:v>6130.0</c:v>
                </c:pt>
                <c:pt idx="74">
                  <c:v>6149.9</c:v>
                </c:pt>
                <c:pt idx="75">
                  <c:v>6150.0</c:v>
                </c:pt>
                <c:pt idx="76">
                  <c:v>6150.1</c:v>
                </c:pt>
                <c:pt idx="77">
                  <c:v>6199.0</c:v>
                </c:pt>
                <c:pt idx="78">
                  <c:v>6247.9</c:v>
                </c:pt>
                <c:pt idx="79">
                  <c:v>6248.0</c:v>
                </c:pt>
                <c:pt idx="80">
                  <c:v>6248.1</c:v>
                </c:pt>
                <c:pt idx="81">
                  <c:v>6257.5</c:v>
                </c:pt>
                <c:pt idx="82">
                  <c:v>6266.9</c:v>
                </c:pt>
                <c:pt idx="83">
                  <c:v>6267.0</c:v>
                </c:pt>
                <c:pt idx="84">
                  <c:v>6267.1</c:v>
                </c:pt>
                <c:pt idx="85">
                  <c:v>6292.0</c:v>
                </c:pt>
                <c:pt idx="86">
                  <c:v>6316.9</c:v>
                </c:pt>
                <c:pt idx="87">
                  <c:v>6317.1</c:v>
                </c:pt>
                <c:pt idx="88">
                  <c:v>6367.55</c:v>
                </c:pt>
                <c:pt idx="89">
                  <c:v>6367.75</c:v>
                </c:pt>
                <c:pt idx="90">
                  <c:v>6483.38</c:v>
                </c:pt>
                <c:pt idx="91">
                  <c:v>6599.0</c:v>
                </c:pt>
                <c:pt idx="92">
                  <c:v>6611.9</c:v>
                </c:pt>
                <c:pt idx="93">
                  <c:v>6612.1</c:v>
                </c:pt>
                <c:pt idx="94">
                  <c:v>6732.0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Sheet1!$B$98</c:f>
              <c:strCache>
                <c:ptCount val="1"/>
                <c:pt idx="0">
                  <c:v>Anular A</c:v>
                </c:pt>
              </c:strCache>
            </c:strRef>
          </c:tx>
          <c:spPr>
            <a:ln w="25400">
              <a:solidFill>
                <a:srgbClr val="6C5B9E"/>
              </a:solidFill>
            </a:ln>
          </c:spPr>
          <c:marker>
            <c:symbol val="none"/>
          </c:marker>
          <c:xVal>
            <c:numRef>
              <c:f>Sheet1!$A$99:$A$193</c:f>
              <c:numCache>
                <c:formatCode>General</c:formatCode>
                <c:ptCount val="95"/>
                <c:pt idx="0">
                  <c:v>9462.91</c:v>
                </c:pt>
                <c:pt idx="1">
                  <c:v>9484.82</c:v>
                </c:pt>
                <c:pt idx="2">
                  <c:v>9506.74</c:v>
                </c:pt>
                <c:pt idx="3">
                  <c:v>9506.92</c:v>
                </c:pt>
                <c:pt idx="4">
                  <c:v>9507.1</c:v>
                </c:pt>
                <c:pt idx="5">
                  <c:v>9576.61</c:v>
                </c:pt>
                <c:pt idx="6">
                  <c:v>9646.11</c:v>
                </c:pt>
                <c:pt idx="7">
                  <c:v>9646.3</c:v>
                </c:pt>
                <c:pt idx="8">
                  <c:v>9646.48</c:v>
                </c:pt>
                <c:pt idx="9">
                  <c:v>9811.52</c:v>
                </c:pt>
                <c:pt idx="10">
                  <c:v>9976.55</c:v>
                </c:pt>
                <c:pt idx="11">
                  <c:v>10141.61</c:v>
                </c:pt>
                <c:pt idx="12">
                  <c:v>10306.66</c:v>
                </c:pt>
                <c:pt idx="13">
                  <c:v>10471.74</c:v>
                </c:pt>
                <c:pt idx="14">
                  <c:v>10636.81</c:v>
                </c:pt>
                <c:pt idx="15">
                  <c:v>10801.91</c:v>
                </c:pt>
                <c:pt idx="16">
                  <c:v>10967.02</c:v>
                </c:pt>
                <c:pt idx="17">
                  <c:v>11132.15</c:v>
                </c:pt>
                <c:pt idx="18">
                  <c:v>11297.29</c:v>
                </c:pt>
                <c:pt idx="19">
                  <c:v>11462.5</c:v>
                </c:pt>
                <c:pt idx="20">
                  <c:v>11627.71</c:v>
                </c:pt>
                <c:pt idx="21">
                  <c:v>11792.94</c:v>
                </c:pt>
                <c:pt idx="22">
                  <c:v>11958.18</c:v>
                </c:pt>
                <c:pt idx="23">
                  <c:v>11958.36</c:v>
                </c:pt>
                <c:pt idx="24">
                  <c:v>11958.54</c:v>
                </c:pt>
                <c:pt idx="25">
                  <c:v>12105.27</c:v>
                </c:pt>
                <c:pt idx="26">
                  <c:v>12251.99</c:v>
                </c:pt>
                <c:pt idx="27">
                  <c:v>12252.18</c:v>
                </c:pt>
                <c:pt idx="28">
                  <c:v>12252.36</c:v>
                </c:pt>
                <c:pt idx="29">
                  <c:v>12362.37</c:v>
                </c:pt>
                <c:pt idx="30">
                  <c:v>12472.38</c:v>
                </c:pt>
                <c:pt idx="31">
                  <c:v>12472.56</c:v>
                </c:pt>
                <c:pt idx="32">
                  <c:v>12472.74</c:v>
                </c:pt>
                <c:pt idx="33">
                  <c:v>12653.36</c:v>
                </c:pt>
                <c:pt idx="34">
                  <c:v>12833.97</c:v>
                </c:pt>
                <c:pt idx="35">
                  <c:v>13012.07</c:v>
                </c:pt>
                <c:pt idx="36">
                  <c:v>13190.17</c:v>
                </c:pt>
                <c:pt idx="37">
                  <c:v>13363.46</c:v>
                </c:pt>
                <c:pt idx="38">
                  <c:v>13536.74</c:v>
                </c:pt>
                <c:pt idx="39">
                  <c:v>13707.0</c:v>
                </c:pt>
                <c:pt idx="40">
                  <c:v>13877.26</c:v>
                </c:pt>
                <c:pt idx="41">
                  <c:v>14047.55</c:v>
                </c:pt>
                <c:pt idx="42">
                  <c:v>14217.83</c:v>
                </c:pt>
                <c:pt idx="43">
                  <c:v>14388.15</c:v>
                </c:pt>
                <c:pt idx="44">
                  <c:v>14558.47</c:v>
                </c:pt>
                <c:pt idx="45">
                  <c:v>14728.82</c:v>
                </c:pt>
                <c:pt idx="46">
                  <c:v>14899.17</c:v>
                </c:pt>
                <c:pt idx="47">
                  <c:v>15069.56</c:v>
                </c:pt>
                <c:pt idx="48">
                  <c:v>15239.95</c:v>
                </c:pt>
                <c:pt idx="49">
                  <c:v>15410.38</c:v>
                </c:pt>
                <c:pt idx="50">
                  <c:v>15580.81</c:v>
                </c:pt>
                <c:pt idx="51">
                  <c:v>15580.98</c:v>
                </c:pt>
                <c:pt idx="52">
                  <c:v>15581.15</c:v>
                </c:pt>
                <c:pt idx="53">
                  <c:v>15724.6</c:v>
                </c:pt>
                <c:pt idx="54">
                  <c:v>15868.05</c:v>
                </c:pt>
                <c:pt idx="55">
                  <c:v>16012.52</c:v>
                </c:pt>
                <c:pt idx="56">
                  <c:v>16157.0</c:v>
                </c:pt>
                <c:pt idx="57">
                  <c:v>16305.36</c:v>
                </c:pt>
                <c:pt idx="58">
                  <c:v>16453.73</c:v>
                </c:pt>
                <c:pt idx="59">
                  <c:v>16604.92</c:v>
                </c:pt>
                <c:pt idx="60">
                  <c:v>16756.11</c:v>
                </c:pt>
                <c:pt idx="61">
                  <c:v>16908.72</c:v>
                </c:pt>
                <c:pt idx="62">
                  <c:v>17061.33</c:v>
                </c:pt>
                <c:pt idx="63">
                  <c:v>17061.51</c:v>
                </c:pt>
                <c:pt idx="64">
                  <c:v>17061.7</c:v>
                </c:pt>
                <c:pt idx="65">
                  <c:v>17079.93</c:v>
                </c:pt>
                <c:pt idx="66">
                  <c:v>17098.17</c:v>
                </c:pt>
                <c:pt idx="67">
                  <c:v>17098.35</c:v>
                </c:pt>
                <c:pt idx="68">
                  <c:v>17098.54</c:v>
                </c:pt>
                <c:pt idx="69">
                  <c:v>17153.62</c:v>
                </c:pt>
                <c:pt idx="70">
                  <c:v>17208.7</c:v>
                </c:pt>
                <c:pt idx="71">
                  <c:v>17208.88</c:v>
                </c:pt>
                <c:pt idx="72">
                  <c:v>17209.07</c:v>
                </c:pt>
                <c:pt idx="73">
                  <c:v>17245.73</c:v>
                </c:pt>
                <c:pt idx="74">
                  <c:v>17282.39</c:v>
                </c:pt>
                <c:pt idx="75">
                  <c:v>17282.58</c:v>
                </c:pt>
                <c:pt idx="76">
                  <c:v>17282.76</c:v>
                </c:pt>
                <c:pt idx="77">
                  <c:v>17372.86</c:v>
                </c:pt>
                <c:pt idx="78">
                  <c:v>17462.97</c:v>
                </c:pt>
                <c:pt idx="79">
                  <c:v>17463.15</c:v>
                </c:pt>
                <c:pt idx="80">
                  <c:v>17463.33</c:v>
                </c:pt>
                <c:pt idx="81">
                  <c:v>17480.66</c:v>
                </c:pt>
                <c:pt idx="82">
                  <c:v>17497.98</c:v>
                </c:pt>
                <c:pt idx="83">
                  <c:v>17498.16</c:v>
                </c:pt>
                <c:pt idx="84">
                  <c:v>17498.35</c:v>
                </c:pt>
                <c:pt idx="85">
                  <c:v>17544.24</c:v>
                </c:pt>
                <c:pt idx="86">
                  <c:v>17590.13</c:v>
                </c:pt>
                <c:pt idx="87">
                  <c:v>17590.13</c:v>
                </c:pt>
                <c:pt idx="88">
                  <c:v>17590.13</c:v>
                </c:pt>
                <c:pt idx="89">
                  <c:v>17590.13</c:v>
                </c:pt>
                <c:pt idx="90">
                  <c:v>17590.13</c:v>
                </c:pt>
                <c:pt idx="91">
                  <c:v>17590.13</c:v>
                </c:pt>
                <c:pt idx="92">
                  <c:v>17590.13</c:v>
                </c:pt>
                <c:pt idx="93">
                  <c:v>17590.13</c:v>
                </c:pt>
                <c:pt idx="94">
                  <c:v>17590.13</c:v>
                </c:pt>
              </c:numCache>
            </c:numRef>
          </c:xVal>
          <c:yVal>
            <c:numRef>
              <c:f>Sheet1!$B$99:$B$193</c:f>
              <c:numCache>
                <c:formatCode>General</c:formatCode>
                <c:ptCount val="95"/>
                <c:pt idx="0">
                  <c:v>1785.0</c:v>
                </c:pt>
                <c:pt idx="1">
                  <c:v>1796.95</c:v>
                </c:pt>
                <c:pt idx="2">
                  <c:v>1808.9</c:v>
                </c:pt>
                <c:pt idx="3">
                  <c:v>1809.0</c:v>
                </c:pt>
                <c:pt idx="4">
                  <c:v>1809.1</c:v>
                </c:pt>
                <c:pt idx="5">
                  <c:v>1847.0</c:v>
                </c:pt>
                <c:pt idx="6">
                  <c:v>1884.9</c:v>
                </c:pt>
                <c:pt idx="7">
                  <c:v>1885.0</c:v>
                </c:pt>
                <c:pt idx="8">
                  <c:v>1885.1</c:v>
                </c:pt>
                <c:pt idx="9">
                  <c:v>1975.09</c:v>
                </c:pt>
                <c:pt idx="10">
                  <c:v>2065.07</c:v>
                </c:pt>
                <c:pt idx="11">
                  <c:v>2155.06</c:v>
                </c:pt>
                <c:pt idx="12">
                  <c:v>2245.04</c:v>
                </c:pt>
                <c:pt idx="13">
                  <c:v>2335.03</c:v>
                </c:pt>
                <c:pt idx="14">
                  <c:v>2425.01</c:v>
                </c:pt>
                <c:pt idx="15">
                  <c:v>2515.0</c:v>
                </c:pt>
                <c:pt idx="16">
                  <c:v>2604.99</c:v>
                </c:pt>
                <c:pt idx="17">
                  <c:v>2694.97</c:v>
                </c:pt>
                <c:pt idx="18">
                  <c:v>2784.96</c:v>
                </c:pt>
                <c:pt idx="19">
                  <c:v>2874.94</c:v>
                </c:pt>
                <c:pt idx="20">
                  <c:v>2964.93</c:v>
                </c:pt>
                <c:pt idx="21">
                  <c:v>3054.91</c:v>
                </c:pt>
                <c:pt idx="22">
                  <c:v>3144.9</c:v>
                </c:pt>
                <c:pt idx="23">
                  <c:v>3145.0</c:v>
                </c:pt>
                <c:pt idx="24">
                  <c:v>3145.1</c:v>
                </c:pt>
                <c:pt idx="25">
                  <c:v>3225.0</c:v>
                </c:pt>
                <c:pt idx="26">
                  <c:v>3304.9</c:v>
                </c:pt>
                <c:pt idx="27">
                  <c:v>3305.0</c:v>
                </c:pt>
                <c:pt idx="28">
                  <c:v>3305.1</c:v>
                </c:pt>
                <c:pt idx="29">
                  <c:v>3365.0</c:v>
                </c:pt>
                <c:pt idx="30">
                  <c:v>3424.9</c:v>
                </c:pt>
                <c:pt idx="31">
                  <c:v>3425.0</c:v>
                </c:pt>
                <c:pt idx="32">
                  <c:v>3425.1</c:v>
                </c:pt>
                <c:pt idx="33">
                  <c:v>3523.7</c:v>
                </c:pt>
                <c:pt idx="34">
                  <c:v>3622.3</c:v>
                </c:pt>
                <c:pt idx="35">
                  <c:v>3720.9</c:v>
                </c:pt>
                <c:pt idx="36">
                  <c:v>3819.5</c:v>
                </c:pt>
                <c:pt idx="37">
                  <c:v>3918.1</c:v>
                </c:pt>
                <c:pt idx="38">
                  <c:v>4016.7</c:v>
                </c:pt>
                <c:pt idx="39">
                  <c:v>4115.3</c:v>
                </c:pt>
                <c:pt idx="40">
                  <c:v>4213.9</c:v>
                </c:pt>
                <c:pt idx="41">
                  <c:v>4312.5</c:v>
                </c:pt>
                <c:pt idx="42">
                  <c:v>4411.1</c:v>
                </c:pt>
                <c:pt idx="43">
                  <c:v>4509.7</c:v>
                </c:pt>
                <c:pt idx="44">
                  <c:v>4608.3</c:v>
                </c:pt>
                <c:pt idx="45">
                  <c:v>4706.9</c:v>
                </c:pt>
                <c:pt idx="46">
                  <c:v>4805.5</c:v>
                </c:pt>
                <c:pt idx="47">
                  <c:v>4904.1</c:v>
                </c:pt>
                <c:pt idx="48">
                  <c:v>5002.7</c:v>
                </c:pt>
                <c:pt idx="49">
                  <c:v>5101.3</c:v>
                </c:pt>
                <c:pt idx="50">
                  <c:v>5199.9</c:v>
                </c:pt>
                <c:pt idx="51">
                  <c:v>5200.0</c:v>
                </c:pt>
                <c:pt idx="52">
                  <c:v>5200.1</c:v>
                </c:pt>
                <c:pt idx="53">
                  <c:v>5283.08</c:v>
                </c:pt>
                <c:pt idx="54">
                  <c:v>5366.06</c:v>
                </c:pt>
                <c:pt idx="55">
                  <c:v>5449.04</c:v>
                </c:pt>
                <c:pt idx="56">
                  <c:v>5532.02</c:v>
                </c:pt>
                <c:pt idx="57">
                  <c:v>5615.0</c:v>
                </c:pt>
                <c:pt idx="58">
                  <c:v>5697.98</c:v>
                </c:pt>
                <c:pt idx="59">
                  <c:v>5780.96</c:v>
                </c:pt>
                <c:pt idx="60">
                  <c:v>5863.94</c:v>
                </c:pt>
                <c:pt idx="61">
                  <c:v>5946.92</c:v>
                </c:pt>
                <c:pt idx="62">
                  <c:v>6029.9</c:v>
                </c:pt>
                <c:pt idx="63">
                  <c:v>6030.0</c:v>
                </c:pt>
                <c:pt idx="64">
                  <c:v>6030.1</c:v>
                </c:pt>
                <c:pt idx="65">
                  <c:v>6040.0</c:v>
                </c:pt>
                <c:pt idx="66">
                  <c:v>6049.9</c:v>
                </c:pt>
                <c:pt idx="67">
                  <c:v>6050.0</c:v>
                </c:pt>
                <c:pt idx="68">
                  <c:v>6050.1</c:v>
                </c:pt>
                <c:pt idx="69">
                  <c:v>6080.0</c:v>
                </c:pt>
                <c:pt idx="70">
                  <c:v>6109.9</c:v>
                </c:pt>
                <c:pt idx="71">
                  <c:v>6110.0</c:v>
                </c:pt>
                <c:pt idx="72">
                  <c:v>6110.1</c:v>
                </c:pt>
                <c:pt idx="73">
                  <c:v>6130.0</c:v>
                </c:pt>
                <c:pt idx="74">
                  <c:v>6149.9</c:v>
                </c:pt>
                <c:pt idx="75">
                  <c:v>6150.0</c:v>
                </c:pt>
                <c:pt idx="76">
                  <c:v>6150.1</c:v>
                </c:pt>
                <c:pt idx="77">
                  <c:v>6199.0</c:v>
                </c:pt>
                <c:pt idx="78">
                  <c:v>6247.9</c:v>
                </c:pt>
                <c:pt idx="79">
                  <c:v>6248.0</c:v>
                </c:pt>
                <c:pt idx="80">
                  <c:v>6248.1</c:v>
                </c:pt>
                <c:pt idx="81">
                  <c:v>6257.5</c:v>
                </c:pt>
                <c:pt idx="82">
                  <c:v>6266.9</c:v>
                </c:pt>
                <c:pt idx="83">
                  <c:v>6267.0</c:v>
                </c:pt>
                <c:pt idx="84">
                  <c:v>6267.1</c:v>
                </c:pt>
                <c:pt idx="85">
                  <c:v>6292.0</c:v>
                </c:pt>
                <c:pt idx="86">
                  <c:v>6316.9</c:v>
                </c:pt>
                <c:pt idx="87">
                  <c:v>6316.9</c:v>
                </c:pt>
                <c:pt idx="88">
                  <c:v>6316.9</c:v>
                </c:pt>
                <c:pt idx="89">
                  <c:v>6316.9</c:v>
                </c:pt>
                <c:pt idx="90">
                  <c:v>6316.9</c:v>
                </c:pt>
                <c:pt idx="91">
                  <c:v>6316.9</c:v>
                </c:pt>
                <c:pt idx="92">
                  <c:v>6316.9</c:v>
                </c:pt>
                <c:pt idx="93">
                  <c:v>6316.9</c:v>
                </c:pt>
                <c:pt idx="94">
                  <c:v>6316.9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Sheet1!$B$195</c:f>
              <c:strCache>
                <c:ptCount val="1"/>
                <c:pt idx="0">
                  <c:v>Anular B</c:v>
                </c:pt>
              </c:strCache>
            </c:strRef>
          </c:tx>
          <c:spPr>
            <a:ln w="25400">
              <a:solidFill>
                <a:srgbClr val="34495E"/>
              </a:solidFill>
            </a:ln>
          </c:spPr>
          <c:marker>
            <c:symbol val="none"/>
          </c:marker>
          <c:xVal>
            <c:numRef>
              <c:f>Sheet1!$A$196:$A$290</c:f>
              <c:numCache>
                <c:formatCode>General</c:formatCode>
                <c:ptCount val="95"/>
                <c:pt idx="0">
                  <c:v>5208.73</c:v>
                </c:pt>
                <c:pt idx="1">
                  <c:v>5234.49</c:v>
                </c:pt>
                <c:pt idx="2">
                  <c:v>5260.25</c:v>
                </c:pt>
                <c:pt idx="3">
                  <c:v>5260.46</c:v>
                </c:pt>
                <c:pt idx="4">
                  <c:v>5260.68</c:v>
                </c:pt>
                <c:pt idx="5">
                  <c:v>5342.37</c:v>
                </c:pt>
                <c:pt idx="6">
                  <c:v>5424.06</c:v>
                </c:pt>
                <c:pt idx="7">
                  <c:v>5424.27</c:v>
                </c:pt>
                <c:pt idx="8">
                  <c:v>5424.49</c:v>
                </c:pt>
                <c:pt idx="9">
                  <c:v>5618.47</c:v>
                </c:pt>
                <c:pt idx="10">
                  <c:v>5812.46</c:v>
                </c:pt>
                <c:pt idx="11">
                  <c:v>6006.47</c:v>
                </c:pt>
                <c:pt idx="12">
                  <c:v>6200.49</c:v>
                </c:pt>
                <c:pt idx="13">
                  <c:v>6394.54</c:v>
                </c:pt>
                <c:pt idx="14">
                  <c:v>6588.6</c:v>
                </c:pt>
                <c:pt idx="15">
                  <c:v>6782.7</c:v>
                </c:pt>
                <c:pt idx="16">
                  <c:v>6976.8</c:v>
                </c:pt>
                <c:pt idx="17">
                  <c:v>7170.96</c:v>
                </c:pt>
                <c:pt idx="18">
                  <c:v>7365.11</c:v>
                </c:pt>
                <c:pt idx="19">
                  <c:v>7559.44</c:v>
                </c:pt>
                <c:pt idx="20">
                  <c:v>7753.77</c:v>
                </c:pt>
                <c:pt idx="21">
                  <c:v>7948.15</c:v>
                </c:pt>
                <c:pt idx="22">
                  <c:v>8142.54</c:v>
                </c:pt>
                <c:pt idx="23">
                  <c:v>8142.75</c:v>
                </c:pt>
                <c:pt idx="24">
                  <c:v>8142.97</c:v>
                </c:pt>
                <c:pt idx="25">
                  <c:v>8315.59</c:v>
                </c:pt>
                <c:pt idx="26">
                  <c:v>8488.22</c:v>
                </c:pt>
                <c:pt idx="27">
                  <c:v>8488.44</c:v>
                </c:pt>
                <c:pt idx="28">
                  <c:v>8488.65</c:v>
                </c:pt>
                <c:pt idx="29">
                  <c:v>8618.09</c:v>
                </c:pt>
                <c:pt idx="30">
                  <c:v>8747.53</c:v>
                </c:pt>
                <c:pt idx="31">
                  <c:v>8747.74</c:v>
                </c:pt>
                <c:pt idx="32">
                  <c:v>8747.96</c:v>
                </c:pt>
                <c:pt idx="33">
                  <c:v>8960.49</c:v>
                </c:pt>
                <c:pt idx="34">
                  <c:v>9173.01</c:v>
                </c:pt>
                <c:pt idx="35">
                  <c:v>9382.61</c:v>
                </c:pt>
                <c:pt idx="36">
                  <c:v>9592.2</c:v>
                </c:pt>
                <c:pt idx="37">
                  <c:v>9796.16</c:v>
                </c:pt>
                <c:pt idx="38">
                  <c:v>10000.12</c:v>
                </c:pt>
                <c:pt idx="39">
                  <c:v>10200.54</c:v>
                </c:pt>
                <c:pt idx="40">
                  <c:v>10400.95</c:v>
                </c:pt>
                <c:pt idx="41">
                  <c:v>10601.42</c:v>
                </c:pt>
                <c:pt idx="42">
                  <c:v>10801.88</c:v>
                </c:pt>
                <c:pt idx="43">
                  <c:v>11002.4</c:v>
                </c:pt>
                <c:pt idx="44">
                  <c:v>11202.92</c:v>
                </c:pt>
                <c:pt idx="45">
                  <c:v>11403.49</c:v>
                </c:pt>
                <c:pt idx="46">
                  <c:v>11604.06</c:v>
                </c:pt>
                <c:pt idx="47">
                  <c:v>11804.69</c:v>
                </c:pt>
                <c:pt idx="48">
                  <c:v>12005.32</c:v>
                </c:pt>
                <c:pt idx="49">
                  <c:v>12206.02</c:v>
                </c:pt>
                <c:pt idx="50">
                  <c:v>12406.71</c:v>
                </c:pt>
                <c:pt idx="51">
                  <c:v>12406.71</c:v>
                </c:pt>
                <c:pt idx="52">
                  <c:v>12406.71</c:v>
                </c:pt>
                <c:pt idx="53">
                  <c:v>12406.71</c:v>
                </c:pt>
                <c:pt idx="54">
                  <c:v>12406.71</c:v>
                </c:pt>
                <c:pt idx="55">
                  <c:v>12406.71</c:v>
                </c:pt>
                <c:pt idx="56">
                  <c:v>12406.71</c:v>
                </c:pt>
                <c:pt idx="57">
                  <c:v>12406.71</c:v>
                </c:pt>
                <c:pt idx="58">
                  <c:v>12406.71</c:v>
                </c:pt>
                <c:pt idx="59">
                  <c:v>12406.71</c:v>
                </c:pt>
                <c:pt idx="60">
                  <c:v>12406.71</c:v>
                </c:pt>
                <c:pt idx="61">
                  <c:v>12406.71</c:v>
                </c:pt>
                <c:pt idx="62">
                  <c:v>12406.71</c:v>
                </c:pt>
                <c:pt idx="63">
                  <c:v>12406.71</c:v>
                </c:pt>
                <c:pt idx="64">
                  <c:v>12406.71</c:v>
                </c:pt>
                <c:pt idx="65">
                  <c:v>12406.71</c:v>
                </c:pt>
                <c:pt idx="66">
                  <c:v>12406.71</c:v>
                </c:pt>
                <c:pt idx="67">
                  <c:v>12406.71</c:v>
                </c:pt>
                <c:pt idx="68">
                  <c:v>12406.71</c:v>
                </c:pt>
                <c:pt idx="69">
                  <c:v>12406.71</c:v>
                </c:pt>
                <c:pt idx="70">
                  <c:v>12406.71</c:v>
                </c:pt>
                <c:pt idx="71">
                  <c:v>12406.71</c:v>
                </c:pt>
                <c:pt idx="72">
                  <c:v>12406.71</c:v>
                </c:pt>
                <c:pt idx="73">
                  <c:v>12406.71</c:v>
                </c:pt>
                <c:pt idx="74">
                  <c:v>12406.71</c:v>
                </c:pt>
                <c:pt idx="75">
                  <c:v>12406.71</c:v>
                </c:pt>
                <c:pt idx="76">
                  <c:v>12406.71</c:v>
                </c:pt>
                <c:pt idx="77">
                  <c:v>12406.71</c:v>
                </c:pt>
                <c:pt idx="78">
                  <c:v>12406.71</c:v>
                </c:pt>
                <c:pt idx="79">
                  <c:v>12406.71</c:v>
                </c:pt>
                <c:pt idx="80">
                  <c:v>12406.71</c:v>
                </c:pt>
                <c:pt idx="81">
                  <c:v>12406.71</c:v>
                </c:pt>
                <c:pt idx="82">
                  <c:v>12406.71</c:v>
                </c:pt>
                <c:pt idx="83">
                  <c:v>12406.71</c:v>
                </c:pt>
                <c:pt idx="84">
                  <c:v>12406.71</c:v>
                </c:pt>
                <c:pt idx="85">
                  <c:v>12406.71</c:v>
                </c:pt>
                <c:pt idx="86">
                  <c:v>12406.71</c:v>
                </c:pt>
                <c:pt idx="87">
                  <c:v>12406.71</c:v>
                </c:pt>
                <c:pt idx="88">
                  <c:v>12406.71</c:v>
                </c:pt>
                <c:pt idx="89">
                  <c:v>12406.71</c:v>
                </c:pt>
                <c:pt idx="90">
                  <c:v>12406.71</c:v>
                </c:pt>
                <c:pt idx="91">
                  <c:v>12406.71</c:v>
                </c:pt>
                <c:pt idx="92">
                  <c:v>12406.71</c:v>
                </c:pt>
                <c:pt idx="93">
                  <c:v>12406.71</c:v>
                </c:pt>
                <c:pt idx="94">
                  <c:v>12406.71</c:v>
                </c:pt>
              </c:numCache>
            </c:numRef>
          </c:xVal>
          <c:yVal>
            <c:numRef>
              <c:f>Sheet1!$B$196:$B$290</c:f>
              <c:numCache>
                <c:formatCode>General</c:formatCode>
                <c:ptCount val="95"/>
                <c:pt idx="0">
                  <c:v>1785.0</c:v>
                </c:pt>
                <c:pt idx="1">
                  <c:v>1796.95</c:v>
                </c:pt>
                <c:pt idx="2">
                  <c:v>1808.9</c:v>
                </c:pt>
                <c:pt idx="3">
                  <c:v>1809.0</c:v>
                </c:pt>
                <c:pt idx="4">
                  <c:v>1809.1</c:v>
                </c:pt>
                <c:pt idx="5">
                  <c:v>1847.0</c:v>
                </c:pt>
                <c:pt idx="6">
                  <c:v>1884.9</c:v>
                </c:pt>
                <c:pt idx="7">
                  <c:v>1885.0</c:v>
                </c:pt>
                <c:pt idx="8">
                  <c:v>1885.1</c:v>
                </c:pt>
                <c:pt idx="9">
                  <c:v>1975.09</c:v>
                </c:pt>
                <c:pt idx="10">
                  <c:v>2065.07</c:v>
                </c:pt>
                <c:pt idx="11">
                  <c:v>2155.06</c:v>
                </c:pt>
                <c:pt idx="12">
                  <c:v>2245.04</c:v>
                </c:pt>
                <c:pt idx="13">
                  <c:v>2335.03</c:v>
                </c:pt>
                <c:pt idx="14">
                  <c:v>2425.01</c:v>
                </c:pt>
                <c:pt idx="15">
                  <c:v>2515.0</c:v>
                </c:pt>
                <c:pt idx="16">
                  <c:v>2604.99</c:v>
                </c:pt>
                <c:pt idx="17">
                  <c:v>2694.97</c:v>
                </c:pt>
                <c:pt idx="18">
                  <c:v>2784.96</c:v>
                </c:pt>
                <c:pt idx="19">
                  <c:v>2874.94</c:v>
                </c:pt>
                <c:pt idx="20">
                  <c:v>2964.93</c:v>
                </c:pt>
                <c:pt idx="21">
                  <c:v>3054.91</c:v>
                </c:pt>
                <c:pt idx="22">
                  <c:v>3144.9</c:v>
                </c:pt>
                <c:pt idx="23">
                  <c:v>3145.0</c:v>
                </c:pt>
                <c:pt idx="24">
                  <c:v>3145.1</c:v>
                </c:pt>
                <c:pt idx="25">
                  <c:v>3225.0</c:v>
                </c:pt>
                <c:pt idx="26">
                  <c:v>3304.9</c:v>
                </c:pt>
                <c:pt idx="27">
                  <c:v>3305.0</c:v>
                </c:pt>
                <c:pt idx="28">
                  <c:v>3305.1</c:v>
                </c:pt>
                <c:pt idx="29">
                  <c:v>3365.0</c:v>
                </c:pt>
                <c:pt idx="30">
                  <c:v>3424.9</c:v>
                </c:pt>
                <c:pt idx="31">
                  <c:v>3425.0</c:v>
                </c:pt>
                <c:pt idx="32">
                  <c:v>3425.1</c:v>
                </c:pt>
                <c:pt idx="33">
                  <c:v>3523.7</c:v>
                </c:pt>
                <c:pt idx="34">
                  <c:v>3622.3</c:v>
                </c:pt>
                <c:pt idx="35">
                  <c:v>3720.9</c:v>
                </c:pt>
                <c:pt idx="36">
                  <c:v>3819.5</c:v>
                </c:pt>
                <c:pt idx="37">
                  <c:v>3918.1</c:v>
                </c:pt>
                <c:pt idx="38">
                  <c:v>4016.7</c:v>
                </c:pt>
                <c:pt idx="39">
                  <c:v>4115.3</c:v>
                </c:pt>
                <c:pt idx="40">
                  <c:v>4213.9</c:v>
                </c:pt>
                <c:pt idx="41">
                  <c:v>4312.5</c:v>
                </c:pt>
                <c:pt idx="42">
                  <c:v>4411.1</c:v>
                </c:pt>
                <c:pt idx="43">
                  <c:v>4509.7</c:v>
                </c:pt>
                <c:pt idx="44">
                  <c:v>4608.3</c:v>
                </c:pt>
                <c:pt idx="45">
                  <c:v>4706.9</c:v>
                </c:pt>
                <c:pt idx="46">
                  <c:v>4805.5</c:v>
                </c:pt>
                <c:pt idx="47">
                  <c:v>4904.1</c:v>
                </c:pt>
                <c:pt idx="48">
                  <c:v>5002.7</c:v>
                </c:pt>
                <c:pt idx="49">
                  <c:v>5101.3</c:v>
                </c:pt>
                <c:pt idx="50">
                  <c:v>5199.9</c:v>
                </c:pt>
                <c:pt idx="51">
                  <c:v>5199.9</c:v>
                </c:pt>
                <c:pt idx="52">
                  <c:v>5199.9</c:v>
                </c:pt>
                <c:pt idx="53">
                  <c:v>5199.9</c:v>
                </c:pt>
                <c:pt idx="54">
                  <c:v>5199.9</c:v>
                </c:pt>
                <c:pt idx="55">
                  <c:v>5199.9</c:v>
                </c:pt>
                <c:pt idx="56">
                  <c:v>5199.9</c:v>
                </c:pt>
                <c:pt idx="57">
                  <c:v>5199.9</c:v>
                </c:pt>
                <c:pt idx="58">
                  <c:v>5199.9</c:v>
                </c:pt>
                <c:pt idx="59">
                  <c:v>5199.9</c:v>
                </c:pt>
                <c:pt idx="60">
                  <c:v>5199.9</c:v>
                </c:pt>
                <c:pt idx="61">
                  <c:v>5199.9</c:v>
                </c:pt>
                <c:pt idx="62">
                  <c:v>5199.9</c:v>
                </c:pt>
                <c:pt idx="63">
                  <c:v>5199.9</c:v>
                </c:pt>
                <c:pt idx="64">
                  <c:v>5199.9</c:v>
                </c:pt>
                <c:pt idx="65">
                  <c:v>5199.9</c:v>
                </c:pt>
                <c:pt idx="66">
                  <c:v>5199.9</c:v>
                </c:pt>
                <c:pt idx="67">
                  <c:v>5199.9</c:v>
                </c:pt>
                <c:pt idx="68">
                  <c:v>5199.9</c:v>
                </c:pt>
                <c:pt idx="69">
                  <c:v>5199.9</c:v>
                </c:pt>
                <c:pt idx="70">
                  <c:v>5199.9</c:v>
                </c:pt>
                <c:pt idx="71">
                  <c:v>5199.9</c:v>
                </c:pt>
                <c:pt idx="72">
                  <c:v>5199.9</c:v>
                </c:pt>
                <c:pt idx="73">
                  <c:v>5199.9</c:v>
                </c:pt>
                <c:pt idx="74">
                  <c:v>5199.9</c:v>
                </c:pt>
                <c:pt idx="75">
                  <c:v>5199.9</c:v>
                </c:pt>
                <c:pt idx="76">
                  <c:v>5199.9</c:v>
                </c:pt>
                <c:pt idx="77">
                  <c:v>5199.9</c:v>
                </c:pt>
                <c:pt idx="78">
                  <c:v>5199.9</c:v>
                </c:pt>
                <c:pt idx="79">
                  <c:v>5199.9</c:v>
                </c:pt>
                <c:pt idx="80">
                  <c:v>5199.9</c:v>
                </c:pt>
                <c:pt idx="81">
                  <c:v>5199.9</c:v>
                </c:pt>
                <c:pt idx="82">
                  <c:v>5199.9</c:v>
                </c:pt>
                <c:pt idx="83">
                  <c:v>5199.9</c:v>
                </c:pt>
                <c:pt idx="84">
                  <c:v>5199.9</c:v>
                </c:pt>
                <c:pt idx="85">
                  <c:v>5199.9</c:v>
                </c:pt>
                <c:pt idx="86">
                  <c:v>5199.9</c:v>
                </c:pt>
                <c:pt idx="87">
                  <c:v>5199.9</c:v>
                </c:pt>
                <c:pt idx="88">
                  <c:v>5199.9</c:v>
                </c:pt>
                <c:pt idx="89">
                  <c:v>5199.9</c:v>
                </c:pt>
                <c:pt idx="90">
                  <c:v>5199.9</c:v>
                </c:pt>
                <c:pt idx="91">
                  <c:v>5199.9</c:v>
                </c:pt>
                <c:pt idx="92">
                  <c:v>5199.9</c:v>
                </c:pt>
                <c:pt idx="93">
                  <c:v>5199.9</c:v>
                </c:pt>
                <c:pt idx="94">
                  <c:v>5199.9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22500.0"/>
          <c:min val="2500.0"/>
        </c:scaling>
        <c:delete val="0"/>
        <c:axPos val="b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Pressão interna (psi)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  <c:majorUnit val="2500.0"/>
      </c:valAx>
      <c:valAx>
        <c:axId val="-2129643912"/>
        <c:scaling>
          <c:orientation val="maxMin"/>
          <c:max val="7000.0"/>
          <c:min val="1500.0"/>
        </c:scaling>
        <c:delete val="0"/>
        <c:axPos val="l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MD (m)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  <c:majorUnit val="500.0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5B6B76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B2B36"/>
                </a:solidFill>
                <a:latin typeface="Calibri"/>
              </a:rPr>
              <a:t>WellCat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22"</c:v>
                </c:pt>
              </c:strCache>
            </c:strRef>
          </c:tx>
          <c:spPr>
            <a:ln w="25400">
              <a:solidFill>
                <a:srgbClr val="34495E"/>
              </a:solidFill>
            </a:ln>
          </c:spPr>
          <c:marker>
            <c:symbol val="circle"/>
            <c:size val="4"/>
            <c:spPr>
              <a:solidFill>
                <a:srgbClr val="34495E"/>
              </a:solidFill>
              <a:ln>
                <a:solidFill>
                  <a:srgbClr val="34495E"/>
                </a:solidFill>
              </a:ln>
            </c:spPr>
          </c:marker>
          <c:xVal>
            <c:numRef>
              <c:f>Sheet1!$A$2:$A$115</c:f>
              <c:numCache>
                <c:formatCode>General</c:formatCode>
                <c:ptCount val="114"/>
                <c:pt idx="0">
                  <c:v>5136.97</c:v>
                </c:pt>
                <c:pt idx="1">
                  <c:v>5190.01</c:v>
                </c:pt>
                <c:pt idx="2">
                  <c:v>5190.14</c:v>
                </c:pt>
                <c:pt idx="3">
                  <c:v>5233.94</c:v>
                </c:pt>
                <c:pt idx="4">
                  <c:v>5358.39</c:v>
                </c:pt>
                <c:pt idx="5">
                  <c:v>5358.53</c:v>
                </c:pt>
                <c:pt idx="6">
                  <c:v>5571.6</c:v>
                </c:pt>
                <c:pt idx="7">
                  <c:v>5909.27</c:v>
                </c:pt>
                <c:pt idx="8">
                  <c:v>6246.93</c:v>
                </c:pt>
                <c:pt idx="9">
                  <c:v>6584.59</c:v>
                </c:pt>
                <c:pt idx="10">
                  <c:v>6922.25</c:v>
                </c:pt>
                <c:pt idx="11">
                  <c:v>7259.91</c:v>
                </c:pt>
                <c:pt idx="12">
                  <c:v>7597.57</c:v>
                </c:pt>
                <c:pt idx="13">
                  <c:v>7884.21</c:v>
                </c:pt>
                <c:pt idx="14">
                  <c:v>7884.35</c:v>
                </c:pt>
                <c:pt idx="15">
                  <c:v>7935.24</c:v>
                </c:pt>
                <c:pt idx="16">
                  <c:v>8272.9</c:v>
                </c:pt>
                <c:pt idx="17">
                  <c:v>8610.56</c:v>
                </c:pt>
                <c:pt idx="18">
                  <c:v>8740.56</c:v>
                </c:pt>
                <c:pt idx="19">
                  <c:v>8740.69</c:v>
                </c:pt>
                <c:pt idx="20">
                  <c:v>8759.4</c:v>
                </c:pt>
                <c:pt idx="21">
                  <c:v>8759.54</c:v>
                </c:pt>
                <c:pt idx="22">
                  <c:v>8770.46</c:v>
                </c:pt>
                <c:pt idx="23">
                  <c:v>8770.46</c:v>
                </c:pt>
                <c:pt idx="24">
                  <c:v>8770.46</c:v>
                </c:pt>
                <c:pt idx="25">
                  <c:v>8770.46</c:v>
                </c:pt>
                <c:pt idx="26">
                  <c:v>8770.46</c:v>
                </c:pt>
                <c:pt idx="27">
                  <c:v>8770.46</c:v>
                </c:pt>
                <c:pt idx="28">
                  <c:v>8770.46</c:v>
                </c:pt>
                <c:pt idx="29">
                  <c:v>8770.46</c:v>
                </c:pt>
                <c:pt idx="30">
                  <c:v>8770.46</c:v>
                </c:pt>
                <c:pt idx="31">
                  <c:v>8770.46</c:v>
                </c:pt>
                <c:pt idx="32">
                  <c:v>8770.46</c:v>
                </c:pt>
                <c:pt idx="33">
                  <c:v>8770.46</c:v>
                </c:pt>
                <c:pt idx="34">
                  <c:v>8770.46</c:v>
                </c:pt>
                <c:pt idx="35">
                  <c:v>8770.46</c:v>
                </c:pt>
                <c:pt idx="36">
                  <c:v>8770.46</c:v>
                </c:pt>
                <c:pt idx="37">
                  <c:v>8770.46</c:v>
                </c:pt>
                <c:pt idx="38">
                  <c:v>8770.46</c:v>
                </c:pt>
                <c:pt idx="39">
                  <c:v>8770.46</c:v>
                </c:pt>
                <c:pt idx="40">
                  <c:v>8770.46</c:v>
                </c:pt>
                <c:pt idx="41">
                  <c:v>8770.46</c:v>
                </c:pt>
                <c:pt idx="42">
                  <c:v>8770.46</c:v>
                </c:pt>
                <c:pt idx="43">
                  <c:v>8770.46</c:v>
                </c:pt>
                <c:pt idx="44">
                  <c:v>8770.46</c:v>
                </c:pt>
                <c:pt idx="45">
                  <c:v>8770.46</c:v>
                </c:pt>
                <c:pt idx="46">
                  <c:v>8770.46</c:v>
                </c:pt>
                <c:pt idx="47">
                  <c:v>8770.46</c:v>
                </c:pt>
                <c:pt idx="48">
                  <c:v>8770.46</c:v>
                </c:pt>
                <c:pt idx="49">
                  <c:v>8770.46</c:v>
                </c:pt>
                <c:pt idx="50">
                  <c:v>8770.46</c:v>
                </c:pt>
                <c:pt idx="51">
                  <c:v>8770.46</c:v>
                </c:pt>
                <c:pt idx="52">
                  <c:v>8770.46</c:v>
                </c:pt>
                <c:pt idx="53">
                  <c:v>8770.46</c:v>
                </c:pt>
                <c:pt idx="54">
                  <c:v>8770.46</c:v>
                </c:pt>
                <c:pt idx="55">
                  <c:v>8770.46</c:v>
                </c:pt>
                <c:pt idx="56">
                  <c:v>8770.46</c:v>
                </c:pt>
                <c:pt idx="57">
                  <c:v>8770.46</c:v>
                </c:pt>
                <c:pt idx="58">
                  <c:v>8770.46</c:v>
                </c:pt>
                <c:pt idx="59">
                  <c:v>8770.46</c:v>
                </c:pt>
                <c:pt idx="60">
                  <c:v>8770.46</c:v>
                </c:pt>
                <c:pt idx="61">
                  <c:v>8770.46</c:v>
                </c:pt>
                <c:pt idx="62">
                  <c:v>8770.46</c:v>
                </c:pt>
                <c:pt idx="63">
                  <c:v>8770.46</c:v>
                </c:pt>
                <c:pt idx="64">
                  <c:v>8770.46</c:v>
                </c:pt>
                <c:pt idx="65">
                  <c:v>8770.46</c:v>
                </c:pt>
                <c:pt idx="66">
                  <c:v>8770.46</c:v>
                </c:pt>
                <c:pt idx="67">
                  <c:v>8770.46</c:v>
                </c:pt>
                <c:pt idx="68">
                  <c:v>8770.46</c:v>
                </c:pt>
                <c:pt idx="69">
                  <c:v>8770.46</c:v>
                </c:pt>
                <c:pt idx="70">
                  <c:v>8770.46</c:v>
                </c:pt>
                <c:pt idx="71">
                  <c:v>8770.46</c:v>
                </c:pt>
                <c:pt idx="72">
                  <c:v>8770.46</c:v>
                </c:pt>
                <c:pt idx="73">
                  <c:v>8770.46</c:v>
                </c:pt>
                <c:pt idx="74">
                  <c:v>8770.46</c:v>
                </c:pt>
                <c:pt idx="75">
                  <c:v>8770.46</c:v>
                </c:pt>
                <c:pt idx="76">
                  <c:v>8770.46</c:v>
                </c:pt>
                <c:pt idx="77">
                  <c:v>8770.46</c:v>
                </c:pt>
                <c:pt idx="78">
                  <c:v>8770.46</c:v>
                </c:pt>
                <c:pt idx="79">
                  <c:v>8770.46</c:v>
                </c:pt>
                <c:pt idx="80">
                  <c:v>8770.46</c:v>
                </c:pt>
                <c:pt idx="81">
                  <c:v>8770.46</c:v>
                </c:pt>
                <c:pt idx="82">
                  <c:v>8770.46</c:v>
                </c:pt>
                <c:pt idx="83">
                  <c:v>8770.46</c:v>
                </c:pt>
                <c:pt idx="84">
                  <c:v>8770.46</c:v>
                </c:pt>
                <c:pt idx="85">
                  <c:v>8770.46</c:v>
                </c:pt>
                <c:pt idx="86">
                  <c:v>8770.46</c:v>
                </c:pt>
                <c:pt idx="87">
                  <c:v>8770.46</c:v>
                </c:pt>
                <c:pt idx="88">
                  <c:v>8770.46</c:v>
                </c:pt>
                <c:pt idx="89">
                  <c:v>8770.46</c:v>
                </c:pt>
                <c:pt idx="90">
                  <c:v>8770.46</c:v>
                </c:pt>
                <c:pt idx="91">
                  <c:v>8770.46</c:v>
                </c:pt>
                <c:pt idx="92">
                  <c:v>8770.46</c:v>
                </c:pt>
                <c:pt idx="93">
                  <c:v>8770.46</c:v>
                </c:pt>
                <c:pt idx="94">
                  <c:v>8770.46</c:v>
                </c:pt>
                <c:pt idx="95">
                  <c:v>8770.46</c:v>
                </c:pt>
                <c:pt idx="96">
                  <c:v>8770.46</c:v>
                </c:pt>
                <c:pt idx="97">
                  <c:v>8770.46</c:v>
                </c:pt>
                <c:pt idx="98">
                  <c:v>8770.46</c:v>
                </c:pt>
                <c:pt idx="99">
                  <c:v>8770.46</c:v>
                </c:pt>
                <c:pt idx="100">
                  <c:v>8770.46</c:v>
                </c:pt>
                <c:pt idx="101">
                  <c:v>8770.46</c:v>
                </c:pt>
                <c:pt idx="102">
                  <c:v>8770.46</c:v>
                </c:pt>
                <c:pt idx="103">
                  <c:v>8770.46</c:v>
                </c:pt>
                <c:pt idx="104">
                  <c:v>8770.46</c:v>
                </c:pt>
                <c:pt idx="105">
                  <c:v>8770.46</c:v>
                </c:pt>
                <c:pt idx="106">
                  <c:v>8770.46</c:v>
                </c:pt>
                <c:pt idx="107">
                  <c:v>8770.46</c:v>
                </c:pt>
                <c:pt idx="108">
                  <c:v>8770.46</c:v>
                </c:pt>
                <c:pt idx="109">
                  <c:v>8770.46</c:v>
                </c:pt>
                <c:pt idx="110">
                  <c:v>8770.46</c:v>
                </c:pt>
                <c:pt idx="111">
                  <c:v>8770.46</c:v>
                </c:pt>
                <c:pt idx="112">
                  <c:v>8770.46</c:v>
                </c:pt>
                <c:pt idx="113">
                  <c:v>8770.46</c:v>
                </c:pt>
              </c:numCache>
            </c:numRef>
          </c:xVal>
          <c:yVal>
            <c:numRef>
              <c:f>Sheet1!$B$2:$B$115</c:f>
              <c:numCache>
                <c:formatCode>General</c:formatCode>
                <c:ptCount val="114"/>
                <c:pt idx="0">
                  <c:v>1785.03</c:v>
                </c:pt>
                <c:pt idx="1">
                  <c:v>1808.96</c:v>
                </c:pt>
                <c:pt idx="2">
                  <c:v>1809.02</c:v>
                </c:pt>
                <c:pt idx="3">
                  <c:v>1828.8</c:v>
                </c:pt>
                <c:pt idx="4">
                  <c:v>1884.97</c:v>
                </c:pt>
                <c:pt idx="5">
                  <c:v>1885.04</c:v>
                </c:pt>
                <c:pt idx="6">
                  <c:v>1981.2</c:v>
                </c:pt>
                <c:pt idx="7">
                  <c:v>2133.6</c:v>
                </c:pt>
                <c:pt idx="8">
                  <c:v>2286.0</c:v>
                </c:pt>
                <c:pt idx="9">
                  <c:v>2438.4</c:v>
                </c:pt>
                <c:pt idx="10">
                  <c:v>2590.8</c:v>
                </c:pt>
                <c:pt idx="11">
                  <c:v>2743.2</c:v>
                </c:pt>
                <c:pt idx="12">
                  <c:v>2895.6</c:v>
                </c:pt>
                <c:pt idx="13">
                  <c:v>3024.96</c:v>
                </c:pt>
                <c:pt idx="14">
                  <c:v>3025.02</c:v>
                </c:pt>
                <c:pt idx="15">
                  <c:v>3048.0</c:v>
                </c:pt>
                <c:pt idx="16">
                  <c:v>3200.4</c:v>
                </c:pt>
                <c:pt idx="17">
                  <c:v>3352.8</c:v>
                </c:pt>
                <c:pt idx="18">
                  <c:v>3411.47</c:v>
                </c:pt>
                <c:pt idx="19">
                  <c:v>3411.53</c:v>
                </c:pt>
                <c:pt idx="20">
                  <c:v>3419.98</c:v>
                </c:pt>
                <c:pt idx="21">
                  <c:v>3420.04</c:v>
                </c:pt>
                <c:pt idx="22">
                  <c:v>3424.98</c:v>
                </c:pt>
                <c:pt idx="23">
                  <c:v>3424.98</c:v>
                </c:pt>
                <c:pt idx="24">
                  <c:v>3424.98</c:v>
                </c:pt>
                <c:pt idx="25">
                  <c:v>3424.98</c:v>
                </c:pt>
                <c:pt idx="26">
                  <c:v>3424.98</c:v>
                </c:pt>
                <c:pt idx="27">
                  <c:v>3424.98</c:v>
                </c:pt>
                <c:pt idx="28">
                  <c:v>3424.98</c:v>
                </c:pt>
                <c:pt idx="29">
                  <c:v>3424.98</c:v>
                </c:pt>
                <c:pt idx="30">
                  <c:v>3424.98</c:v>
                </c:pt>
                <c:pt idx="31">
                  <c:v>3424.98</c:v>
                </c:pt>
                <c:pt idx="32">
                  <c:v>3424.98</c:v>
                </c:pt>
                <c:pt idx="33">
                  <c:v>3424.98</c:v>
                </c:pt>
                <c:pt idx="34">
                  <c:v>3424.98</c:v>
                </c:pt>
                <c:pt idx="35">
                  <c:v>3424.98</c:v>
                </c:pt>
                <c:pt idx="36">
                  <c:v>3424.98</c:v>
                </c:pt>
                <c:pt idx="37">
                  <c:v>3424.98</c:v>
                </c:pt>
                <c:pt idx="38">
                  <c:v>3424.98</c:v>
                </c:pt>
                <c:pt idx="39">
                  <c:v>3424.98</c:v>
                </c:pt>
                <c:pt idx="40">
                  <c:v>3424.98</c:v>
                </c:pt>
                <c:pt idx="41">
                  <c:v>3424.98</c:v>
                </c:pt>
                <c:pt idx="42">
                  <c:v>3424.98</c:v>
                </c:pt>
                <c:pt idx="43">
                  <c:v>3424.98</c:v>
                </c:pt>
                <c:pt idx="44">
                  <c:v>3424.98</c:v>
                </c:pt>
                <c:pt idx="45">
                  <c:v>3424.98</c:v>
                </c:pt>
                <c:pt idx="46">
                  <c:v>3424.98</c:v>
                </c:pt>
                <c:pt idx="47">
                  <c:v>3424.98</c:v>
                </c:pt>
                <c:pt idx="48">
                  <c:v>3424.98</c:v>
                </c:pt>
                <c:pt idx="49">
                  <c:v>3424.98</c:v>
                </c:pt>
                <c:pt idx="50">
                  <c:v>3424.98</c:v>
                </c:pt>
                <c:pt idx="51">
                  <c:v>3424.98</c:v>
                </c:pt>
                <c:pt idx="52">
                  <c:v>3424.98</c:v>
                </c:pt>
                <c:pt idx="53">
                  <c:v>3424.98</c:v>
                </c:pt>
                <c:pt idx="54">
                  <c:v>3424.98</c:v>
                </c:pt>
                <c:pt idx="55">
                  <c:v>3424.98</c:v>
                </c:pt>
                <c:pt idx="56">
                  <c:v>3424.98</c:v>
                </c:pt>
                <c:pt idx="57">
                  <c:v>3424.98</c:v>
                </c:pt>
                <c:pt idx="58">
                  <c:v>3424.98</c:v>
                </c:pt>
                <c:pt idx="59">
                  <c:v>3424.98</c:v>
                </c:pt>
                <c:pt idx="60">
                  <c:v>3424.98</c:v>
                </c:pt>
                <c:pt idx="61">
                  <c:v>3424.98</c:v>
                </c:pt>
                <c:pt idx="62">
                  <c:v>3424.98</c:v>
                </c:pt>
                <c:pt idx="63">
                  <c:v>3424.98</c:v>
                </c:pt>
                <c:pt idx="64">
                  <c:v>3424.98</c:v>
                </c:pt>
                <c:pt idx="65">
                  <c:v>3424.98</c:v>
                </c:pt>
                <c:pt idx="66">
                  <c:v>3424.98</c:v>
                </c:pt>
                <c:pt idx="67">
                  <c:v>3424.98</c:v>
                </c:pt>
                <c:pt idx="68">
                  <c:v>3424.98</c:v>
                </c:pt>
                <c:pt idx="69">
                  <c:v>3424.98</c:v>
                </c:pt>
                <c:pt idx="70">
                  <c:v>3424.98</c:v>
                </c:pt>
                <c:pt idx="71">
                  <c:v>3424.98</c:v>
                </c:pt>
                <c:pt idx="72">
                  <c:v>3424.98</c:v>
                </c:pt>
                <c:pt idx="73">
                  <c:v>3424.98</c:v>
                </c:pt>
                <c:pt idx="74">
                  <c:v>3424.98</c:v>
                </c:pt>
                <c:pt idx="75">
                  <c:v>3424.98</c:v>
                </c:pt>
                <c:pt idx="76">
                  <c:v>3424.98</c:v>
                </c:pt>
                <c:pt idx="77">
                  <c:v>3424.98</c:v>
                </c:pt>
                <c:pt idx="78">
                  <c:v>3424.98</c:v>
                </c:pt>
                <c:pt idx="79">
                  <c:v>3424.98</c:v>
                </c:pt>
                <c:pt idx="80">
                  <c:v>3424.98</c:v>
                </c:pt>
                <c:pt idx="81">
                  <c:v>3424.98</c:v>
                </c:pt>
                <c:pt idx="82">
                  <c:v>3424.98</c:v>
                </c:pt>
                <c:pt idx="83">
                  <c:v>3424.98</c:v>
                </c:pt>
                <c:pt idx="84">
                  <c:v>3424.98</c:v>
                </c:pt>
                <c:pt idx="85">
                  <c:v>3424.98</c:v>
                </c:pt>
                <c:pt idx="86">
                  <c:v>3424.98</c:v>
                </c:pt>
                <c:pt idx="87">
                  <c:v>3424.98</c:v>
                </c:pt>
                <c:pt idx="88">
                  <c:v>3424.98</c:v>
                </c:pt>
                <c:pt idx="89">
                  <c:v>3424.98</c:v>
                </c:pt>
                <c:pt idx="90">
                  <c:v>3424.98</c:v>
                </c:pt>
                <c:pt idx="91">
                  <c:v>3424.98</c:v>
                </c:pt>
                <c:pt idx="92">
                  <c:v>3424.98</c:v>
                </c:pt>
                <c:pt idx="93">
                  <c:v>3424.98</c:v>
                </c:pt>
                <c:pt idx="94">
                  <c:v>3424.98</c:v>
                </c:pt>
                <c:pt idx="95">
                  <c:v>3424.98</c:v>
                </c:pt>
                <c:pt idx="96">
                  <c:v>3424.98</c:v>
                </c:pt>
                <c:pt idx="97">
                  <c:v>3424.98</c:v>
                </c:pt>
                <c:pt idx="98">
                  <c:v>3424.98</c:v>
                </c:pt>
                <c:pt idx="99">
                  <c:v>3424.98</c:v>
                </c:pt>
                <c:pt idx="100">
                  <c:v>3424.98</c:v>
                </c:pt>
                <c:pt idx="101">
                  <c:v>3424.98</c:v>
                </c:pt>
                <c:pt idx="102">
                  <c:v>3424.98</c:v>
                </c:pt>
                <c:pt idx="103">
                  <c:v>3424.98</c:v>
                </c:pt>
                <c:pt idx="104">
                  <c:v>3424.98</c:v>
                </c:pt>
                <c:pt idx="105">
                  <c:v>3424.98</c:v>
                </c:pt>
                <c:pt idx="106">
                  <c:v>3424.98</c:v>
                </c:pt>
                <c:pt idx="107">
                  <c:v>3424.98</c:v>
                </c:pt>
                <c:pt idx="108">
                  <c:v>3424.98</c:v>
                </c:pt>
                <c:pt idx="109">
                  <c:v>3424.98</c:v>
                </c:pt>
                <c:pt idx="110">
                  <c:v>3424.98</c:v>
                </c:pt>
                <c:pt idx="111">
                  <c:v>3424.98</c:v>
                </c:pt>
                <c:pt idx="112">
                  <c:v>3424.98</c:v>
                </c:pt>
                <c:pt idx="113">
                  <c:v>3424.98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Sheet1!$B$117</c:f>
              <c:strCache>
                <c:ptCount val="1"/>
                <c:pt idx="0">
                  <c:v>14"</c:v>
                </c:pt>
              </c:strCache>
            </c:strRef>
          </c:tx>
          <c:spPr>
            <a:ln w="25400">
              <a:solidFill>
                <a:srgbClr val="6C5B9E"/>
              </a:solidFill>
            </a:ln>
          </c:spPr>
          <c:marker>
            <c:symbol val="none"/>
          </c:marker>
          <c:xVal>
            <c:numRef>
              <c:f>Sheet1!$A$118:$A$231</c:f>
              <c:numCache>
                <c:formatCode>General</c:formatCode>
                <c:ptCount val="114"/>
                <c:pt idx="0">
                  <c:v>9673.5</c:v>
                </c:pt>
                <c:pt idx="1">
                  <c:v>9773.88</c:v>
                </c:pt>
                <c:pt idx="2">
                  <c:v>10123.37</c:v>
                </c:pt>
                <c:pt idx="3">
                  <c:v>10472.87</c:v>
                </c:pt>
                <c:pt idx="4">
                  <c:v>10822.37</c:v>
                </c:pt>
                <c:pt idx="5">
                  <c:v>11171.86</c:v>
                </c:pt>
                <c:pt idx="6">
                  <c:v>11521.36</c:v>
                </c:pt>
                <c:pt idx="7">
                  <c:v>11870.85</c:v>
                </c:pt>
                <c:pt idx="8">
                  <c:v>12220.35</c:v>
                </c:pt>
                <c:pt idx="9">
                  <c:v>12517.03</c:v>
                </c:pt>
                <c:pt idx="10">
                  <c:v>12517.17</c:v>
                </c:pt>
                <c:pt idx="11">
                  <c:v>12569.85</c:v>
                </c:pt>
                <c:pt idx="12">
                  <c:v>12919.34</c:v>
                </c:pt>
                <c:pt idx="13">
                  <c:v>13268.84</c:v>
                </c:pt>
                <c:pt idx="14">
                  <c:v>13403.4</c:v>
                </c:pt>
                <c:pt idx="15">
                  <c:v>13403.54</c:v>
                </c:pt>
                <c:pt idx="16">
                  <c:v>13422.9</c:v>
                </c:pt>
                <c:pt idx="17">
                  <c:v>13423.04</c:v>
                </c:pt>
                <c:pt idx="18">
                  <c:v>13434.35</c:v>
                </c:pt>
                <c:pt idx="19">
                  <c:v>13434.49</c:v>
                </c:pt>
                <c:pt idx="20">
                  <c:v>13491.68</c:v>
                </c:pt>
                <c:pt idx="21">
                  <c:v>13491.82</c:v>
                </c:pt>
                <c:pt idx="22">
                  <c:v>13560.46</c:v>
                </c:pt>
                <c:pt idx="23">
                  <c:v>13560.6</c:v>
                </c:pt>
                <c:pt idx="24">
                  <c:v>13618.22</c:v>
                </c:pt>
                <c:pt idx="25">
                  <c:v>13697.81</c:v>
                </c:pt>
                <c:pt idx="26">
                  <c:v>13697.95</c:v>
                </c:pt>
                <c:pt idx="27">
                  <c:v>13766.31</c:v>
                </c:pt>
                <c:pt idx="28">
                  <c:v>13766.45</c:v>
                </c:pt>
                <c:pt idx="29">
                  <c:v>13834.82</c:v>
                </c:pt>
                <c:pt idx="30">
                  <c:v>13834.88</c:v>
                </c:pt>
                <c:pt idx="31">
                  <c:v>13903.12</c:v>
                </c:pt>
                <c:pt idx="32">
                  <c:v>13903.26</c:v>
                </c:pt>
                <c:pt idx="33">
                  <c:v>13965.87</c:v>
                </c:pt>
                <c:pt idx="34">
                  <c:v>13971.26</c:v>
                </c:pt>
                <c:pt idx="35">
                  <c:v>13971.4</c:v>
                </c:pt>
                <c:pt idx="36">
                  <c:v>14107.07</c:v>
                </c:pt>
                <c:pt idx="37">
                  <c:v>14107.21</c:v>
                </c:pt>
                <c:pt idx="38">
                  <c:v>14174.61</c:v>
                </c:pt>
                <c:pt idx="39">
                  <c:v>14174.75</c:v>
                </c:pt>
                <c:pt idx="40">
                  <c:v>14242.07</c:v>
                </c:pt>
                <c:pt idx="41">
                  <c:v>14242.21</c:v>
                </c:pt>
                <c:pt idx="42">
                  <c:v>14309.27</c:v>
                </c:pt>
                <c:pt idx="43">
                  <c:v>14309.4</c:v>
                </c:pt>
                <c:pt idx="44">
                  <c:v>14376.25</c:v>
                </c:pt>
                <c:pt idx="45">
                  <c:v>14376.31</c:v>
                </c:pt>
                <c:pt idx="46">
                  <c:v>14442.91</c:v>
                </c:pt>
                <c:pt idx="47">
                  <c:v>14443.04</c:v>
                </c:pt>
                <c:pt idx="48">
                  <c:v>14509.22</c:v>
                </c:pt>
                <c:pt idx="49">
                  <c:v>14509.36</c:v>
                </c:pt>
                <c:pt idx="50">
                  <c:v>14640.88</c:v>
                </c:pt>
                <c:pt idx="51">
                  <c:v>14641.01</c:v>
                </c:pt>
                <c:pt idx="52">
                  <c:v>14646.18</c:v>
                </c:pt>
                <c:pt idx="53">
                  <c:v>14706.08</c:v>
                </c:pt>
                <c:pt idx="54">
                  <c:v>14706.22</c:v>
                </c:pt>
                <c:pt idx="55">
                  <c:v>14752.64</c:v>
                </c:pt>
                <c:pt idx="56">
                  <c:v>14752.77</c:v>
                </c:pt>
                <c:pt idx="57">
                  <c:v>14976.05</c:v>
                </c:pt>
                <c:pt idx="58">
                  <c:v>15305.69</c:v>
                </c:pt>
                <c:pt idx="59">
                  <c:v>15635.33</c:v>
                </c:pt>
                <c:pt idx="60">
                  <c:v>15964.97</c:v>
                </c:pt>
                <c:pt idx="61">
                  <c:v>16294.61</c:v>
                </c:pt>
                <c:pt idx="62">
                  <c:v>16624.25</c:v>
                </c:pt>
                <c:pt idx="63">
                  <c:v>16953.89</c:v>
                </c:pt>
                <c:pt idx="64">
                  <c:v>17283.53</c:v>
                </c:pt>
                <c:pt idx="65">
                  <c:v>17323.26</c:v>
                </c:pt>
                <c:pt idx="66">
                  <c:v>17323.39</c:v>
                </c:pt>
                <c:pt idx="67">
                  <c:v>17613.17</c:v>
                </c:pt>
                <c:pt idx="68">
                  <c:v>17808.71</c:v>
                </c:pt>
                <c:pt idx="69">
                  <c:v>17808.84</c:v>
                </c:pt>
                <c:pt idx="70">
                  <c:v>17820.78</c:v>
                </c:pt>
                <c:pt idx="71">
                  <c:v>17820.91</c:v>
                </c:pt>
                <c:pt idx="72">
                  <c:v>17886.0</c:v>
                </c:pt>
                <c:pt idx="73">
                  <c:v>17886.13</c:v>
                </c:pt>
                <c:pt idx="74">
                  <c:v>17943.69</c:v>
                </c:pt>
                <c:pt idx="75">
                  <c:v>17951.48</c:v>
                </c:pt>
                <c:pt idx="76">
                  <c:v>17951.62</c:v>
                </c:pt>
                <c:pt idx="77">
                  <c:v>18083.9</c:v>
                </c:pt>
                <c:pt idx="78">
                  <c:v>18083.96</c:v>
                </c:pt>
                <c:pt idx="79">
                  <c:v>18217.74</c:v>
                </c:pt>
                <c:pt idx="80">
                  <c:v>18217.81</c:v>
                </c:pt>
                <c:pt idx="81">
                  <c:v>18282.5</c:v>
                </c:pt>
                <c:pt idx="82">
                  <c:v>18285.1</c:v>
                </c:pt>
                <c:pt idx="83">
                  <c:v>18285.24</c:v>
                </c:pt>
                <c:pt idx="84">
                  <c:v>18352.72</c:v>
                </c:pt>
                <c:pt idx="85">
                  <c:v>18352.85</c:v>
                </c:pt>
                <c:pt idx="86">
                  <c:v>18488.68</c:v>
                </c:pt>
                <c:pt idx="87">
                  <c:v>18488.75</c:v>
                </c:pt>
                <c:pt idx="88">
                  <c:v>18625.55</c:v>
                </c:pt>
                <c:pt idx="89">
                  <c:v>18625.69</c:v>
                </c:pt>
                <c:pt idx="90">
                  <c:v>18628.34</c:v>
                </c:pt>
                <c:pt idx="91">
                  <c:v>18694.2</c:v>
                </c:pt>
                <c:pt idx="92">
                  <c:v>18694.34</c:v>
                </c:pt>
                <c:pt idx="93">
                  <c:v>18762.99</c:v>
                </c:pt>
                <c:pt idx="94">
                  <c:v>18763.06</c:v>
                </c:pt>
                <c:pt idx="95">
                  <c:v>18832.05</c:v>
                </c:pt>
                <c:pt idx="96">
                  <c:v>18832.12</c:v>
                </c:pt>
                <c:pt idx="97">
                  <c:v>18901.25</c:v>
                </c:pt>
                <c:pt idx="98">
                  <c:v>18901.31</c:v>
                </c:pt>
                <c:pt idx="99">
                  <c:v>18970.44</c:v>
                </c:pt>
                <c:pt idx="100">
                  <c:v>18970.51</c:v>
                </c:pt>
                <c:pt idx="101">
                  <c:v>18978.83</c:v>
                </c:pt>
                <c:pt idx="102">
                  <c:v>19039.78</c:v>
                </c:pt>
                <c:pt idx="103">
                  <c:v>19039.92</c:v>
                </c:pt>
                <c:pt idx="104">
                  <c:v>19109.12</c:v>
                </c:pt>
                <c:pt idx="105">
                  <c:v>19109.26</c:v>
                </c:pt>
                <c:pt idx="106">
                  <c:v>19165.56</c:v>
                </c:pt>
                <c:pt idx="107">
                  <c:v>19165.7</c:v>
                </c:pt>
                <c:pt idx="108">
                  <c:v>19178.43</c:v>
                </c:pt>
                <c:pt idx="109">
                  <c:v>19178.57</c:v>
                </c:pt>
                <c:pt idx="110">
                  <c:v>19224.67</c:v>
                </c:pt>
                <c:pt idx="111">
                  <c:v>14782.05</c:v>
                </c:pt>
                <c:pt idx="112">
                  <c:v>14847.35</c:v>
                </c:pt>
                <c:pt idx="113">
                  <c:v>14923.98</c:v>
                </c:pt>
              </c:numCache>
            </c:numRef>
          </c:xVal>
          <c:yVal>
            <c:numRef>
              <c:f>Sheet1!$B$118:$B$231</c:f>
              <c:numCache>
                <c:formatCode>General</c:formatCode>
                <c:ptCount val="114"/>
                <c:pt idx="0">
                  <c:v>1785.03</c:v>
                </c:pt>
                <c:pt idx="1">
                  <c:v>1828.8</c:v>
                </c:pt>
                <c:pt idx="2">
                  <c:v>1981.2</c:v>
                </c:pt>
                <c:pt idx="3">
                  <c:v>2133.6</c:v>
                </c:pt>
                <c:pt idx="4">
                  <c:v>2286.0</c:v>
                </c:pt>
                <c:pt idx="5">
                  <c:v>2438.4</c:v>
                </c:pt>
                <c:pt idx="6">
                  <c:v>2590.8</c:v>
                </c:pt>
                <c:pt idx="7">
                  <c:v>2743.2</c:v>
                </c:pt>
                <c:pt idx="8">
                  <c:v>2895.6</c:v>
                </c:pt>
                <c:pt idx="9">
                  <c:v>3024.96</c:v>
                </c:pt>
                <c:pt idx="10">
                  <c:v>3025.02</c:v>
                </c:pt>
                <c:pt idx="11">
                  <c:v>3048.0</c:v>
                </c:pt>
                <c:pt idx="12">
                  <c:v>3200.4</c:v>
                </c:pt>
                <c:pt idx="13">
                  <c:v>3352.8</c:v>
                </c:pt>
                <c:pt idx="14">
                  <c:v>3411.47</c:v>
                </c:pt>
                <c:pt idx="15">
                  <c:v>3411.53</c:v>
                </c:pt>
                <c:pt idx="16">
                  <c:v>3419.98</c:v>
                </c:pt>
                <c:pt idx="17">
                  <c:v>3420.04</c:v>
                </c:pt>
                <c:pt idx="18">
                  <c:v>3424.98</c:v>
                </c:pt>
                <c:pt idx="19">
                  <c:v>3425.04</c:v>
                </c:pt>
                <c:pt idx="20">
                  <c:v>3449.97</c:v>
                </c:pt>
                <c:pt idx="21">
                  <c:v>3450.03</c:v>
                </c:pt>
                <c:pt idx="22">
                  <c:v>3479.96</c:v>
                </c:pt>
                <c:pt idx="23">
                  <c:v>3480.02</c:v>
                </c:pt>
                <c:pt idx="24">
                  <c:v>3505.2</c:v>
                </c:pt>
                <c:pt idx="25">
                  <c:v>3539.98</c:v>
                </c:pt>
                <c:pt idx="26">
                  <c:v>3540.04</c:v>
                </c:pt>
                <c:pt idx="27">
                  <c:v>3569.97</c:v>
                </c:pt>
                <c:pt idx="28">
                  <c:v>3570.03</c:v>
                </c:pt>
                <c:pt idx="29">
                  <c:v>3599.96</c:v>
                </c:pt>
                <c:pt idx="30">
                  <c:v>3599.99</c:v>
                </c:pt>
                <c:pt idx="31">
                  <c:v>3629.99</c:v>
                </c:pt>
                <c:pt idx="32">
                  <c:v>3630.05</c:v>
                </c:pt>
                <c:pt idx="33">
                  <c:v>3657.6</c:v>
                </c:pt>
                <c:pt idx="34">
                  <c:v>3659.98</c:v>
                </c:pt>
                <c:pt idx="35">
                  <c:v>3660.04</c:v>
                </c:pt>
                <c:pt idx="36">
                  <c:v>3719.96</c:v>
                </c:pt>
                <c:pt idx="37">
                  <c:v>3720.02</c:v>
                </c:pt>
                <c:pt idx="38">
                  <c:v>3749.98</c:v>
                </c:pt>
                <c:pt idx="39">
                  <c:v>3750.05</c:v>
                </c:pt>
                <c:pt idx="40">
                  <c:v>3779.98</c:v>
                </c:pt>
                <c:pt idx="41">
                  <c:v>3780.04</c:v>
                </c:pt>
                <c:pt idx="42">
                  <c:v>3809.97</c:v>
                </c:pt>
                <c:pt idx="43">
                  <c:v>3810.03</c:v>
                </c:pt>
                <c:pt idx="44">
                  <c:v>3839.96</c:v>
                </c:pt>
                <c:pt idx="45">
                  <c:v>3839.99</c:v>
                </c:pt>
                <c:pt idx="46">
                  <c:v>3869.98</c:v>
                </c:pt>
                <c:pt idx="47">
                  <c:v>3870.05</c:v>
                </c:pt>
                <c:pt idx="48">
                  <c:v>3899.98</c:v>
                </c:pt>
                <c:pt idx="49">
                  <c:v>3900.04</c:v>
                </c:pt>
                <c:pt idx="50">
                  <c:v>3959.96</c:v>
                </c:pt>
                <c:pt idx="51">
                  <c:v>3960.02</c:v>
                </c:pt>
                <c:pt idx="52">
                  <c:v>3962.4</c:v>
                </c:pt>
                <c:pt idx="53">
                  <c:v>3989.98</c:v>
                </c:pt>
                <c:pt idx="54">
                  <c:v>3990.05</c:v>
                </c:pt>
                <c:pt idx="55">
                  <c:v>4011.47</c:v>
                </c:pt>
                <c:pt idx="56">
                  <c:v>4011.53</c:v>
                </c:pt>
                <c:pt idx="57">
                  <c:v>4114.8</c:v>
                </c:pt>
                <c:pt idx="58">
                  <c:v>4267.2</c:v>
                </c:pt>
                <c:pt idx="59">
                  <c:v>4419.6</c:v>
                </c:pt>
                <c:pt idx="60">
                  <c:v>4572.0</c:v>
                </c:pt>
                <c:pt idx="61">
                  <c:v>4724.4</c:v>
                </c:pt>
                <c:pt idx="62">
                  <c:v>4876.8</c:v>
                </c:pt>
                <c:pt idx="63">
                  <c:v>5029.2</c:v>
                </c:pt>
                <c:pt idx="64">
                  <c:v>5181.6</c:v>
                </c:pt>
                <c:pt idx="65">
                  <c:v>5199.98</c:v>
                </c:pt>
                <c:pt idx="66">
                  <c:v>5200.04</c:v>
                </c:pt>
                <c:pt idx="67">
                  <c:v>5334.0</c:v>
                </c:pt>
                <c:pt idx="68">
                  <c:v>5424.4</c:v>
                </c:pt>
                <c:pt idx="69">
                  <c:v>5424.46</c:v>
                </c:pt>
                <c:pt idx="70">
                  <c:v>5429.98</c:v>
                </c:pt>
                <c:pt idx="71">
                  <c:v>5430.04</c:v>
                </c:pt>
                <c:pt idx="72">
                  <c:v>5459.97</c:v>
                </c:pt>
                <c:pt idx="73">
                  <c:v>5460.03</c:v>
                </c:pt>
                <c:pt idx="74">
                  <c:v>5486.4</c:v>
                </c:pt>
                <c:pt idx="75">
                  <c:v>5489.97</c:v>
                </c:pt>
                <c:pt idx="76">
                  <c:v>5490.03</c:v>
                </c:pt>
                <c:pt idx="77">
                  <c:v>5549.98</c:v>
                </c:pt>
                <c:pt idx="78">
                  <c:v>5550.01</c:v>
                </c:pt>
                <c:pt idx="79">
                  <c:v>5609.97</c:v>
                </c:pt>
                <c:pt idx="80">
                  <c:v>5610.0</c:v>
                </c:pt>
                <c:pt idx="81">
                  <c:v>5638.8</c:v>
                </c:pt>
                <c:pt idx="82">
                  <c:v>5639.96</c:v>
                </c:pt>
                <c:pt idx="83">
                  <c:v>5640.02</c:v>
                </c:pt>
                <c:pt idx="84">
                  <c:v>5669.98</c:v>
                </c:pt>
                <c:pt idx="85">
                  <c:v>5670.04</c:v>
                </c:pt>
                <c:pt idx="86">
                  <c:v>5729.97</c:v>
                </c:pt>
                <c:pt idx="87">
                  <c:v>5730.0</c:v>
                </c:pt>
                <c:pt idx="88">
                  <c:v>5789.98</c:v>
                </c:pt>
                <c:pt idx="89">
                  <c:v>5790.04</c:v>
                </c:pt>
                <c:pt idx="90">
                  <c:v>5791.2</c:v>
                </c:pt>
                <c:pt idx="91">
                  <c:v>5819.97</c:v>
                </c:pt>
                <c:pt idx="92">
                  <c:v>5820.03</c:v>
                </c:pt>
                <c:pt idx="93">
                  <c:v>5849.97</c:v>
                </c:pt>
                <c:pt idx="94">
                  <c:v>5850.0</c:v>
                </c:pt>
                <c:pt idx="95">
                  <c:v>5879.96</c:v>
                </c:pt>
                <c:pt idx="96">
                  <c:v>5879.99</c:v>
                </c:pt>
                <c:pt idx="97">
                  <c:v>5909.98</c:v>
                </c:pt>
                <c:pt idx="98">
                  <c:v>5910.01</c:v>
                </c:pt>
                <c:pt idx="99">
                  <c:v>5939.97</c:v>
                </c:pt>
                <c:pt idx="100">
                  <c:v>5940.0</c:v>
                </c:pt>
                <c:pt idx="101">
                  <c:v>5943.6</c:v>
                </c:pt>
                <c:pt idx="102">
                  <c:v>5969.97</c:v>
                </c:pt>
                <c:pt idx="103">
                  <c:v>5970.03</c:v>
                </c:pt>
                <c:pt idx="104">
                  <c:v>5999.96</c:v>
                </c:pt>
                <c:pt idx="105">
                  <c:v>6000.02</c:v>
                </c:pt>
                <c:pt idx="106">
                  <c:v>6024.4</c:v>
                </c:pt>
                <c:pt idx="107">
                  <c:v>6024.46</c:v>
                </c:pt>
                <c:pt idx="108">
                  <c:v>6029.98</c:v>
                </c:pt>
                <c:pt idx="109">
                  <c:v>6030.04</c:v>
                </c:pt>
                <c:pt idx="110">
                  <c:v>6049.97</c:v>
                </c:pt>
                <c:pt idx="111">
                  <c:v>6050.0</c:v>
                </c:pt>
                <c:pt idx="112">
                  <c:v>6096.0</c:v>
                </c:pt>
                <c:pt idx="113">
                  <c:v>6149.98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Sheet1!$B$233</c:f>
              <c:strCache>
                <c:ptCount val="1"/>
                <c:pt idx="0">
                  <c:v>Liner 10 3/4"</c:v>
                </c:pt>
              </c:strCache>
            </c:strRef>
          </c:tx>
          <c:spPr>
            <a:ln w="25400">
              <a:solidFill>
                <a:srgbClr val="2E8B57"/>
              </a:solidFill>
            </a:ln>
          </c:spPr>
          <c:marker>
            <c:symbol val="circle"/>
            <c:size val="4"/>
            <c:spPr>
              <a:solidFill>
                <a:srgbClr val="2E8B57"/>
              </a:solidFill>
              <a:ln>
                <a:solidFill>
                  <a:srgbClr val="2E8B57"/>
                </a:solidFill>
              </a:ln>
            </c:spPr>
          </c:marker>
          <c:xVal>
            <c:numRef>
              <c:f>Sheet1!$A$234:$A$347</c:f>
              <c:numCache>
                <c:formatCode>General</c:formatCode>
                <c:ptCount val="114"/>
                <c:pt idx="0">
                  <c:v>19224.81</c:v>
                </c:pt>
                <c:pt idx="1">
                  <c:v>19330.92</c:v>
                </c:pt>
                <c:pt idx="2">
                  <c:v>19363.17</c:v>
                </c:pt>
                <c:pt idx="3">
                  <c:v>19363.31</c:v>
                </c:pt>
                <c:pt idx="4">
                  <c:v>19455.5</c:v>
                </c:pt>
                <c:pt idx="5">
                  <c:v>19455.64</c:v>
                </c:pt>
                <c:pt idx="6">
                  <c:v>19682.71</c:v>
                </c:pt>
                <c:pt idx="7">
                  <c:v>19725.57</c:v>
                </c:pt>
                <c:pt idx="8">
                  <c:v>19725.71</c:v>
                </c:pt>
                <c:pt idx="9">
                  <c:v>19840.99</c:v>
                </c:pt>
                <c:pt idx="10">
                  <c:v>13373.53</c:v>
                </c:pt>
                <c:pt idx="11">
                  <c:v>13408.1</c:v>
                </c:pt>
                <c:pt idx="12">
                  <c:v>13408.14</c:v>
                </c:pt>
                <c:pt idx="13">
                  <c:v>13430.78</c:v>
                </c:pt>
                <c:pt idx="14">
                  <c:v>13534.94</c:v>
                </c:pt>
                <c:pt idx="15">
                  <c:v>13566.23</c:v>
                </c:pt>
                <c:pt idx="16">
                  <c:v>13575.09</c:v>
                </c:pt>
                <c:pt idx="17">
                  <c:v>13575.13</c:v>
                </c:pt>
                <c:pt idx="18">
                  <c:v>13639.08</c:v>
                </c:pt>
                <c:pt idx="19">
                  <c:v>13657.1</c:v>
                </c:pt>
                <c:pt idx="20">
                  <c:v>13657.1</c:v>
                </c:pt>
                <c:pt idx="21">
                  <c:v>13657.1</c:v>
                </c:pt>
                <c:pt idx="22">
                  <c:v>13657.1</c:v>
                </c:pt>
                <c:pt idx="23">
                  <c:v>13657.1</c:v>
                </c:pt>
                <c:pt idx="24">
                  <c:v>13657.1</c:v>
                </c:pt>
                <c:pt idx="25">
                  <c:v>13657.1</c:v>
                </c:pt>
                <c:pt idx="26">
                  <c:v>13657.1</c:v>
                </c:pt>
                <c:pt idx="27">
                  <c:v>13657.1</c:v>
                </c:pt>
                <c:pt idx="28">
                  <c:v>13657.1</c:v>
                </c:pt>
                <c:pt idx="29">
                  <c:v>13657.1</c:v>
                </c:pt>
                <c:pt idx="30">
                  <c:v>13657.1</c:v>
                </c:pt>
                <c:pt idx="31">
                  <c:v>13657.1</c:v>
                </c:pt>
                <c:pt idx="32">
                  <c:v>13657.1</c:v>
                </c:pt>
                <c:pt idx="33">
                  <c:v>13657.1</c:v>
                </c:pt>
                <c:pt idx="34">
                  <c:v>13657.1</c:v>
                </c:pt>
                <c:pt idx="35">
                  <c:v>13657.1</c:v>
                </c:pt>
                <c:pt idx="36">
                  <c:v>13657.1</c:v>
                </c:pt>
                <c:pt idx="37">
                  <c:v>13657.1</c:v>
                </c:pt>
                <c:pt idx="38">
                  <c:v>13657.1</c:v>
                </c:pt>
                <c:pt idx="39">
                  <c:v>13657.1</c:v>
                </c:pt>
                <c:pt idx="40">
                  <c:v>13657.1</c:v>
                </c:pt>
                <c:pt idx="41">
                  <c:v>13657.1</c:v>
                </c:pt>
                <c:pt idx="42">
                  <c:v>13657.1</c:v>
                </c:pt>
                <c:pt idx="43">
                  <c:v>13657.1</c:v>
                </c:pt>
                <c:pt idx="44">
                  <c:v>13657.1</c:v>
                </c:pt>
                <c:pt idx="45">
                  <c:v>13657.1</c:v>
                </c:pt>
                <c:pt idx="46">
                  <c:v>13657.1</c:v>
                </c:pt>
                <c:pt idx="47">
                  <c:v>13657.1</c:v>
                </c:pt>
                <c:pt idx="48">
                  <c:v>13657.1</c:v>
                </c:pt>
                <c:pt idx="49">
                  <c:v>13657.1</c:v>
                </c:pt>
                <c:pt idx="50">
                  <c:v>13657.1</c:v>
                </c:pt>
                <c:pt idx="51">
                  <c:v>13657.1</c:v>
                </c:pt>
                <c:pt idx="52">
                  <c:v>13657.1</c:v>
                </c:pt>
                <c:pt idx="53">
                  <c:v>13657.1</c:v>
                </c:pt>
                <c:pt idx="54">
                  <c:v>13657.1</c:v>
                </c:pt>
                <c:pt idx="55">
                  <c:v>13657.1</c:v>
                </c:pt>
                <c:pt idx="56">
                  <c:v>13657.1</c:v>
                </c:pt>
                <c:pt idx="57">
                  <c:v>13657.1</c:v>
                </c:pt>
                <c:pt idx="58">
                  <c:v>13657.1</c:v>
                </c:pt>
                <c:pt idx="59">
                  <c:v>13657.1</c:v>
                </c:pt>
                <c:pt idx="60">
                  <c:v>13657.1</c:v>
                </c:pt>
                <c:pt idx="61">
                  <c:v>13657.1</c:v>
                </c:pt>
                <c:pt idx="62">
                  <c:v>13657.1</c:v>
                </c:pt>
                <c:pt idx="63">
                  <c:v>13657.1</c:v>
                </c:pt>
                <c:pt idx="64">
                  <c:v>13657.1</c:v>
                </c:pt>
                <c:pt idx="65">
                  <c:v>13657.1</c:v>
                </c:pt>
                <c:pt idx="66">
                  <c:v>13657.1</c:v>
                </c:pt>
                <c:pt idx="67">
                  <c:v>13657.1</c:v>
                </c:pt>
                <c:pt idx="68">
                  <c:v>13657.1</c:v>
                </c:pt>
                <c:pt idx="69">
                  <c:v>13657.1</c:v>
                </c:pt>
                <c:pt idx="70">
                  <c:v>13657.1</c:v>
                </c:pt>
                <c:pt idx="71">
                  <c:v>13657.1</c:v>
                </c:pt>
                <c:pt idx="72">
                  <c:v>13657.1</c:v>
                </c:pt>
                <c:pt idx="73">
                  <c:v>13657.1</c:v>
                </c:pt>
                <c:pt idx="74">
                  <c:v>13657.1</c:v>
                </c:pt>
                <c:pt idx="75">
                  <c:v>13657.1</c:v>
                </c:pt>
                <c:pt idx="76">
                  <c:v>13657.1</c:v>
                </c:pt>
                <c:pt idx="77">
                  <c:v>13657.1</c:v>
                </c:pt>
                <c:pt idx="78">
                  <c:v>13657.1</c:v>
                </c:pt>
                <c:pt idx="79">
                  <c:v>13657.1</c:v>
                </c:pt>
                <c:pt idx="80">
                  <c:v>13657.1</c:v>
                </c:pt>
                <c:pt idx="81">
                  <c:v>13657.1</c:v>
                </c:pt>
                <c:pt idx="82">
                  <c:v>13657.1</c:v>
                </c:pt>
                <c:pt idx="83">
                  <c:v>13657.1</c:v>
                </c:pt>
                <c:pt idx="84">
                  <c:v>13657.1</c:v>
                </c:pt>
                <c:pt idx="85">
                  <c:v>13657.1</c:v>
                </c:pt>
                <c:pt idx="86">
                  <c:v>13657.1</c:v>
                </c:pt>
                <c:pt idx="87">
                  <c:v>13657.1</c:v>
                </c:pt>
                <c:pt idx="88">
                  <c:v>13657.1</c:v>
                </c:pt>
                <c:pt idx="89">
                  <c:v>13657.1</c:v>
                </c:pt>
                <c:pt idx="90">
                  <c:v>13657.1</c:v>
                </c:pt>
                <c:pt idx="91">
                  <c:v>13657.1</c:v>
                </c:pt>
                <c:pt idx="92">
                  <c:v>13657.1</c:v>
                </c:pt>
                <c:pt idx="93">
                  <c:v>13657.1</c:v>
                </c:pt>
                <c:pt idx="94">
                  <c:v>13657.1</c:v>
                </c:pt>
                <c:pt idx="95">
                  <c:v>13657.1</c:v>
                </c:pt>
                <c:pt idx="96">
                  <c:v>13657.1</c:v>
                </c:pt>
                <c:pt idx="97">
                  <c:v>13657.1</c:v>
                </c:pt>
                <c:pt idx="98">
                  <c:v>13657.1</c:v>
                </c:pt>
                <c:pt idx="99">
                  <c:v>13657.1</c:v>
                </c:pt>
                <c:pt idx="100">
                  <c:v>13657.1</c:v>
                </c:pt>
                <c:pt idx="101">
                  <c:v>13657.1</c:v>
                </c:pt>
                <c:pt idx="102">
                  <c:v>13657.1</c:v>
                </c:pt>
                <c:pt idx="103">
                  <c:v>13657.1</c:v>
                </c:pt>
                <c:pt idx="104">
                  <c:v>13657.1</c:v>
                </c:pt>
                <c:pt idx="105">
                  <c:v>13657.1</c:v>
                </c:pt>
                <c:pt idx="106">
                  <c:v>13657.1</c:v>
                </c:pt>
                <c:pt idx="107">
                  <c:v>13657.1</c:v>
                </c:pt>
                <c:pt idx="108">
                  <c:v>13657.1</c:v>
                </c:pt>
                <c:pt idx="109">
                  <c:v>13657.1</c:v>
                </c:pt>
                <c:pt idx="110">
                  <c:v>13657.1</c:v>
                </c:pt>
                <c:pt idx="111">
                  <c:v>13657.1</c:v>
                </c:pt>
                <c:pt idx="112">
                  <c:v>13657.1</c:v>
                </c:pt>
                <c:pt idx="113">
                  <c:v>13657.1</c:v>
                </c:pt>
              </c:numCache>
            </c:numRef>
          </c:xVal>
          <c:yVal>
            <c:numRef>
              <c:f>Sheet1!$B$234:$B$347</c:f>
              <c:numCache>
                <c:formatCode>General</c:formatCode>
                <c:ptCount val="114"/>
                <c:pt idx="0">
                  <c:v>6050.04</c:v>
                </c:pt>
                <c:pt idx="1">
                  <c:v>6096.0</c:v>
                </c:pt>
                <c:pt idx="2">
                  <c:v>6109.96</c:v>
                </c:pt>
                <c:pt idx="3">
                  <c:v>6110.02</c:v>
                </c:pt>
                <c:pt idx="4">
                  <c:v>6149.98</c:v>
                </c:pt>
                <c:pt idx="5">
                  <c:v>6150.04</c:v>
                </c:pt>
                <c:pt idx="6">
                  <c:v>6248.4</c:v>
                </c:pt>
                <c:pt idx="7">
                  <c:v>6266.96</c:v>
                </c:pt>
                <c:pt idx="8">
                  <c:v>6267.02</c:v>
                </c:pt>
                <c:pt idx="9">
                  <c:v>6316.97</c:v>
                </c:pt>
                <c:pt idx="10">
                  <c:v>6317.0</c:v>
                </c:pt>
                <c:pt idx="11">
                  <c:v>6367.61</c:v>
                </c:pt>
                <c:pt idx="12">
                  <c:v>6367.67</c:v>
                </c:pt>
                <c:pt idx="13">
                  <c:v>6400.8</c:v>
                </c:pt>
                <c:pt idx="14">
                  <c:v>6553.2</c:v>
                </c:pt>
                <c:pt idx="15">
                  <c:v>6599.01</c:v>
                </c:pt>
                <c:pt idx="16">
                  <c:v>6611.97</c:v>
                </c:pt>
                <c:pt idx="17">
                  <c:v>6612.03</c:v>
                </c:pt>
                <c:pt idx="18">
                  <c:v>6705.6</c:v>
                </c:pt>
                <c:pt idx="19">
                  <c:v>6731.97</c:v>
                </c:pt>
                <c:pt idx="20">
                  <c:v>6731.97</c:v>
                </c:pt>
                <c:pt idx="21">
                  <c:v>6731.97</c:v>
                </c:pt>
                <c:pt idx="22">
                  <c:v>6731.97</c:v>
                </c:pt>
                <c:pt idx="23">
                  <c:v>6731.97</c:v>
                </c:pt>
                <c:pt idx="24">
                  <c:v>6731.97</c:v>
                </c:pt>
                <c:pt idx="25">
                  <c:v>6731.97</c:v>
                </c:pt>
                <c:pt idx="26">
                  <c:v>6731.97</c:v>
                </c:pt>
                <c:pt idx="27">
                  <c:v>6731.97</c:v>
                </c:pt>
                <c:pt idx="28">
                  <c:v>6731.97</c:v>
                </c:pt>
                <c:pt idx="29">
                  <c:v>6731.97</c:v>
                </c:pt>
                <c:pt idx="30">
                  <c:v>6731.97</c:v>
                </c:pt>
                <c:pt idx="31">
                  <c:v>6731.97</c:v>
                </c:pt>
                <c:pt idx="32">
                  <c:v>6731.97</c:v>
                </c:pt>
                <c:pt idx="33">
                  <c:v>6731.97</c:v>
                </c:pt>
                <c:pt idx="34">
                  <c:v>6731.97</c:v>
                </c:pt>
                <c:pt idx="35">
                  <c:v>6731.97</c:v>
                </c:pt>
                <c:pt idx="36">
                  <c:v>6731.97</c:v>
                </c:pt>
                <c:pt idx="37">
                  <c:v>6731.97</c:v>
                </c:pt>
                <c:pt idx="38">
                  <c:v>6731.97</c:v>
                </c:pt>
                <c:pt idx="39">
                  <c:v>6731.97</c:v>
                </c:pt>
                <c:pt idx="40">
                  <c:v>6731.97</c:v>
                </c:pt>
                <c:pt idx="41">
                  <c:v>6731.97</c:v>
                </c:pt>
                <c:pt idx="42">
                  <c:v>6731.97</c:v>
                </c:pt>
                <c:pt idx="43">
                  <c:v>6731.97</c:v>
                </c:pt>
                <c:pt idx="44">
                  <c:v>6731.97</c:v>
                </c:pt>
                <c:pt idx="45">
                  <c:v>6731.97</c:v>
                </c:pt>
                <c:pt idx="46">
                  <c:v>6731.97</c:v>
                </c:pt>
                <c:pt idx="47">
                  <c:v>6731.97</c:v>
                </c:pt>
                <c:pt idx="48">
                  <c:v>6731.97</c:v>
                </c:pt>
                <c:pt idx="49">
                  <c:v>6731.97</c:v>
                </c:pt>
                <c:pt idx="50">
                  <c:v>6731.97</c:v>
                </c:pt>
                <c:pt idx="51">
                  <c:v>6731.97</c:v>
                </c:pt>
                <c:pt idx="52">
                  <c:v>6731.97</c:v>
                </c:pt>
                <c:pt idx="53">
                  <c:v>6731.97</c:v>
                </c:pt>
                <c:pt idx="54">
                  <c:v>6731.97</c:v>
                </c:pt>
                <c:pt idx="55">
                  <c:v>6731.97</c:v>
                </c:pt>
                <c:pt idx="56">
                  <c:v>6731.97</c:v>
                </c:pt>
                <c:pt idx="57">
                  <c:v>6731.97</c:v>
                </c:pt>
                <c:pt idx="58">
                  <c:v>6731.97</c:v>
                </c:pt>
                <c:pt idx="59">
                  <c:v>6731.97</c:v>
                </c:pt>
                <c:pt idx="60">
                  <c:v>6731.97</c:v>
                </c:pt>
                <c:pt idx="61">
                  <c:v>6731.97</c:v>
                </c:pt>
                <c:pt idx="62">
                  <c:v>6731.97</c:v>
                </c:pt>
                <c:pt idx="63">
                  <c:v>6731.97</c:v>
                </c:pt>
                <c:pt idx="64">
                  <c:v>6731.97</c:v>
                </c:pt>
                <c:pt idx="65">
                  <c:v>6731.97</c:v>
                </c:pt>
                <c:pt idx="66">
                  <c:v>6731.97</c:v>
                </c:pt>
                <c:pt idx="67">
                  <c:v>6731.97</c:v>
                </c:pt>
                <c:pt idx="68">
                  <c:v>6731.97</c:v>
                </c:pt>
                <c:pt idx="69">
                  <c:v>6731.97</c:v>
                </c:pt>
                <c:pt idx="70">
                  <c:v>6731.97</c:v>
                </c:pt>
                <c:pt idx="71">
                  <c:v>6731.97</c:v>
                </c:pt>
                <c:pt idx="72">
                  <c:v>6731.97</c:v>
                </c:pt>
                <c:pt idx="73">
                  <c:v>6731.97</c:v>
                </c:pt>
                <c:pt idx="74">
                  <c:v>6731.97</c:v>
                </c:pt>
                <c:pt idx="75">
                  <c:v>6731.97</c:v>
                </c:pt>
                <c:pt idx="76">
                  <c:v>6731.97</c:v>
                </c:pt>
                <c:pt idx="77">
                  <c:v>6731.97</c:v>
                </c:pt>
                <c:pt idx="78">
                  <c:v>6731.97</c:v>
                </c:pt>
                <c:pt idx="79">
                  <c:v>6731.97</c:v>
                </c:pt>
                <c:pt idx="80">
                  <c:v>6731.97</c:v>
                </c:pt>
                <c:pt idx="81">
                  <c:v>6731.97</c:v>
                </c:pt>
                <c:pt idx="82">
                  <c:v>6731.97</c:v>
                </c:pt>
                <c:pt idx="83">
                  <c:v>6731.97</c:v>
                </c:pt>
                <c:pt idx="84">
                  <c:v>6731.97</c:v>
                </c:pt>
                <c:pt idx="85">
                  <c:v>6731.97</c:v>
                </c:pt>
                <c:pt idx="86">
                  <c:v>6731.97</c:v>
                </c:pt>
                <c:pt idx="87">
                  <c:v>6731.97</c:v>
                </c:pt>
                <c:pt idx="88">
                  <c:v>6731.97</c:v>
                </c:pt>
                <c:pt idx="89">
                  <c:v>6731.97</c:v>
                </c:pt>
                <c:pt idx="90">
                  <c:v>6731.97</c:v>
                </c:pt>
                <c:pt idx="91">
                  <c:v>6731.97</c:v>
                </c:pt>
                <c:pt idx="92">
                  <c:v>6731.97</c:v>
                </c:pt>
                <c:pt idx="93">
                  <c:v>6731.97</c:v>
                </c:pt>
                <c:pt idx="94">
                  <c:v>6731.97</c:v>
                </c:pt>
                <c:pt idx="95">
                  <c:v>6731.97</c:v>
                </c:pt>
                <c:pt idx="96">
                  <c:v>6731.97</c:v>
                </c:pt>
                <c:pt idx="97">
                  <c:v>6731.97</c:v>
                </c:pt>
                <c:pt idx="98">
                  <c:v>6731.97</c:v>
                </c:pt>
                <c:pt idx="99">
                  <c:v>6731.97</c:v>
                </c:pt>
                <c:pt idx="100">
                  <c:v>6731.97</c:v>
                </c:pt>
                <c:pt idx="101">
                  <c:v>6731.97</c:v>
                </c:pt>
                <c:pt idx="102">
                  <c:v>6731.97</c:v>
                </c:pt>
                <c:pt idx="103">
                  <c:v>6731.97</c:v>
                </c:pt>
                <c:pt idx="104">
                  <c:v>6731.97</c:v>
                </c:pt>
                <c:pt idx="105">
                  <c:v>6731.97</c:v>
                </c:pt>
                <c:pt idx="106">
                  <c:v>6731.97</c:v>
                </c:pt>
                <c:pt idx="107">
                  <c:v>6731.97</c:v>
                </c:pt>
                <c:pt idx="108">
                  <c:v>6731.97</c:v>
                </c:pt>
                <c:pt idx="109">
                  <c:v>6731.97</c:v>
                </c:pt>
                <c:pt idx="110">
                  <c:v>6731.97</c:v>
                </c:pt>
                <c:pt idx="111">
                  <c:v>6731.97</c:v>
                </c:pt>
                <c:pt idx="112">
                  <c:v>6731.97</c:v>
                </c:pt>
                <c:pt idx="113">
                  <c:v>6731.97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22500.0"/>
          <c:min val="2500.0"/>
        </c:scaling>
        <c:delete val="0"/>
        <c:axPos val="b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Pressão interna (psi)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  <c:majorUnit val="2500.0"/>
      </c:valAx>
      <c:valAx>
        <c:axId val="-2129643912"/>
        <c:scaling>
          <c:orientation val="maxMin"/>
          <c:max val="7000.0"/>
          <c:min val="1500.0"/>
        </c:scaling>
        <c:delete val="0"/>
        <c:axPos val="l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MD (m)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  <c:majorUnit val="500.0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5B6B76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B2B36"/>
                </a:solidFill>
                <a:latin typeface="Calibri"/>
              </a:rPr>
              <a:t>SCORE-PySafe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SCORE-PySafe</c:v>
                </c:pt>
              </c:strCache>
            </c:strRef>
          </c:tx>
          <c:spPr>
            <a:ln w="25400">
              <a:solidFill>
                <a:srgbClr val="0F7C8C"/>
              </a:solidFill>
            </a:ln>
          </c:spPr>
          <c:marker>
            <c:symbol val="none"/>
          </c:marker>
          <c:xVal>
            <c:numRef>
              <c:f>Sheet1!$A$2:$A$33</c:f>
              <c:numCache>
                <c:formatCode>General</c:formatCode>
                <c:ptCount val="32"/>
                <c:pt idx="0">
                  <c:v>5208.73</c:v>
                </c:pt>
                <c:pt idx="1">
                  <c:v>5234.49</c:v>
                </c:pt>
                <c:pt idx="2">
                  <c:v>5260.25</c:v>
                </c:pt>
                <c:pt idx="3">
                  <c:v>5260.46</c:v>
                </c:pt>
                <c:pt idx="4">
                  <c:v>5260.68</c:v>
                </c:pt>
                <c:pt idx="5">
                  <c:v>5342.37</c:v>
                </c:pt>
                <c:pt idx="6">
                  <c:v>5424.06</c:v>
                </c:pt>
                <c:pt idx="7">
                  <c:v>5424.27</c:v>
                </c:pt>
                <c:pt idx="8">
                  <c:v>5424.49</c:v>
                </c:pt>
                <c:pt idx="9">
                  <c:v>5618.47</c:v>
                </c:pt>
                <c:pt idx="10">
                  <c:v>5812.46</c:v>
                </c:pt>
                <c:pt idx="11">
                  <c:v>6006.47</c:v>
                </c:pt>
                <c:pt idx="12">
                  <c:v>6200.49</c:v>
                </c:pt>
                <c:pt idx="13">
                  <c:v>6394.54</c:v>
                </c:pt>
                <c:pt idx="14">
                  <c:v>6588.6</c:v>
                </c:pt>
                <c:pt idx="15">
                  <c:v>6782.7</c:v>
                </c:pt>
                <c:pt idx="16">
                  <c:v>6976.8</c:v>
                </c:pt>
                <c:pt idx="17">
                  <c:v>7170.96</c:v>
                </c:pt>
                <c:pt idx="18">
                  <c:v>7365.11</c:v>
                </c:pt>
                <c:pt idx="19">
                  <c:v>7559.44</c:v>
                </c:pt>
                <c:pt idx="20">
                  <c:v>7753.77</c:v>
                </c:pt>
                <c:pt idx="21">
                  <c:v>7948.15</c:v>
                </c:pt>
                <c:pt idx="22">
                  <c:v>8142.54</c:v>
                </c:pt>
                <c:pt idx="23">
                  <c:v>8142.75</c:v>
                </c:pt>
                <c:pt idx="24">
                  <c:v>8142.97</c:v>
                </c:pt>
                <c:pt idx="25">
                  <c:v>8315.59</c:v>
                </c:pt>
                <c:pt idx="26">
                  <c:v>8488.22</c:v>
                </c:pt>
                <c:pt idx="27">
                  <c:v>8488.44</c:v>
                </c:pt>
                <c:pt idx="28">
                  <c:v>8488.65</c:v>
                </c:pt>
                <c:pt idx="29">
                  <c:v>8618.09</c:v>
                </c:pt>
                <c:pt idx="30">
                  <c:v>8747.53</c:v>
                </c:pt>
                <c:pt idx="31">
                  <c:v>8747.74</c:v>
                </c:pt>
              </c:numCache>
            </c:numRef>
          </c:xVal>
          <c:yVal>
            <c:numRef>
              <c:f>Sheet1!$B$2:$B$33</c:f>
              <c:numCache>
                <c:formatCode>General</c:formatCode>
                <c:ptCount val="32"/>
                <c:pt idx="0">
                  <c:v>1785.0</c:v>
                </c:pt>
                <c:pt idx="1">
                  <c:v>1796.95</c:v>
                </c:pt>
                <c:pt idx="2">
                  <c:v>1808.9</c:v>
                </c:pt>
                <c:pt idx="3">
                  <c:v>1809.0</c:v>
                </c:pt>
                <c:pt idx="4">
                  <c:v>1809.1</c:v>
                </c:pt>
                <c:pt idx="5">
                  <c:v>1847.0</c:v>
                </c:pt>
                <c:pt idx="6">
                  <c:v>1884.9</c:v>
                </c:pt>
                <c:pt idx="7">
                  <c:v>1885.0</c:v>
                </c:pt>
                <c:pt idx="8">
                  <c:v>1885.1</c:v>
                </c:pt>
                <c:pt idx="9">
                  <c:v>1975.09</c:v>
                </c:pt>
                <c:pt idx="10">
                  <c:v>2065.07</c:v>
                </c:pt>
                <c:pt idx="11">
                  <c:v>2155.06</c:v>
                </c:pt>
                <c:pt idx="12">
                  <c:v>2245.04</c:v>
                </c:pt>
                <c:pt idx="13">
                  <c:v>2335.03</c:v>
                </c:pt>
                <c:pt idx="14">
                  <c:v>2425.01</c:v>
                </c:pt>
                <c:pt idx="15">
                  <c:v>2515.0</c:v>
                </c:pt>
                <c:pt idx="16">
                  <c:v>2604.99</c:v>
                </c:pt>
                <c:pt idx="17">
                  <c:v>2694.97</c:v>
                </c:pt>
                <c:pt idx="18">
                  <c:v>2784.96</c:v>
                </c:pt>
                <c:pt idx="19">
                  <c:v>2874.94</c:v>
                </c:pt>
                <c:pt idx="20">
                  <c:v>2964.93</c:v>
                </c:pt>
                <c:pt idx="21">
                  <c:v>3054.91</c:v>
                </c:pt>
                <c:pt idx="22">
                  <c:v>3144.9</c:v>
                </c:pt>
                <c:pt idx="23">
                  <c:v>3145.0</c:v>
                </c:pt>
                <c:pt idx="24">
                  <c:v>3145.1</c:v>
                </c:pt>
                <c:pt idx="25">
                  <c:v>3225.0</c:v>
                </c:pt>
                <c:pt idx="26">
                  <c:v>3304.9</c:v>
                </c:pt>
                <c:pt idx="27">
                  <c:v>3305.0</c:v>
                </c:pt>
                <c:pt idx="28">
                  <c:v>3305.1</c:v>
                </c:pt>
                <c:pt idx="29">
                  <c:v>3365.0</c:v>
                </c:pt>
                <c:pt idx="30">
                  <c:v>3424.9</c:v>
                </c:pt>
                <c:pt idx="31">
                  <c:v>3425.0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9000.0"/>
          <c:min val="4000.0"/>
        </c:scaling>
        <c:delete val="0"/>
        <c:axPos val="b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Pressão interna (psi)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  <c:majorUnit val="1000.0"/>
      </c:valAx>
      <c:valAx>
        <c:axId val="-2129643912"/>
        <c:scaling>
          <c:orientation val="maxMin"/>
          <c:max val="3600.0"/>
          <c:min val="1600.0"/>
        </c:scaling>
        <c:delete val="0"/>
        <c:axPos val="l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MD (m)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  <c:majorUnit val="200.0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5B6B76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B2B36"/>
                </a:solidFill>
                <a:latin typeface="Calibri"/>
              </a:rPr>
              <a:t>WellCat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WellCat</c:v>
                </c:pt>
              </c:strCache>
            </c:strRef>
          </c:tx>
          <c:spPr>
            <a:ln w="25400">
              <a:solidFill>
                <a:srgbClr val="D9822B"/>
              </a:solidFill>
            </a:ln>
          </c:spPr>
          <c:marker>
            <c:symbol val="circle"/>
            <c:size val="5"/>
            <c:spPr>
              <a:solidFill>
                <a:srgbClr val="D9822B"/>
              </a:solidFill>
              <a:ln>
                <a:solidFill>
                  <a:srgbClr val="D9822B"/>
                </a:solidFill>
              </a:ln>
            </c:spPr>
          </c:marker>
          <c:xVal>
            <c:numRef>
              <c:f>Sheet1!$A$2:$A$24</c:f>
              <c:numCache>
                <c:formatCode>General</c:formatCode>
                <c:ptCount val="23"/>
                <c:pt idx="0">
                  <c:v>5136.97</c:v>
                </c:pt>
                <c:pt idx="1">
                  <c:v>5190.01</c:v>
                </c:pt>
                <c:pt idx="2">
                  <c:v>5190.14</c:v>
                </c:pt>
                <c:pt idx="3">
                  <c:v>5233.94</c:v>
                </c:pt>
                <c:pt idx="4">
                  <c:v>5358.39</c:v>
                </c:pt>
                <c:pt idx="5">
                  <c:v>5358.53</c:v>
                </c:pt>
                <c:pt idx="6">
                  <c:v>5571.6</c:v>
                </c:pt>
                <c:pt idx="7">
                  <c:v>5909.27</c:v>
                </c:pt>
                <c:pt idx="8">
                  <c:v>6246.93</c:v>
                </c:pt>
                <c:pt idx="9">
                  <c:v>6584.59</c:v>
                </c:pt>
                <c:pt idx="10">
                  <c:v>6922.25</c:v>
                </c:pt>
                <c:pt idx="11">
                  <c:v>7259.91</c:v>
                </c:pt>
                <c:pt idx="12">
                  <c:v>7597.57</c:v>
                </c:pt>
                <c:pt idx="13">
                  <c:v>7884.21</c:v>
                </c:pt>
                <c:pt idx="14">
                  <c:v>7884.35</c:v>
                </c:pt>
                <c:pt idx="15">
                  <c:v>7935.24</c:v>
                </c:pt>
                <c:pt idx="16">
                  <c:v>8272.9</c:v>
                </c:pt>
                <c:pt idx="17">
                  <c:v>8610.56</c:v>
                </c:pt>
                <c:pt idx="18">
                  <c:v>8740.56</c:v>
                </c:pt>
                <c:pt idx="19">
                  <c:v>8740.69</c:v>
                </c:pt>
                <c:pt idx="20">
                  <c:v>8759.4</c:v>
                </c:pt>
                <c:pt idx="21">
                  <c:v>8759.54</c:v>
                </c:pt>
                <c:pt idx="22">
                  <c:v>8770.46</c:v>
                </c:pt>
              </c:numCache>
            </c:numRef>
          </c:xVal>
          <c:yVal>
            <c:numRef>
              <c:f>Sheet1!$B$2:$B$24</c:f>
              <c:numCache>
                <c:formatCode>General</c:formatCode>
                <c:ptCount val="23"/>
                <c:pt idx="0">
                  <c:v>1785.03</c:v>
                </c:pt>
                <c:pt idx="1">
                  <c:v>1808.96</c:v>
                </c:pt>
                <c:pt idx="2">
                  <c:v>1809.02</c:v>
                </c:pt>
                <c:pt idx="3">
                  <c:v>1828.8</c:v>
                </c:pt>
                <c:pt idx="4">
                  <c:v>1884.97</c:v>
                </c:pt>
                <c:pt idx="5">
                  <c:v>1885.04</c:v>
                </c:pt>
                <c:pt idx="6">
                  <c:v>1981.2</c:v>
                </c:pt>
                <c:pt idx="7">
                  <c:v>2133.6</c:v>
                </c:pt>
                <c:pt idx="8">
                  <c:v>2286.0</c:v>
                </c:pt>
                <c:pt idx="9">
                  <c:v>2438.4</c:v>
                </c:pt>
                <c:pt idx="10">
                  <c:v>2590.8</c:v>
                </c:pt>
                <c:pt idx="11">
                  <c:v>2743.2</c:v>
                </c:pt>
                <c:pt idx="12">
                  <c:v>2895.6</c:v>
                </c:pt>
                <c:pt idx="13">
                  <c:v>3024.96</c:v>
                </c:pt>
                <c:pt idx="14">
                  <c:v>3025.02</c:v>
                </c:pt>
                <c:pt idx="15">
                  <c:v>3048.0</c:v>
                </c:pt>
                <c:pt idx="16">
                  <c:v>3200.4</c:v>
                </c:pt>
                <c:pt idx="17">
                  <c:v>3352.8</c:v>
                </c:pt>
                <c:pt idx="18">
                  <c:v>3411.47</c:v>
                </c:pt>
                <c:pt idx="19">
                  <c:v>3411.53</c:v>
                </c:pt>
                <c:pt idx="20">
                  <c:v>3419.98</c:v>
                </c:pt>
                <c:pt idx="21">
                  <c:v>3420.04</c:v>
                </c:pt>
                <c:pt idx="22">
                  <c:v>3424.98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9000.0"/>
          <c:min val="4000.0"/>
        </c:scaling>
        <c:delete val="0"/>
        <c:axPos val="b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Pressão interna (psi)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  <c:majorUnit val="1000.0"/>
      </c:valAx>
      <c:valAx>
        <c:axId val="-2129643912"/>
        <c:scaling>
          <c:orientation val="maxMin"/>
          <c:max val="3600.0"/>
          <c:min val="1600.0"/>
        </c:scaling>
        <c:delete val="0"/>
        <c:axPos val="l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MD (m)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  <c:majorUnit val="200.0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5B6B76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B2B36"/>
                </a:solidFill>
                <a:latin typeface="Calibri"/>
              </a:rPr>
              <a:t>Sobreposição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SCORE-PySafe</c:v>
                </c:pt>
              </c:strCache>
            </c:strRef>
          </c:tx>
          <c:spPr>
            <a:ln w="25400">
              <a:solidFill>
                <a:srgbClr val="0F7C8C"/>
              </a:solidFill>
            </a:ln>
          </c:spPr>
          <c:marker>
            <c:symbol val="none"/>
          </c:marker>
          <c:xVal>
            <c:numRef>
              <c:f>Sheet1!$A$2:$A$33</c:f>
              <c:numCache>
                <c:formatCode>General</c:formatCode>
                <c:ptCount val="32"/>
                <c:pt idx="0">
                  <c:v>5208.73</c:v>
                </c:pt>
                <c:pt idx="1">
                  <c:v>5234.49</c:v>
                </c:pt>
                <c:pt idx="2">
                  <c:v>5260.25</c:v>
                </c:pt>
                <c:pt idx="3">
                  <c:v>5260.46</c:v>
                </c:pt>
                <c:pt idx="4">
                  <c:v>5260.68</c:v>
                </c:pt>
                <c:pt idx="5">
                  <c:v>5342.37</c:v>
                </c:pt>
                <c:pt idx="6">
                  <c:v>5424.06</c:v>
                </c:pt>
                <c:pt idx="7">
                  <c:v>5424.27</c:v>
                </c:pt>
                <c:pt idx="8">
                  <c:v>5424.49</c:v>
                </c:pt>
                <c:pt idx="9">
                  <c:v>5618.47</c:v>
                </c:pt>
                <c:pt idx="10">
                  <c:v>5812.46</c:v>
                </c:pt>
                <c:pt idx="11">
                  <c:v>6006.47</c:v>
                </c:pt>
                <c:pt idx="12">
                  <c:v>6200.49</c:v>
                </c:pt>
                <c:pt idx="13">
                  <c:v>6394.54</c:v>
                </c:pt>
                <c:pt idx="14">
                  <c:v>6588.6</c:v>
                </c:pt>
                <c:pt idx="15">
                  <c:v>6782.7</c:v>
                </c:pt>
                <c:pt idx="16">
                  <c:v>6976.8</c:v>
                </c:pt>
                <c:pt idx="17">
                  <c:v>7170.96</c:v>
                </c:pt>
                <c:pt idx="18">
                  <c:v>7365.11</c:v>
                </c:pt>
                <c:pt idx="19">
                  <c:v>7559.44</c:v>
                </c:pt>
                <c:pt idx="20">
                  <c:v>7753.77</c:v>
                </c:pt>
                <c:pt idx="21">
                  <c:v>7948.15</c:v>
                </c:pt>
                <c:pt idx="22">
                  <c:v>8142.54</c:v>
                </c:pt>
                <c:pt idx="23">
                  <c:v>8142.75</c:v>
                </c:pt>
                <c:pt idx="24">
                  <c:v>8142.97</c:v>
                </c:pt>
                <c:pt idx="25">
                  <c:v>8315.59</c:v>
                </c:pt>
                <c:pt idx="26">
                  <c:v>8488.22</c:v>
                </c:pt>
                <c:pt idx="27">
                  <c:v>8488.44</c:v>
                </c:pt>
                <c:pt idx="28">
                  <c:v>8488.65</c:v>
                </c:pt>
                <c:pt idx="29">
                  <c:v>8618.09</c:v>
                </c:pt>
                <c:pt idx="30">
                  <c:v>8747.53</c:v>
                </c:pt>
                <c:pt idx="31">
                  <c:v>8747.74</c:v>
                </c:pt>
              </c:numCache>
            </c:numRef>
          </c:xVal>
          <c:yVal>
            <c:numRef>
              <c:f>Sheet1!$B$2:$B$33</c:f>
              <c:numCache>
                <c:formatCode>General</c:formatCode>
                <c:ptCount val="32"/>
                <c:pt idx="0">
                  <c:v>1785.0</c:v>
                </c:pt>
                <c:pt idx="1">
                  <c:v>1796.95</c:v>
                </c:pt>
                <c:pt idx="2">
                  <c:v>1808.9</c:v>
                </c:pt>
                <c:pt idx="3">
                  <c:v>1809.0</c:v>
                </c:pt>
                <c:pt idx="4">
                  <c:v>1809.1</c:v>
                </c:pt>
                <c:pt idx="5">
                  <c:v>1847.0</c:v>
                </c:pt>
                <c:pt idx="6">
                  <c:v>1884.9</c:v>
                </c:pt>
                <c:pt idx="7">
                  <c:v>1885.0</c:v>
                </c:pt>
                <c:pt idx="8">
                  <c:v>1885.1</c:v>
                </c:pt>
                <c:pt idx="9">
                  <c:v>1975.09</c:v>
                </c:pt>
                <c:pt idx="10">
                  <c:v>2065.07</c:v>
                </c:pt>
                <c:pt idx="11">
                  <c:v>2155.06</c:v>
                </c:pt>
                <c:pt idx="12">
                  <c:v>2245.04</c:v>
                </c:pt>
                <c:pt idx="13">
                  <c:v>2335.03</c:v>
                </c:pt>
                <c:pt idx="14">
                  <c:v>2425.01</c:v>
                </c:pt>
                <c:pt idx="15">
                  <c:v>2515.0</c:v>
                </c:pt>
                <c:pt idx="16">
                  <c:v>2604.99</c:v>
                </c:pt>
                <c:pt idx="17">
                  <c:v>2694.97</c:v>
                </c:pt>
                <c:pt idx="18">
                  <c:v>2784.96</c:v>
                </c:pt>
                <c:pt idx="19">
                  <c:v>2874.94</c:v>
                </c:pt>
                <c:pt idx="20">
                  <c:v>2964.93</c:v>
                </c:pt>
                <c:pt idx="21">
                  <c:v>3054.91</c:v>
                </c:pt>
                <c:pt idx="22">
                  <c:v>3144.9</c:v>
                </c:pt>
                <c:pt idx="23">
                  <c:v>3145.0</c:v>
                </c:pt>
                <c:pt idx="24">
                  <c:v>3145.1</c:v>
                </c:pt>
                <c:pt idx="25">
                  <c:v>3225.0</c:v>
                </c:pt>
                <c:pt idx="26">
                  <c:v>3304.9</c:v>
                </c:pt>
                <c:pt idx="27">
                  <c:v>3305.0</c:v>
                </c:pt>
                <c:pt idx="28">
                  <c:v>3305.1</c:v>
                </c:pt>
                <c:pt idx="29">
                  <c:v>3365.0</c:v>
                </c:pt>
                <c:pt idx="30">
                  <c:v>3424.9</c:v>
                </c:pt>
                <c:pt idx="31">
                  <c:v>3425.0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Sheet1!$B$35</c:f>
              <c:strCache>
                <c:ptCount val="1"/>
                <c:pt idx="0">
                  <c:v>WellCat</c:v>
                </c:pt>
              </c:strCache>
            </c:strRef>
          </c:tx>
          <c:spPr>
            <a:ln w="25400">
              <a:solidFill>
                <a:srgbClr val="D9822B"/>
              </a:solidFill>
              <a:prstDash val="dash"/>
            </a:ln>
          </c:spPr>
          <c:marker>
            <c:symbol val="circle"/>
            <c:size val="5"/>
            <c:spPr>
              <a:solidFill>
                <a:srgbClr val="D9822B"/>
              </a:solidFill>
              <a:ln>
                <a:solidFill>
                  <a:srgbClr val="D9822B"/>
                </a:solidFill>
              </a:ln>
            </c:spPr>
          </c:marker>
          <c:xVal>
            <c:numRef>
              <c:f>Sheet1!$A$36:$A$67</c:f>
              <c:numCache>
                <c:formatCode>General</c:formatCode>
                <c:ptCount val="32"/>
                <c:pt idx="0">
                  <c:v>5136.97</c:v>
                </c:pt>
                <c:pt idx="1">
                  <c:v>5190.01</c:v>
                </c:pt>
                <c:pt idx="2">
                  <c:v>5190.14</c:v>
                </c:pt>
                <c:pt idx="3">
                  <c:v>5233.94</c:v>
                </c:pt>
                <c:pt idx="4">
                  <c:v>5358.39</c:v>
                </c:pt>
                <c:pt idx="5">
                  <c:v>5358.53</c:v>
                </c:pt>
                <c:pt idx="6">
                  <c:v>5571.6</c:v>
                </c:pt>
                <c:pt idx="7">
                  <c:v>5909.27</c:v>
                </c:pt>
                <c:pt idx="8">
                  <c:v>6246.93</c:v>
                </c:pt>
                <c:pt idx="9">
                  <c:v>6584.59</c:v>
                </c:pt>
                <c:pt idx="10">
                  <c:v>6922.25</c:v>
                </c:pt>
                <c:pt idx="11">
                  <c:v>7259.91</c:v>
                </c:pt>
                <c:pt idx="12">
                  <c:v>7597.57</c:v>
                </c:pt>
                <c:pt idx="13">
                  <c:v>7884.21</c:v>
                </c:pt>
                <c:pt idx="14">
                  <c:v>7884.35</c:v>
                </c:pt>
                <c:pt idx="15">
                  <c:v>7935.24</c:v>
                </c:pt>
                <c:pt idx="16">
                  <c:v>8272.9</c:v>
                </c:pt>
                <c:pt idx="17">
                  <c:v>8610.56</c:v>
                </c:pt>
                <c:pt idx="18">
                  <c:v>8740.56</c:v>
                </c:pt>
                <c:pt idx="19">
                  <c:v>8740.69</c:v>
                </c:pt>
                <c:pt idx="20">
                  <c:v>8759.4</c:v>
                </c:pt>
                <c:pt idx="21">
                  <c:v>8759.54</c:v>
                </c:pt>
                <c:pt idx="22">
                  <c:v>8770.46</c:v>
                </c:pt>
                <c:pt idx="23">
                  <c:v>8770.46</c:v>
                </c:pt>
                <c:pt idx="24">
                  <c:v>8770.46</c:v>
                </c:pt>
                <c:pt idx="25">
                  <c:v>8770.46</c:v>
                </c:pt>
                <c:pt idx="26">
                  <c:v>8770.46</c:v>
                </c:pt>
                <c:pt idx="27">
                  <c:v>8770.46</c:v>
                </c:pt>
                <c:pt idx="28">
                  <c:v>8770.46</c:v>
                </c:pt>
                <c:pt idx="29">
                  <c:v>8770.46</c:v>
                </c:pt>
                <c:pt idx="30">
                  <c:v>8770.46</c:v>
                </c:pt>
                <c:pt idx="31">
                  <c:v>8770.46</c:v>
                </c:pt>
              </c:numCache>
            </c:numRef>
          </c:xVal>
          <c:yVal>
            <c:numRef>
              <c:f>Sheet1!$B$36:$B$67</c:f>
              <c:numCache>
                <c:formatCode>General</c:formatCode>
                <c:ptCount val="32"/>
                <c:pt idx="0">
                  <c:v>1785.03</c:v>
                </c:pt>
                <c:pt idx="1">
                  <c:v>1808.96</c:v>
                </c:pt>
                <c:pt idx="2">
                  <c:v>1809.02</c:v>
                </c:pt>
                <c:pt idx="3">
                  <c:v>1828.8</c:v>
                </c:pt>
                <c:pt idx="4">
                  <c:v>1884.97</c:v>
                </c:pt>
                <c:pt idx="5">
                  <c:v>1885.04</c:v>
                </c:pt>
                <c:pt idx="6">
                  <c:v>1981.2</c:v>
                </c:pt>
                <c:pt idx="7">
                  <c:v>2133.6</c:v>
                </c:pt>
                <c:pt idx="8">
                  <c:v>2286.0</c:v>
                </c:pt>
                <c:pt idx="9">
                  <c:v>2438.4</c:v>
                </c:pt>
                <c:pt idx="10">
                  <c:v>2590.8</c:v>
                </c:pt>
                <c:pt idx="11">
                  <c:v>2743.2</c:v>
                </c:pt>
                <c:pt idx="12">
                  <c:v>2895.6</c:v>
                </c:pt>
                <c:pt idx="13">
                  <c:v>3024.96</c:v>
                </c:pt>
                <c:pt idx="14">
                  <c:v>3025.02</c:v>
                </c:pt>
                <c:pt idx="15">
                  <c:v>3048.0</c:v>
                </c:pt>
                <c:pt idx="16">
                  <c:v>3200.4</c:v>
                </c:pt>
                <c:pt idx="17">
                  <c:v>3352.8</c:v>
                </c:pt>
                <c:pt idx="18">
                  <c:v>3411.47</c:v>
                </c:pt>
                <c:pt idx="19">
                  <c:v>3411.53</c:v>
                </c:pt>
                <c:pt idx="20">
                  <c:v>3419.98</c:v>
                </c:pt>
                <c:pt idx="21">
                  <c:v>3420.04</c:v>
                </c:pt>
                <c:pt idx="22">
                  <c:v>3424.98</c:v>
                </c:pt>
                <c:pt idx="23">
                  <c:v>3424.98</c:v>
                </c:pt>
                <c:pt idx="24">
                  <c:v>3424.98</c:v>
                </c:pt>
                <c:pt idx="25">
                  <c:v>3424.98</c:v>
                </c:pt>
                <c:pt idx="26">
                  <c:v>3424.98</c:v>
                </c:pt>
                <c:pt idx="27">
                  <c:v>3424.98</c:v>
                </c:pt>
                <c:pt idx="28">
                  <c:v>3424.98</c:v>
                </c:pt>
                <c:pt idx="29">
                  <c:v>3424.98</c:v>
                </c:pt>
                <c:pt idx="30">
                  <c:v>3424.98</c:v>
                </c:pt>
                <c:pt idx="31">
                  <c:v>3424.98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9000.0"/>
          <c:min val="4000.0"/>
        </c:scaling>
        <c:delete val="0"/>
        <c:axPos val="b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Pressão interna (psi)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  <c:majorUnit val="1000.0"/>
      </c:valAx>
      <c:valAx>
        <c:axId val="-2129643912"/>
        <c:scaling>
          <c:orientation val="maxMin"/>
          <c:max val="3600.0"/>
          <c:min val="1600.0"/>
        </c:scaling>
        <c:delete val="0"/>
        <c:axPos val="l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MD (m)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  <c:majorUnit val="200.0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5B6B76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B2B36"/>
                </a:solidFill>
                <a:latin typeface="Calibri"/>
              </a:rPr>
              <a:t>SCORE-PySafe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SCORE-PySafe</c:v>
                </c:pt>
              </c:strCache>
            </c:strRef>
          </c:tx>
          <c:spPr>
            <a:ln w="25400">
              <a:solidFill>
                <a:srgbClr val="0F7C8C"/>
              </a:solidFill>
            </a:ln>
          </c:spPr>
          <c:marker>
            <c:symbol val="none"/>
          </c:marker>
          <c:xVal>
            <c:numRef>
              <c:f>Sheet1!$A$2:$A$68</c:f>
              <c:numCache>
                <c:formatCode>General</c:formatCode>
                <c:ptCount val="67"/>
                <c:pt idx="0">
                  <c:v>9462.91</c:v>
                </c:pt>
                <c:pt idx="1">
                  <c:v>9484.82</c:v>
                </c:pt>
                <c:pt idx="2">
                  <c:v>9506.74</c:v>
                </c:pt>
                <c:pt idx="3">
                  <c:v>9506.92</c:v>
                </c:pt>
                <c:pt idx="4">
                  <c:v>9507.1</c:v>
                </c:pt>
                <c:pt idx="5">
                  <c:v>9576.61</c:v>
                </c:pt>
                <c:pt idx="6">
                  <c:v>9646.11</c:v>
                </c:pt>
                <c:pt idx="7">
                  <c:v>9646.3</c:v>
                </c:pt>
                <c:pt idx="8">
                  <c:v>9646.48</c:v>
                </c:pt>
                <c:pt idx="9">
                  <c:v>9811.52</c:v>
                </c:pt>
                <c:pt idx="10">
                  <c:v>9976.55</c:v>
                </c:pt>
                <c:pt idx="11">
                  <c:v>10141.61</c:v>
                </c:pt>
                <c:pt idx="12">
                  <c:v>10306.66</c:v>
                </c:pt>
                <c:pt idx="13">
                  <c:v>10471.74</c:v>
                </c:pt>
                <c:pt idx="14">
                  <c:v>10636.81</c:v>
                </c:pt>
                <c:pt idx="15">
                  <c:v>10801.91</c:v>
                </c:pt>
                <c:pt idx="16">
                  <c:v>10967.02</c:v>
                </c:pt>
                <c:pt idx="17">
                  <c:v>11132.15</c:v>
                </c:pt>
                <c:pt idx="18">
                  <c:v>11297.29</c:v>
                </c:pt>
                <c:pt idx="19">
                  <c:v>11462.5</c:v>
                </c:pt>
                <c:pt idx="20">
                  <c:v>11627.71</c:v>
                </c:pt>
                <c:pt idx="21">
                  <c:v>11792.94</c:v>
                </c:pt>
                <c:pt idx="22">
                  <c:v>11958.18</c:v>
                </c:pt>
                <c:pt idx="23">
                  <c:v>11958.36</c:v>
                </c:pt>
                <c:pt idx="24">
                  <c:v>11958.54</c:v>
                </c:pt>
                <c:pt idx="25">
                  <c:v>12105.27</c:v>
                </c:pt>
                <c:pt idx="26">
                  <c:v>12251.99</c:v>
                </c:pt>
                <c:pt idx="27">
                  <c:v>12252.18</c:v>
                </c:pt>
                <c:pt idx="28">
                  <c:v>12252.36</c:v>
                </c:pt>
                <c:pt idx="29">
                  <c:v>12362.37</c:v>
                </c:pt>
                <c:pt idx="30">
                  <c:v>12472.38</c:v>
                </c:pt>
                <c:pt idx="31">
                  <c:v>12472.56</c:v>
                </c:pt>
                <c:pt idx="32">
                  <c:v>12472.74</c:v>
                </c:pt>
                <c:pt idx="33">
                  <c:v>12653.36</c:v>
                </c:pt>
                <c:pt idx="34">
                  <c:v>12833.97</c:v>
                </c:pt>
                <c:pt idx="35">
                  <c:v>13012.07</c:v>
                </c:pt>
                <c:pt idx="36">
                  <c:v>13190.17</c:v>
                </c:pt>
                <c:pt idx="37">
                  <c:v>13363.46</c:v>
                </c:pt>
                <c:pt idx="38">
                  <c:v>13536.74</c:v>
                </c:pt>
                <c:pt idx="39">
                  <c:v>13707.0</c:v>
                </c:pt>
                <c:pt idx="40">
                  <c:v>13877.26</c:v>
                </c:pt>
                <c:pt idx="41">
                  <c:v>14047.55</c:v>
                </c:pt>
                <c:pt idx="42">
                  <c:v>14217.83</c:v>
                </c:pt>
                <c:pt idx="43">
                  <c:v>14388.15</c:v>
                </c:pt>
                <c:pt idx="44">
                  <c:v>14558.47</c:v>
                </c:pt>
                <c:pt idx="45">
                  <c:v>14728.82</c:v>
                </c:pt>
                <c:pt idx="46">
                  <c:v>14899.17</c:v>
                </c:pt>
                <c:pt idx="47">
                  <c:v>15069.56</c:v>
                </c:pt>
                <c:pt idx="48">
                  <c:v>15239.95</c:v>
                </c:pt>
                <c:pt idx="49">
                  <c:v>15410.38</c:v>
                </c:pt>
                <c:pt idx="50">
                  <c:v>15580.81</c:v>
                </c:pt>
                <c:pt idx="51">
                  <c:v>15580.98</c:v>
                </c:pt>
                <c:pt idx="52">
                  <c:v>15581.15</c:v>
                </c:pt>
                <c:pt idx="53">
                  <c:v>15724.6</c:v>
                </c:pt>
                <c:pt idx="54">
                  <c:v>15868.05</c:v>
                </c:pt>
                <c:pt idx="55">
                  <c:v>16012.52</c:v>
                </c:pt>
                <c:pt idx="56">
                  <c:v>16157.0</c:v>
                </c:pt>
                <c:pt idx="57">
                  <c:v>16305.36</c:v>
                </c:pt>
                <c:pt idx="58">
                  <c:v>16453.73</c:v>
                </c:pt>
                <c:pt idx="59">
                  <c:v>16604.92</c:v>
                </c:pt>
                <c:pt idx="60">
                  <c:v>16756.11</c:v>
                </c:pt>
                <c:pt idx="61">
                  <c:v>16908.72</c:v>
                </c:pt>
                <c:pt idx="62">
                  <c:v>17061.33</c:v>
                </c:pt>
                <c:pt idx="63">
                  <c:v>17061.51</c:v>
                </c:pt>
                <c:pt idx="64">
                  <c:v>17061.7</c:v>
                </c:pt>
                <c:pt idx="65">
                  <c:v>17079.93</c:v>
                </c:pt>
                <c:pt idx="66">
                  <c:v>17098.17</c:v>
                </c:pt>
              </c:numCache>
            </c:numRef>
          </c:xVal>
          <c:yVal>
            <c:numRef>
              <c:f>Sheet1!$B$2:$B$68</c:f>
              <c:numCache>
                <c:formatCode>General</c:formatCode>
                <c:ptCount val="67"/>
                <c:pt idx="0">
                  <c:v>1785.0</c:v>
                </c:pt>
                <c:pt idx="1">
                  <c:v>1796.95</c:v>
                </c:pt>
                <c:pt idx="2">
                  <c:v>1808.9</c:v>
                </c:pt>
                <c:pt idx="3">
                  <c:v>1809.0</c:v>
                </c:pt>
                <c:pt idx="4">
                  <c:v>1809.1</c:v>
                </c:pt>
                <c:pt idx="5">
                  <c:v>1847.0</c:v>
                </c:pt>
                <c:pt idx="6">
                  <c:v>1884.9</c:v>
                </c:pt>
                <c:pt idx="7">
                  <c:v>1885.0</c:v>
                </c:pt>
                <c:pt idx="8">
                  <c:v>1885.1</c:v>
                </c:pt>
                <c:pt idx="9">
                  <c:v>1975.09</c:v>
                </c:pt>
                <c:pt idx="10">
                  <c:v>2065.07</c:v>
                </c:pt>
                <c:pt idx="11">
                  <c:v>2155.06</c:v>
                </c:pt>
                <c:pt idx="12">
                  <c:v>2245.04</c:v>
                </c:pt>
                <c:pt idx="13">
                  <c:v>2335.03</c:v>
                </c:pt>
                <c:pt idx="14">
                  <c:v>2425.01</c:v>
                </c:pt>
                <c:pt idx="15">
                  <c:v>2515.0</c:v>
                </c:pt>
                <c:pt idx="16">
                  <c:v>2604.99</c:v>
                </c:pt>
                <c:pt idx="17">
                  <c:v>2694.97</c:v>
                </c:pt>
                <c:pt idx="18">
                  <c:v>2784.96</c:v>
                </c:pt>
                <c:pt idx="19">
                  <c:v>2874.94</c:v>
                </c:pt>
                <c:pt idx="20">
                  <c:v>2964.93</c:v>
                </c:pt>
                <c:pt idx="21">
                  <c:v>3054.91</c:v>
                </c:pt>
                <c:pt idx="22">
                  <c:v>3144.9</c:v>
                </c:pt>
                <c:pt idx="23">
                  <c:v>3145.0</c:v>
                </c:pt>
                <c:pt idx="24">
                  <c:v>3145.1</c:v>
                </c:pt>
                <c:pt idx="25">
                  <c:v>3225.0</c:v>
                </c:pt>
                <c:pt idx="26">
                  <c:v>3304.9</c:v>
                </c:pt>
                <c:pt idx="27">
                  <c:v>3305.0</c:v>
                </c:pt>
                <c:pt idx="28">
                  <c:v>3305.1</c:v>
                </c:pt>
                <c:pt idx="29">
                  <c:v>3365.0</c:v>
                </c:pt>
                <c:pt idx="30">
                  <c:v>3424.9</c:v>
                </c:pt>
                <c:pt idx="31">
                  <c:v>3425.0</c:v>
                </c:pt>
                <c:pt idx="32">
                  <c:v>3425.1</c:v>
                </c:pt>
                <c:pt idx="33">
                  <c:v>3523.7</c:v>
                </c:pt>
                <c:pt idx="34">
                  <c:v>3622.3</c:v>
                </c:pt>
                <c:pt idx="35">
                  <c:v>3720.9</c:v>
                </c:pt>
                <c:pt idx="36">
                  <c:v>3819.5</c:v>
                </c:pt>
                <c:pt idx="37">
                  <c:v>3918.1</c:v>
                </c:pt>
                <c:pt idx="38">
                  <c:v>4016.7</c:v>
                </c:pt>
                <c:pt idx="39">
                  <c:v>4115.3</c:v>
                </c:pt>
                <c:pt idx="40">
                  <c:v>4213.9</c:v>
                </c:pt>
                <c:pt idx="41">
                  <c:v>4312.5</c:v>
                </c:pt>
                <c:pt idx="42">
                  <c:v>4411.1</c:v>
                </c:pt>
                <c:pt idx="43">
                  <c:v>4509.7</c:v>
                </c:pt>
                <c:pt idx="44">
                  <c:v>4608.3</c:v>
                </c:pt>
                <c:pt idx="45">
                  <c:v>4706.9</c:v>
                </c:pt>
                <c:pt idx="46">
                  <c:v>4805.5</c:v>
                </c:pt>
                <c:pt idx="47">
                  <c:v>4904.1</c:v>
                </c:pt>
                <c:pt idx="48">
                  <c:v>5002.7</c:v>
                </c:pt>
                <c:pt idx="49">
                  <c:v>5101.3</c:v>
                </c:pt>
                <c:pt idx="50">
                  <c:v>5199.9</c:v>
                </c:pt>
                <c:pt idx="51">
                  <c:v>5200.0</c:v>
                </c:pt>
                <c:pt idx="52">
                  <c:v>5200.1</c:v>
                </c:pt>
                <c:pt idx="53">
                  <c:v>5283.08</c:v>
                </c:pt>
                <c:pt idx="54">
                  <c:v>5366.06</c:v>
                </c:pt>
                <c:pt idx="55">
                  <c:v>5449.04</c:v>
                </c:pt>
                <c:pt idx="56">
                  <c:v>5532.02</c:v>
                </c:pt>
                <c:pt idx="57">
                  <c:v>5615.0</c:v>
                </c:pt>
                <c:pt idx="58">
                  <c:v>5697.98</c:v>
                </c:pt>
                <c:pt idx="59">
                  <c:v>5780.96</c:v>
                </c:pt>
                <c:pt idx="60">
                  <c:v>5863.94</c:v>
                </c:pt>
                <c:pt idx="61">
                  <c:v>5946.92</c:v>
                </c:pt>
                <c:pt idx="62">
                  <c:v>6029.9</c:v>
                </c:pt>
                <c:pt idx="63">
                  <c:v>6030.0</c:v>
                </c:pt>
                <c:pt idx="64">
                  <c:v>6030.1</c:v>
                </c:pt>
                <c:pt idx="65">
                  <c:v>6040.0</c:v>
                </c:pt>
                <c:pt idx="66">
                  <c:v>6049.9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20000.0"/>
          <c:min val="8000.0"/>
        </c:scaling>
        <c:delete val="0"/>
        <c:axPos val="b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Pressão interna (psi)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  <c:majorUnit val="2000.0"/>
      </c:valAx>
      <c:valAx>
        <c:axId val="-2129643912"/>
        <c:scaling>
          <c:orientation val="maxMin"/>
          <c:max val="6500.0"/>
          <c:min val="1500.0"/>
        </c:scaling>
        <c:delete val="0"/>
        <c:axPos val="l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MD (m)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  <c:majorUnit val="500.0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5B6B76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B2B36"/>
                </a:solidFill>
                <a:latin typeface="Calibri"/>
              </a:rPr>
              <a:t>WellCat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WellCat</c:v>
                </c:pt>
              </c:strCache>
            </c:strRef>
          </c:tx>
          <c:spPr>
            <a:ln w="25400">
              <a:solidFill>
                <a:srgbClr val="D9822B"/>
              </a:solidFill>
            </a:ln>
          </c:spPr>
          <c:marker>
            <c:symbol val="none"/>
          </c:marker>
          <c:xVal>
            <c:numRef>
              <c:f>Sheet1!$A$2:$A$115</c:f>
              <c:numCache>
                <c:formatCode>General</c:formatCode>
                <c:ptCount val="114"/>
                <c:pt idx="0">
                  <c:v>9673.5</c:v>
                </c:pt>
                <c:pt idx="1">
                  <c:v>9773.88</c:v>
                </c:pt>
                <c:pt idx="2">
                  <c:v>10123.37</c:v>
                </c:pt>
                <c:pt idx="3">
                  <c:v>10472.87</c:v>
                </c:pt>
                <c:pt idx="4">
                  <c:v>10822.37</c:v>
                </c:pt>
                <c:pt idx="5">
                  <c:v>11171.86</c:v>
                </c:pt>
                <c:pt idx="6">
                  <c:v>11521.36</c:v>
                </c:pt>
                <c:pt idx="7">
                  <c:v>11870.85</c:v>
                </c:pt>
                <c:pt idx="8">
                  <c:v>12220.35</c:v>
                </c:pt>
                <c:pt idx="9">
                  <c:v>12517.03</c:v>
                </c:pt>
                <c:pt idx="10">
                  <c:v>12517.17</c:v>
                </c:pt>
                <c:pt idx="11">
                  <c:v>12569.85</c:v>
                </c:pt>
                <c:pt idx="12">
                  <c:v>12919.34</c:v>
                </c:pt>
                <c:pt idx="13">
                  <c:v>13268.84</c:v>
                </c:pt>
                <c:pt idx="14">
                  <c:v>13403.4</c:v>
                </c:pt>
                <c:pt idx="15">
                  <c:v>13403.54</c:v>
                </c:pt>
                <c:pt idx="16">
                  <c:v>13422.9</c:v>
                </c:pt>
                <c:pt idx="17">
                  <c:v>13423.04</c:v>
                </c:pt>
                <c:pt idx="18">
                  <c:v>13434.35</c:v>
                </c:pt>
                <c:pt idx="19">
                  <c:v>13434.49</c:v>
                </c:pt>
                <c:pt idx="20">
                  <c:v>13491.68</c:v>
                </c:pt>
                <c:pt idx="21">
                  <c:v>13491.82</c:v>
                </c:pt>
                <c:pt idx="22">
                  <c:v>13560.46</c:v>
                </c:pt>
                <c:pt idx="23">
                  <c:v>13560.6</c:v>
                </c:pt>
                <c:pt idx="24">
                  <c:v>13618.22</c:v>
                </c:pt>
                <c:pt idx="25">
                  <c:v>13697.81</c:v>
                </c:pt>
                <c:pt idx="26">
                  <c:v>13697.95</c:v>
                </c:pt>
                <c:pt idx="27">
                  <c:v>13766.31</c:v>
                </c:pt>
                <c:pt idx="28">
                  <c:v>13766.45</c:v>
                </c:pt>
                <c:pt idx="29">
                  <c:v>13834.82</c:v>
                </c:pt>
                <c:pt idx="30">
                  <c:v>13834.88</c:v>
                </c:pt>
                <c:pt idx="31">
                  <c:v>13903.12</c:v>
                </c:pt>
                <c:pt idx="32">
                  <c:v>13903.26</c:v>
                </c:pt>
                <c:pt idx="33">
                  <c:v>13965.87</c:v>
                </c:pt>
                <c:pt idx="34">
                  <c:v>13971.26</c:v>
                </c:pt>
                <c:pt idx="35">
                  <c:v>13971.4</c:v>
                </c:pt>
                <c:pt idx="36">
                  <c:v>14107.07</c:v>
                </c:pt>
                <c:pt idx="37">
                  <c:v>14107.21</c:v>
                </c:pt>
                <c:pt idx="38">
                  <c:v>14174.61</c:v>
                </c:pt>
                <c:pt idx="39">
                  <c:v>14174.75</c:v>
                </c:pt>
                <c:pt idx="40">
                  <c:v>14242.07</c:v>
                </c:pt>
                <c:pt idx="41">
                  <c:v>14242.21</c:v>
                </c:pt>
                <c:pt idx="42">
                  <c:v>14309.27</c:v>
                </c:pt>
                <c:pt idx="43">
                  <c:v>14309.4</c:v>
                </c:pt>
                <c:pt idx="44">
                  <c:v>14376.25</c:v>
                </c:pt>
                <c:pt idx="45">
                  <c:v>14376.31</c:v>
                </c:pt>
                <c:pt idx="46">
                  <c:v>14442.91</c:v>
                </c:pt>
                <c:pt idx="47">
                  <c:v>14443.04</c:v>
                </c:pt>
                <c:pt idx="48">
                  <c:v>14509.22</c:v>
                </c:pt>
                <c:pt idx="49">
                  <c:v>14509.36</c:v>
                </c:pt>
                <c:pt idx="50">
                  <c:v>14640.88</c:v>
                </c:pt>
                <c:pt idx="51">
                  <c:v>14641.01</c:v>
                </c:pt>
                <c:pt idx="52">
                  <c:v>14646.18</c:v>
                </c:pt>
                <c:pt idx="53">
                  <c:v>14706.08</c:v>
                </c:pt>
                <c:pt idx="54">
                  <c:v>14706.22</c:v>
                </c:pt>
                <c:pt idx="55">
                  <c:v>14752.64</c:v>
                </c:pt>
                <c:pt idx="56">
                  <c:v>14752.77</c:v>
                </c:pt>
                <c:pt idx="57">
                  <c:v>14976.05</c:v>
                </c:pt>
                <c:pt idx="58">
                  <c:v>15305.69</c:v>
                </c:pt>
                <c:pt idx="59">
                  <c:v>15635.33</c:v>
                </c:pt>
                <c:pt idx="60">
                  <c:v>15964.97</c:v>
                </c:pt>
                <c:pt idx="61">
                  <c:v>16294.61</c:v>
                </c:pt>
                <c:pt idx="62">
                  <c:v>16624.25</c:v>
                </c:pt>
                <c:pt idx="63">
                  <c:v>16953.89</c:v>
                </c:pt>
                <c:pt idx="64">
                  <c:v>17283.53</c:v>
                </c:pt>
                <c:pt idx="65">
                  <c:v>17323.26</c:v>
                </c:pt>
                <c:pt idx="66">
                  <c:v>17323.39</c:v>
                </c:pt>
                <c:pt idx="67">
                  <c:v>17613.17</c:v>
                </c:pt>
                <c:pt idx="68">
                  <c:v>17808.71</c:v>
                </c:pt>
                <c:pt idx="69">
                  <c:v>17808.84</c:v>
                </c:pt>
                <c:pt idx="70">
                  <c:v>17820.78</c:v>
                </c:pt>
                <c:pt idx="71">
                  <c:v>17820.91</c:v>
                </c:pt>
                <c:pt idx="72">
                  <c:v>17886.0</c:v>
                </c:pt>
                <c:pt idx="73">
                  <c:v>17886.13</c:v>
                </c:pt>
                <c:pt idx="74">
                  <c:v>17943.69</c:v>
                </c:pt>
                <c:pt idx="75">
                  <c:v>17951.48</c:v>
                </c:pt>
                <c:pt idx="76">
                  <c:v>17951.62</c:v>
                </c:pt>
                <c:pt idx="77">
                  <c:v>18083.9</c:v>
                </c:pt>
                <c:pt idx="78">
                  <c:v>18083.96</c:v>
                </c:pt>
                <c:pt idx="79">
                  <c:v>18217.74</c:v>
                </c:pt>
                <c:pt idx="80">
                  <c:v>18217.81</c:v>
                </c:pt>
                <c:pt idx="81">
                  <c:v>18282.5</c:v>
                </c:pt>
                <c:pt idx="82">
                  <c:v>18285.1</c:v>
                </c:pt>
                <c:pt idx="83">
                  <c:v>18285.24</c:v>
                </c:pt>
                <c:pt idx="84">
                  <c:v>18352.72</c:v>
                </c:pt>
                <c:pt idx="85">
                  <c:v>18352.85</c:v>
                </c:pt>
                <c:pt idx="86">
                  <c:v>18488.68</c:v>
                </c:pt>
                <c:pt idx="87">
                  <c:v>18488.75</c:v>
                </c:pt>
                <c:pt idx="88">
                  <c:v>18625.55</c:v>
                </c:pt>
                <c:pt idx="89">
                  <c:v>18625.69</c:v>
                </c:pt>
                <c:pt idx="90">
                  <c:v>18628.34</c:v>
                </c:pt>
                <c:pt idx="91">
                  <c:v>18694.2</c:v>
                </c:pt>
                <c:pt idx="92">
                  <c:v>18694.34</c:v>
                </c:pt>
                <c:pt idx="93">
                  <c:v>18762.99</c:v>
                </c:pt>
                <c:pt idx="94">
                  <c:v>18763.06</c:v>
                </c:pt>
                <c:pt idx="95">
                  <c:v>18832.05</c:v>
                </c:pt>
                <c:pt idx="96">
                  <c:v>18832.12</c:v>
                </c:pt>
                <c:pt idx="97">
                  <c:v>18901.25</c:v>
                </c:pt>
                <c:pt idx="98">
                  <c:v>18901.31</c:v>
                </c:pt>
                <c:pt idx="99">
                  <c:v>18970.44</c:v>
                </c:pt>
                <c:pt idx="100">
                  <c:v>18970.51</c:v>
                </c:pt>
                <c:pt idx="101">
                  <c:v>18978.83</c:v>
                </c:pt>
                <c:pt idx="102">
                  <c:v>19039.78</c:v>
                </c:pt>
                <c:pt idx="103">
                  <c:v>19039.92</c:v>
                </c:pt>
                <c:pt idx="104">
                  <c:v>19109.12</c:v>
                </c:pt>
                <c:pt idx="105">
                  <c:v>19109.26</c:v>
                </c:pt>
                <c:pt idx="106">
                  <c:v>19165.56</c:v>
                </c:pt>
                <c:pt idx="107">
                  <c:v>19165.7</c:v>
                </c:pt>
                <c:pt idx="108">
                  <c:v>19178.43</c:v>
                </c:pt>
                <c:pt idx="109">
                  <c:v>19178.57</c:v>
                </c:pt>
                <c:pt idx="110">
                  <c:v>19224.67</c:v>
                </c:pt>
                <c:pt idx="111">
                  <c:v>14782.05</c:v>
                </c:pt>
                <c:pt idx="112">
                  <c:v>14847.35</c:v>
                </c:pt>
                <c:pt idx="113">
                  <c:v>14923.98</c:v>
                </c:pt>
              </c:numCache>
            </c:numRef>
          </c:xVal>
          <c:yVal>
            <c:numRef>
              <c:f>Sheet1!$B$2:$B$115</c:f>
              <c:numCache>
                <c:formatCode>General</c:formatCode>
                <c:ptCount val="114"/>
                <c:pt idx="0">
                  <c:v>1785.03</c:v>
                </c:pt>
                <c:pt idx="1">
                  <c:v>1828.8</c:v>
                </c:pt>
                <c:pt idx="2">
                  <c:v>1981.2</c:v>
                </c:pt>
                <c:pt idx="3">
                  <c:v>2133.6</c:v>
                </c:pt>
                <c:pt idx="4">
                  <c:v>2286.0</c:v>
                </c:pt>
                <c:pt idx="5">
                  <c:v>2438.4</c:v>
                </c:pt>
                <c:pt idx="6">
                  <c:v>2590.8</c:v>
                </c:pt>
                <c:pt idx="7">
                  <c:v>2743.2</c:v>
                </c:pt>
                <c:pt idx="8">
                  <c:v>2895.6</c:v>
                </c:pt>
                <c:pt idx="9">
                  <c:v>3024.96</c:v>
                </c:pt>
                <c:pt idx="10">
                  <c:v>3025.02</c:v>
                </c:pt>
                <c:pt idx="11">
                  <c:v>3048.0</c:v>
                </c:pt>
                <c:pt idx="12">
                  <c:v>3200.4</c:v>
                </c:pt>
                <c:pt idx="13">
                  <c:v>3352.8</c:v>
                </c:pt>
                <c:pt idx="14">
                  <c:v>3411.47</c:v>
                </c:pt>
                <c:pt idx="15">
                  <c:v>3411.53</c:v>
                </c:pt>
                <c:pt idx="16">
                  <c:v>3419.98</c:v>
                </c:pt>
                <c:pt idx="17">
                  <c:v>3420.04</c:v>
                </c:pt>
                <c:pt idx="18">
                  <c:v>3424.98</c:v>
                </c:pt>
                <c:pt idx="19">
                  <c:v>3425.04</c:v>
                </c:pt>
                <c:pt idx="20">
                  <c:v>3449.97</c:v>
                </c:pt>
                <c:pt idx="21">
                  <c:v>3450.03</c:v>
                </c:pt>
                <c:pt idx="22">
                  <c:v>3479.96</c:v>
                </c:pt>
                <c:pt idx="23">
                  <c:v>3480.02</c:v>
                </c:pt>
                <c:pt idx="24">
                  <c:v>3505.2</c:v>
                </c:pt>
                <c:pt idx="25">
                  <c:v>3539.98</c:v>
                </c:pt>
                <c:pt idx="26">
                  <c:v>3540.04</c:v>
                </c:pt>
                <c:pt idx="27">
                  <c:v>3569.97</c:v>
                </c:pt>
                <c:pt idx="28">
                  <c:v>3570.03</c:v>
                </c:pt>
                <c:pt idx="29">
                  <c:v>3599.96</c:v>
                </c:pt>
                <c:pt idx="30">
                  <c:v>3599.99</c:v>
                </c:pt>
                <c:pt idx="31">
                  <c:v>3629.99</c:v>
                </c:pt>
                <c:pt idx="32">
                  <c:v>3630.05</c:v>
                </c:pt>
                <c:pt idx="33">
                  <c:v>3657.6</c:v>
                </c:pt>
                <c:pt idx="34">
                  <c:v>3659.98</c:v>
                </c:pt>
                <c:pt idx="35">
                  <c:v>3660.04</c:v>
                </c:pt>
                <c:pt idx="36">
                  <c:v>3719.96</c:v>
                </c:pt>
                <c:pt idx="37">
                  <c:v>3720.02</c:v>
                </c:pt>
                <c:pt idx="38">
                  <c:v>3749.98</c:v>
                </c:pt>
                <c:pt idx="39">
                  <c:v>3750.05</c:v>
                </c:pt>
                <c:pt idx="40">
                  <c:v>3779.98</c:v>
                </c:pt>
                <c:pt idx="41">
                  <c:v>3780.04</c:v>
                </c:pt>
                <c:pt idx="42">
                  <c:v>3809.97</c:v>
                </c:pt>
                <c:pt idx="43">
                  <c:v>3810.03</c:v>
                </c:pt>
                <c:pt idx="44">
                  <c:v>3839.96</c:v>
                </c:pt>
                <c:pt idx="45">
                  <c:v>3839.99</c:v>
                </c:pt>
                <c:pt idx="46">
                  <c:v>3869.98</c:v>
                </c:pt>
                <c:pt idx="47">
                  <c:v>3870.05</c:v>
                </c:pt>
                <c:pt idx="48">
                  <c:v>3899.98</c:v>
                </c:pt>
                <c:pt idx="49">
                  <c:v>3900.04</c:v>
                </c:pt>
                <c:pt idx="50">
                  <c:v>3959.96</c:v>
                </c:pt>
                <c:pt idx="51">
                  <c:v>3960.02</c:v>
                </c:pt>
                <c:pt idx="52">
                  <c:v>3962.4</c:v>
                </c:pt>
                <c:pt idx="53">
                  <c:v>3989.98</c:v>
                </c:pt>
                <c:pt idx="54">
                  <c:v>3990.05</c:v>
                </c:pt>
                <c:pt idx="55">
                  <c:v>4011.47</c:v>
                </c:pt>
                <c:pt idx="56">
                  <c:v>4011.53</c:v>
                </c:pt>
                <c:pt idx="57">
                  <c:v>4114.8</c:v>
                </c:pt>
                <c:pt idx="58">
                  <c:v>4267.2</c:v>
                </c:pt>
                <c:pt idx="59">
                  <c:v>4419.6</c:v>
                </c:pt>
                <c:pt idx="60">
                  <c:v>4572.0</c:v>
                </c:pt>
                <c:pt idx="61">
                  <c:v>4724.4</c:v>
                </c:pt>
                <c:pt idx="62">
                  <c:v>4876.8</c:v>
                </c:pt>
                <c:pt idx="63">
                  <c:v>5029.2</c:v>
                </c:pt>
                <c:pt idx="64">
                  <c:v>5181.6</c:v>
                </c:pt>
                <c:pt idx="65">
                  <c:v>5199.98</c:v>
                </c:pt>
                <c:pt idx="66">
                  <c:v>5200.04</c:v>
                </c:pt>
                <c:pt idx="67">
                  <c:v>5334.0</c:v>
                </c:pt>
                <c:pt idx="68">
                  <c:v>5424.4</c:v>
                </c:pt>
                <c:pt idx="69">
                  <c:v>5424.46</c:v>
                </c:pt>
                <c:pt idx="70">
                  <c:v>5429.98</c:v>
                </c:pt>
                <c:pt idx="71">
                  <c:v>5430.04</c:v>
                </c:pt>
                <c:pt idx="72">
                  <c:v>5459.97</c:v>
                </c:pt>
                <c:pt idx="73">
                  <c:v>5460.03</c:v>
                </c:pt>
                <c:pt idx="74">
                  <c:v>5486.4</c:v>
                </c:pt>
                <c:pt idx="75">
                  <c:v>5489.97</c:v>
                </c:pt>
                <c:pt idx="76">
                  <c:v>5490.03</c:v>
                </c:pt>
                <c:pt idx="77">
                  <c:v>5549.98</c:v>
                </c:pt>
                <c:pt idx="78">
                  <c:v>5550.01</c:v>
                </c:pt>
                <c:pt idx="79">
                  <c:v>5609.97</c:v>
                </c:pt>
                <c:pt idx="80">
                  <c:v>5610.0</c:v>
                </c:pt>
                <c:pt idx="81">
                  <c:v>5638.8</c:v>
                </c:pt>
                <c:pt idx="82">
                  <c:v>5639.96</c:v>
                </c:pt>
                <c:pt idx="83">
                  <c:v>5640.02</c:v>
                </c:pt>
                <c:pt idx="84">
                  <c:v>5669.98</c:v>
                </c:pt>
                <c:pt idx="85">
                  <c:v>5670.04</c:v>
                </c:pt>
                <c:pt idx="86">
                  <c:v>5729.97</c:v>
                </c:pt>
                <c:pt idx="87">
                  <c:v>5730.0</c:v>
                </c:pt>
                <c:pt idx="88">
                  <c:v>5789.98</c:v>
                </c:pt>
                <c:pt idx="89">
                  <c:v>5790.04</c:v>
                </c:pt>
                <c:pt idx="90">
                  <c:v>5791.2</c:v>
                </c:pt>
                <c:pt idx="91">
                  <c:v>5819.97</c:v>
                </c:pt>
                <c:pt idx="92">
                  <c:v>5820.03</c:v>
                </c:pt>
                <c:pt idx="93">
                  <c:v>5849.97</c:v>
                </c:pt>
                <c:pt idx="94">
                  <c:v>5850.0</c:v>
                </c:pt>
                <c:pt idx="95">
                  <c:v>5879.96</c:v>
                </c:pt>
                <c:pt idx="96">
                  <c:v>5879.99</c:v>
                </c:pt>
                <c:pt idx="97">
                  <c:v>5909.98</c:v>
                </c:pt>
                <c:pt idx="98">
                  <c:v>5910.01</c:v>
                </c:pt>
                <c:pt idx="99">
                  <c:v>5939.97</c:v>
                </c:pt>
                <c:pt idx="100">
                  <c:v>5940.0</c:v>
                </c:pt>
                <c:pt idx="101">
                  <c:v>5943.6</c:v>
                </c:pt>
                <c:pt idx="102">
                  <c:v>5969.97</c:v>
                </c:pt>
                <c:pt idx="103">
                  <c:v>5970.03</c:v>
                </c:pt>
                <c:pt idx="104">
                  <c:v>5999.96</c:v>
                </c:pt>
                <c:pt idx="105">
                  <c:v>6000.02</c:v>
                </c:pt>
                <c:pt idx="106">
                  <c:v>6024.4</c:v>
                </c:pt>
                <c:pt idx="107">
                  <c:v>6024.46</c:v>
                </c:pt>
                <c:pt idx="108">
                  <c:v>6029.98</c:v>
                </c:pt>
                <c:pt idx="109">
                  <c:v>6030.04</c:v>
                </c:pt>
                <c:pt idx="110">
                  <c:v>6049.97</c:v>
                </c:pt>
                <c:pt idx="111">
                  <c:v>6050.0</c:v>
                </c:pt>
                <c:pt idx="112">
                  <c:v>6096.0</c:v>
                </c:pt>
                <c:pt idx="113">
                  <c:v>6149.98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20000.0"/>
          <c:min val="8000.0"/>
        </c:scaling>
        <c:delete val="0"/>
        <c:axPos val="b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Pressão interna (psi)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  <c:majorUnit val="2000.0"/>
      </c:valAx>
      <c:valAx>
        <c:axId val="-2129643912"/>
        <c:scaling>
          <c:orientation val="maxMin"/>
          <c:max val="6500.0"/>
          <c:min val="1500.0"/>
        </c:scaling>
        <c:delete val="0"/>
        <c:axPos val="l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MD (m)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  <c:majorUnit val="500.0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5B6B76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B2B36"/>
                </a:solidFill>
                <a:latin typeface="Calibri"/>
              </a:rPr>
              <a:t>Sobreposição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SCORE-PySafe</c:v>
                </c:pt>
              </c:strCache>
            </c:strRef>
          </c:tx>
          <c:spPr>
            <a:ln w="25400">
              <a:solidFill>
                <a:srgbClr val="0F7C8C"/>
              </a:solidFill>
            </a:ln>
          </c:spPr>
          <c:marker>
            <c:symbol val="none"/>
          </c:marker>
          <c:xVal>
            <c:numRef>
              <c:f>Sheet1!$A$2:$A$115</c:f>
              <c:numCache>
                <c:formatCode>General</c:formatCode>
                <c:ptCount val="114"/>
                <c:pt idx="0">
                  <c:v>9462.91</c:v>
                </c:pt>
                <c:pt idx="1">
                  <c:v>9484.82</c:v>
                </c:pt>
                <c:pt idx="2">
                  <c:v>9506.74</c:v>
                </c:pt>
                <c:pt idx="3">
                  <c:v>9506.92</c:v>
                </c:pt>
                <c:pt idx="4">
                  <c:v>9507.1</c:v>
                </c:pt>
                <c:pt idx="5">
                  <c:v>9576.61</c:v>
                </c:pt>
                <c:pt idx="6">
                  <c:v>9646.11</c:v>
                </c:pt>
                <c:pt idx="7">
                  <c:v>9646.3</c:v>
                </c:pt>
                <c:pt idx="8">
                  <c:v>9646.48</c:v>
                </c:pt>
                <c:pt idx="9">
                  <c:v>9811.52</c:v>
                </c:pt>
                <c:pt idx="10">
                  <c:v>9976.55</c:v>
                </c:pt>
                <c:pt idx="11">
                  <c:v>10141.61</c:v>
                </c:pt>
                <c:pt idx="12">
                  <c:v>10306.66</c:v>
                </c:pt>
                <c:pt idx="13">
                  <c:v>10471.74</c:v>
                </c:pt>
                <c:pt idx="14">
                  <c:v>10636.81</c:v>
                </c:pt>
                <c:pt idx="15">
                  <c:v>10801.91</c:v>
                </c:pt>
                <c:pt idx="16">
                  <c:v>10967.02</c:v>
                </c:pt>
                <c:pt idx="17">
                  <c:v>11132.15</c:v>
                </c:pt>
                <c:pt idx="18">
                  <c:v>11297.29</c:v>
                </c:pt>
                <c:pt idx="19">
                  <c:v>11462.5</c:v>
                </c:pt>
                <c:pt idx="20">
                  <c:v>11627.71</c:v>
                </c:pt>
                <c:pt idx="21">
                  <c:v>11792.94</c:v>
                </c:pt>
                <c:pt idx="22">
                  <c:v>11958.18</c:v>
                </c:pt>
                <c:pt idx="23">
                  <c:v>11958.36</c:v>
                </c:pt>
                <c:pt idx="24">
                  <c:v>11958.54</c:v>
                </c:pt>
                <c:pt idx="25">
                  <c:v>12105.27</c:v>
                </c:pt>
                <c:pt idx="26">
                  <c:v>12251.99</c:v>
                </c:pt>
                <c:pt idx="27">
                  <c:v>12252.18</c:v>
                </c:pt>
                <c:pt idx="28">
                  <c:v>12252.36</c:v>
                </c:pt>
                <c:pt idx="29">
                  <c:v>12362.37</c:v>
                </c:pt>
                <c:pt idx="30">
                  <c:v>12472.38</c:v>
                </c:pt>
                <c:pt idx="31">
                  <c:v>12472.56</c:v>
                </c:pt>
                <c:pt idx="32">
                  <c:v>12472.74</c:v>
                </c:pt>
                <c:pt idx="33">
                  <c:v>12653.36</c:v>
                </c:pt>
                <c:pt idx="34">
                  <c:v>12833.97</c:v>
                </c:pt>
                <c:pt idx="35">
                  <c:v>13012.07</c:v>
                </c:pt>
                <c:pt idx="36">
                  <c:v>13190.17</c:v>
                </c:pt>
                <c:pt idx="37">
                  <c:v>13363.46</c:v>
                </c:pt>
                <c:pt idx="38">
                  <c:v>13536.74</c:v>
                </c:pt>
                <c:pt idx="39">
                  <c:v>13707.0</c:v>
                </c:pt>
                <c:pt idx="40">
                  <c:v>13877.26</c:v>
                </c:pt>
                <c:pt idx="41">
                  <c:v>14047.55</c:v>
                </c:pt>
                <c:pt idx="42">
                  <c:v>14217.83</c:v>
                </c:pt>
                <c:pt idx="43">
                  <c:v>14388.15</c:v>
                </c:pt>
                <c:pt idx="44">
                  <c:v>14558.47</c:v>
                </c:pt>
                <c:pt idx="45">
                  <c:v>14728.82</c:v>
                </c:pt>
                <c:pt idx="46">
                  <c:v>14899.17</c:v>
                </c:pt>
                <c:pt idx="47">
                  <c:v>15069.56</c:v>
                </c:pt>
                <c:pt idx="48">
                  <c:v>15239.95</c:v>
                </c:pt>
                <c:pt idx="49">
                  <c:v>15410.38</c:v>
                </c:pt>
                <c:pt idx="50">
                  <c:v>15580.81</c:v>
                </c:pt>
                <c:pt idx="51">
                  <c:v>15580.98</c:v>
                </c:pt>
                <c:pt idx="52">
                  <c:v>15581.15</c:v>
                </c:pt>
                <c:pt idx="53">
                  <c:v>15724.6</c:v>
                </c:pt>
                <c:pt idx="54">
                  <c:v>15868.05</c:v>
                </c:pt>
                <c:pt idx="55">
                  <c:v>16012.52</c:v>
                </c:pt>
                <c:pt idx="56">
                  <c:v>16157.0</c:v>
                </c:pt>
                <c:pt idx="57">
                  <c:v>16305.36</c:v>
                </c:pt>
                <c:pt idx="58">
                  <c:v>16453.73</c:v>
                </c:pt>
                <c:pt idx="59">
                  <c:v>16604.92</c:v>
                </c:pt>
                <c:pt idx="60">
                  <c:v>16756.11</c:v>
                </c:pt>
                <c:pt idx="61">
                  <c:v>16908.72</c:v>
                </c:pt>
                <c:pt idx="62">
                  <c:v>17061.33</c:v>
                </c:pt>
                <c:pt idx="63">
                  <c:v>17061.51</c:v>
                </c:pt>
                <c:pt idx="64">
                  <c:v>17061.7</c:v>
                </c:pt>
                <c:pt idx="65">
                  <c:v>17079.93</c:v>
                </c:pt>
                <c:pt idx="66">
                  <c:v>17098.17</c:v>
                </c:pt>
                <c:pt idx="67">
                  <c:v>17098.17</c:v>
                </c:pt>
                <c:pt idx="68">
                  <c:v>17098.17</c:v>
                </c:pt>
                <c:pt idx="69">
                  <c:v>17098.17</c:v>
                </c:pt>
                <c:pt idx="70">
                  <c:v>17098.17</c:v>
                </c:pt>
                <c:pt idx="71">
                  <c:v>17098.17</c:v>
                </c:pt>
                <c:pt idx="72">
                  <c:v>17098.17</c:v>
                </c:pt>
                <c:pt idx="73">
                  <c:v>17098.17</c:v>
                </c:pt>
                <c:pt idx="74">
                  <c:v>17098.17</c:v>
                </c:pt>
                <c:pt idx="75">
                  <c:v>17098.17</c:v>
                </c:pt>
                <c:pt idx="76">
                  <c:v>17098.17</c:v>
                </c:pt>
                <c:pt idx="77">
                  <c:v>17098.17</c:v>
                </c:pt>
                <c:pt idx="78">
                  <c:v>17098.17</c:v>
                </c:pt>
                <c:pt idx="79">
                  <c:v>17098.17</c:v>
                </c:pt>
                <c:pt idx="80">
                  <c:v>17098.17</c:v>
                </c:pt>
                <c:pt idx="81">
                  <c:v>17098.17</c:v>
                </c:pt>
                <c:pt idx="82">
                  <c:v>17098.17</c:v>
                </c:pt>
                <c:pt idx="83">
                  <c:v>17098.17</c:v>
                </c:pt>
                <c:pt idx="84">
                  <c:v>17098.17</c:v>
                </c:pt>
                <c:pt idx="85">
                  <c:v>17098.17</c:v>
                </c:pt>
                <c:pt idx="86">
                  <c:v>17098.17</c:v>
                </c:pt>
                <c:pt idx="87">
                  <c:v>17098.17</c:v>
                </c:pt>
                <c:pt idx="88">
                  <c:v>17098.17</c:v>
                </c:pt>
                <c:pt idx="89">
                  <c:v>17098.17</c:v>
                </c:pt>
                <c:pt idx="90">
                  <c:v>17098.17</c:v>
                </c:pt>
                <c:pt idx="91">
                  <c:v>17098.17</c:v>
                </c:pt>
                <c:pt idx="92">
                  <c:v>17098.17</c:v>
                </c:pt>
                <c:pt idx="93">
                  <c:v>17098.17</c:v>
                </c:pt>
                <c:pt idx="94">
                  <c:v>17098.17</c:v>
                </c:pt>
                <c:pt idx="95">
                  <c:v>17098.17</c:v>
                </c:pt>
                <c:pt idx="96">
                  <c:v>17098.17</c:v>
                </c:pt>
                <c:pt idx="97">
                  <c:v>17098.17</c:v>
                </c:pt>
                <c:pt idx="98">
                  <c:v>17098.17</c:v>
                </c:pt>
                <c:pt idx="99">
                  <c:v>17098.17</c:v>
                </c:pt>
                <c:pt idx="100">
                  <c:v>17098.17</c:v>
                </c:pt>
                <c:pt idx="101">
                  <c:v>17098.17</c:v>
                </c:pt>
                <c:pt idx="102">
                  <c:v>17098.17</c:v>
                </c:pt>
                <c:pt idx="103">
                  <c:v>17098.17</c:v>
                </c:pt>
                <c:pt idx="104">
                  <c:v>17098.17</c:v>
                </c:pt>
                <c:pt idx="105">
                  <c:v>17098.17</c:v>
                </c:pt>
                <c:pt idx="106">
                  <c:v>17098.17</c:v>
                </c:pt>
                <c:pt idx="107">
                  <c:v>17098.17</c:v>
                </c:pt>
                <c:pt idx="108">
                  <c:v>17098.17</c:v>
                </c:pt>
                <c:pt idx="109">
                  <c:v>17098.17</c:v>
                </c:pt>
                <c:pt idx="110">
                  <c:v>17098.17</c:v>
                </c:pt>
                <c:pt idx="111">
                  <c:v>17098.17</c:v>
                </c:pt>
                <c:pt idx="112">
                  <c:v>17098.17</c:v>
                </c:pt>
                <c:pt idx="113">
                  <c:v>17098.17</c:v>
                </c:pt>
              </c:numCache>
            </c:numRef>
          </c:xVal>
          <c:yVal>
            <c:numRef>
              <c:f>Sheet1!$B$2:$B$115</c:f>
              <c:numCache>
                <c:formatCode>General</c:formatCode>
                <c:ptCount val="114"/>
                <c:pt idx="0">
                  <c:v>1785.0</c:v>
                </c:pt>
                <c:pt idx="1">
                  <c:v>1796.95</c:v>
                </c:pt>
                <c:pt idx="2">
                  <c:v>1808.9</c:v>
                </c:pt>
                <c:pt idx="3">
                  <c:v>1809.0</c:v>
                </c:pt>
                <c:pt idx="4">
                  <c:v>1809.1</c:v>
                </c:pt>
                <c:pt idx="5">
                  <c:v>1847.0</c:v>
                </c:pt>
                <c:pt idx="6">
                  <c:v>1884.9</c:v>
                </c:pt>
                <c:pt idx="7">
                  <c:v>1885.0</c:v>
                </c:pt>
                <c:pt idx="8">
                  <c:v>1885.1</c:v>
                </c:pt>
                <c:pt idx="9">
                  <c:v>1975.09</c:v>
                </c:pt>
                <c:pt idx="10">
                  <c:v>2065.07</c:v>
                </c:pt>
                <c:pt idx="11">
                  <c:v>2155.06</c:v>
                </c:pt>
                <c:pt idx="12">
                  <c:v>2245.04</c:v>
                </c:pt>
                <c:pt idx="13">
                  <c:v>2335.03</c:v>
                </c:pt>
                <c:pt idx="14">
                  <c:v>2425.01</c:v>
                </c:pt>
                <c:pt idx="15">
                  <c:v>2515.0</c:v>
                </c:pt>
                <c:pt idx="16">
                  <c:v>2604.99</c:v>
                </c:pt>
                <c:pt idx="17">
                  <c:v>2694.97</c:v>
                </c:pt>
                <c:pt idx="18">
                  <c:v>2784.96</c:v>
                </c:pt>
                <c:pt idx="19">
                  <c:v>2874.94</c:v>
                </c:pt>
                <c:pt idx="20">
                  <c:v>2964.93</c:v>
                </c:pt>
                <c:pt idx="21">
                  <c:v>3054.91</c:v>
                </c:pt>
                <c:pt idx="22">
                  <c:v>3144.9</c:v>
                </c:pt>
                <c:pt idx="23">
                  <c:v>3145.0</c:v>
                </c:pt>
                <c:pt idx="24">
                  <c:v>3145.1</c:v>
                </c:pt>
                <c:pt idx="25">
                  <c:v>3225.0</c:v>
                </c:pt>
                <c:pt idx="26">
                  <c:v>3304.9</c:v>
                </c:pt>
                <c:pt idx="27">
                  <c:v>3305.0</c:v>
                </c:pt>
                <c:pt idx="28">
                  <c:v>3305.1</c:v>
                </c:pt>
                <c:pt idx="29">
                  <c:v>3365.0</c:v>
                </c:pt>
                <c:pt idx="30">
                  <c:v>3424.9</c:v>
                </c:pt>
                <c:pt idx="31">
                  <c:v>3425.0</c:v>
                </c:pt>
                <c:pt idx="32">
                  <c:v>3425.1</c:v>
                </c:pt>
                <c:pt idx="33">
                  <c:v>3523.7</c:v>
                </c:pt>
                <c:pt idx="34">
                  <c:v>3622.3</c:v>
                </c:pt>
                <c:pt idx="35">
                  <c:v>3720.9</c:v>
                </c:pt>
                <c:pt idx="36">
                  <c:v>3819.5</c:v>
                </c:pt>
                <c:pt idx="37">
                  <c:v>3918.1</c:v>
                </c:pt>
                <c:pt idx="38">
                  <c:v>4016.7</c:v>
                </c:pt>
                <c:pt idx="39">
                  <c:v>4115.3</c:v>
                </c:pt>
                <c:pt idx="40">
                  <c:v>4213.9</c:v>
                </c:pt>
                <c:pt idx="41">
                  <c:v>4312.5</c:v>
                </c:pt>
                <c:pt idx="42">
                  <c:v>4411.1</c:v>
                </c:pt>
                <c:pt idx="43">
                  <c:v>4509.7</c:v>
                </c:pt>
                <c:pt idx="44">
                  <c:v>4608.3</c:v>
                </c:pt>
                <c:pt idx="45">
                  <c:v>4706.9</c:v>
                </c:pt>
                <c:pt idx="46">
                  <c:v>4805.5</c:v>
                </c:pt>
                <c:pt idx="47">
                  <c:v>4904.1</c:v>
                </c:pt>
                <c:pt idx="48">
                  <c:v>5002.7</c:v>
                </c:pt>
                <c:pt idx="49">
                  <c:v>5101.3</c:v>
                </c:pt>
                <c:pt idx="50">
                  <c:v>5199.9</c:v>
                </c:pt>
                <c:pt idx="51">
                  <c:v>5200.0</c:v>
                </c:pt>
                <c:pt idx="52">
                  <c:v>5200.1</c:v>
                </c:pt>
                <c:pt idx="53">
                  <c:v>5283.08</c:v>
                </c:pt>
                <c:pt idx="54">
                  <c:v>5366.06</c:v>
                </c:pt>
                <c:pt idx="55">
                  <c:v>5449.04</c:v>
                </c:pt>
                <c:pt idx="56">
                  <c:v>5532.02</c:v>
                </c:pt>
                <c:pt idx="57">
                  <c:v>5615.0</c:v>
                </c:pt>
                <c:pt idx="58">
                  <c:v>5697.98</c:v>
                </c:pt>
                <c:pt idx="59">
                  <c:v>5780.96</c:v>
                </c:pt>
                <c:pt idx="60">
                  <c:v>5863.94</c:v>
                </c:pt>
                <c:pt idx="61">
                  <c:v>5946.92</c:v>
                </c:pt>
                <c:pt idx="62">
                  <c:v>6029.9</c:v>
                </c:pt>
                <c:pt idx="63">
                  <c:v>6030.0</c:v>
                </c:pt>
                <c:pt idx="64">
                  <c:v>6030.1</c:v>
                </c:pt>
                <c:pt idx="65">
                  <c:v>6040.0</c:v>
                </c:pt>
                <c:pt idx="66">
                  <c:v>6049.9</c:v>
                </c:pt>
                <c:pt idx="67">
                  <c:v>6049.9</c:v>
                </c:pt>
                <c:pt idx="68">
                  <c:v>6049.9</c:v>
                </c:pt>
                <c:pt idx="69">
                  <c:v>6049.9</c:v>
                </c:pt>
                <c:pt idx="70">
                  <c:v>6049.9</c:v>
                </c:pt>
                <c:pt idx="71">
                  <c:v>6049.9</c:v>
                </c:pt>
                <c:pt idx="72">
                  <c:v>6049.9</c:v>
                </c:pt>
                <c:pt idx="73">
                  <c:v>6049.9</c:v>
                </c:pt>
                <c:pt idx="74">
                  <c:v>6049.9</c:v>
                </c:pt>
                <c:pt idx="75">
                  <c:v>6049.9</c:v>
                </c:pt>
                <c:pt idx="76">
                  <c:v>6049.9</c:v>
                </c:pt>
                <c:pt idx="77">
                  <c:v>6049.9</c:v>
                </c:pt>
                <c:pt idx="78">
                  <c:v>6049.9</c:v>
                </c:pt>
                <c:pt idx="79">
                  <c:v>6049.9</c:v>
                </c:pt>
                <c:pt idx="80">
                  <c:v>6049.9</c:v>
                </c:pt>
                <c:pt idx="81">
                  <c:v>6049.9</c:v>
                </c:pt>
                <c:pt idx="82">
                  <c:v>6049.9</c:v>
                </c:pt>
                <c:pt idx="83">
                  <c:v>6049.9</c:v>
                </c:pt>
                <c:pt idx="84">
                  <c:v>6049.9</c:v>
                </c:pt>
                <c:pt idx="85">
                  <c:v>6049.9</c:v>
                </c:pt>
                <c:pt idx="86">
                  <c:v>6049.9</c:v>
                </c:pt>
                <c:pt idx="87">
                  <c:v>6049.9</c:v>
                </c:pt>
                <c:pt idx="88">
                  <c:v>6049.9</c:v>
                </c:pt>
                <c:pt idx="89">
                  <c:v>6049.9</c:v>
                </c:pt>
                <c:pt idx="90">
                  <c:v>6049.9</c:v>
                </c:pt>
                <c:pt idx="91">
                  <c:v>6049.9</c:v>
                </c:pt>
                <c:pt idx="92">
                  <c:v>6049.9</c:v>
                </c:pt>
                <c:pt idx="93">
                  <c:v>6049.9</c:v>
                </c:pt>
                <c:pt idx="94">
                  <c:v>6049.9</c:v>
                </c:pt>
                <c:pt idx="95">
                  <c:v>6049.9</c:v>
                </c:pt>
                <c:pt idx="96">
                  <c:v>6049.9</c:v>
                </c:pt>
                <c:pt idx="97">
                  <c:v>6049.9</c:v>
                </c:pt>
                <c:pt idx="98">
                  <c:v>6049.9</c:v>
                </c:pt>
                <c:pt idx="99">
                  <c:v>6049.9</c:v>
                </c:pt>
                <c:pt idx="100">
                  <c:v>6049.9</c:v>
                </c:pt>
                <c:pt idx="101">
                  <c:v>6049.9</c:v>
                </c:pt>
                <c:pt idx="102">
                  <c:v>6049.9</c:v>
                </c:pt>
                <c:pt idx="103">
                  <c:v>6049.9</c:v>
                </c:pt>
                <c:pt idx="104">
                  <c:v>6049.9</c:v>
                </c:pt>
                <c:pt idx="105">
                  <c:v>6049.9</c:v>
                </c:pt>
                <c:pt idx="106">
                  <c:v>6049.9</c:v>
                </c:pt>
                <c:pt idx="107">
                  <c:v>6049.9</c:v>
                </c:pt>
                <c:pt idx="108">
                  <c:v>6049.9</c:v>
                </c:pt>
                <c:pt idx="109">
                  <c:v>6049.9</c:v>
                </c:pt>
                <c:pt idx="110">
                  <c:v>6049.9</c:v>
                </c:pt>
                <c:pt idx="111">
                  <c:v>6049.9</c:v>
                </c:pt>
                <c:pt idx="112">
                  <c:v>6049.9</c:v>
                </c:pt>
                <c:pt idx="113">
                  <c:v>6049.9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Sheet1!$B$117</c:f>
              <c:strCache>
                <c:ptCount val="1"/>
                <c:pt idx="0">
                  <c:v>WellCat</c:v>
                </c:pt>
              </c:strCache>
            </c:strRef>
          </c:tx>
          <c:spPr>
            <a:ln w="25400">
              <a:solidFill>
                <a:srgbClr val="D9822B"/>
              </a:solidFill>
              <a:prstDash val="dash"/>
            </a:ln>
          </c:spPr>
          <c:marker>
            <c:symbol val="none"/>
          </c:marker>
          <c:xVal>
            <c:numRef>
              <c:f>Sheet1!$A$118:$A$231</c:f>
              <c:numCache>
                <c:formatCode>General</c:formatCode>
                <c:ptCount val="114"/>
                <c:pt idx="0">
                  <c:v>9673.5</c:v>
                </c:pt>
                <c:pt idx="1">
                  <c:v>9773.88</c:v>
                </c:pt>
                <c:pt idx="2">
                  <c:v>10123.37</c:v>
                </c:pt>
                <c:pt idx="3">
                  <c:v>10472.87</c:v>
                </c:pt>
                <c:pt idx="4">
                  <c:v>10822.37</c:v>
                </c:pt>
                <c:pt idx="5">
                  <c:v>11171.86</c:v>
                </c:pt>
                <c:pt idx="6">
                  <c:v>11521.36</c:v>
                </c:pt>
                <c:pt idx="7">
                  <c:v>11870.85</c:v>
                </c:pt>
                <c:pt idx="8">
                  <c:v>12220.35</c:v>
                </c:pt>
                <c:pt idx="9">
                  <c:v>12517.03</c:v>
                </c:pt>
                <c:pt idx="10">
                  <c:v>12517.17</c:v>
                </c:pt>
                <c:pt idx="11">
                  <c:v>12569.85</c:v>
                </c:pt>
                <c:pt idx="12">
                  <c:v>12919.34</c:v>
                </c:pt>
                <c:pt idx="13">
                  <c:v>13268.84</c:v>
                </c:pt>
                <c:pt idx="14">
                  <c:v>13403.4</c:v>
                </c:pt>
                <c:pt idx="15">
                  <c:v>13403.54</c:v>
                </c:pt>
                <c:pt idx="16">
                  <c:v>13422.9</c:v>
                </c:pt>
                <c:pt idx="17">
                  <c:v>13423.04</c:v>
                </c:pt>
                <c:pt idx="18">
                  <c:v>13434.35</c:v>
                </c:pt>
                <c:pt idx="19">
                  <c:v>13434.49</c:v>
                </c:pt>
                <c:pt idx="20">
                  <c:v>13491.68</c:v>
                </c:pt>
                <c:pt idx="21">
                  <c:v>13491.82</c:v>
                </c:pt>
                <c:pt idx="22">
                  <c:v>13560.46</c:v>
                </c:pt>
                <c:pt idx="23">
                  <c:v>13560.6</c:v>
                </c:pt>
                <c:pt idx="24">
                  <c:v>13618.22</c:v>
                </c:pt>
                <c:pt idx="25">
                  <c:v>13697.81</c:v>
                </c:pt>
                <c:pt idx="26">
                  <c:v>13697.95</c:v>
                </c:pt>
                <c:pt idx="27">
                  <c:v>13766.31</c:v>
                </c:pt>
                <c:pt idx="28">
                  <c:v>13766.45</c:v>
                </c:pt>
                <c:pt idx="29">
                  <c:v>13834.82</c:v>
                </c:pt>
                <c:pt idx="30">
                  <c:v>13834.88</c:v>
                </c:pt>
                <c:pt idx="31">
                  <c:v>13903.12</c:v>
                </c:pt>
                <c:pt idx="32">
                  <c:v>13903.26</c:v>
                </c:pt>
                <c:pt idx="33">
                  <c:v>13965.87</c:v>
                </c:pt>
                <c:pt idx="34">
                  <c:v>13971.26</c:v>
                </c:pt>
                <c:pt idx="35">
                  <c:v>13971.4</c:v>
                </c:pt>
                <c:pt idx="36">
                  <c:v>14107.07</c:v>
                </c:pt>
                <c:pt idx="37">
                  <c:v>14107.21</c:v>
                </c:pt>
                <c:pt idx="38">
                  <c:v>14174.61</c:v>
                </c:pt>
                <c:pt idx="39">
                  <c:v>14174.75</c:v>
                </c:pt>
                <c:pt idx="40">
                  <c:v>14242.07</c:v>
                </c:pt>
                <c:pt idx="41">
                  <c:v>14242.21</c:v>
                </c:pt>
                <c:pt idx="42">
                  <c:v>14309.27</c:v>
                </c:pt>
                <c:pt idx="43">
                  <c:v>14309.4</c:v>
                </c:pt>
                <c:pt idx="44">
                  <c:v>14376.25</c:v>
                </c:pt>
                <c:pt idx="45">
                  <c:v>14376.31</c:v>
                </c:pt>
                <c:pt idx="46">
                  <c:v>14442.91</c:v>
                </c:pt>
                <c:pt idx="47">
                  <c:v>14443.04</c:v>
                </c:pt>
                <c:pt idx="48">
                  <c:v>14509.22</c:v>
                </c:pt>
                <c:pt idx="49">
                  <c:v>14509.36</c:v>
                </c:pt>
                <c:pt idx="50">
                  <c:v>14640.88</c:v>
                </c:pt>
                <c:pt idx="51">
                  <c:v>14641.01</c:v>
                </c:pt>
                <c:pt idx="52">
                  <c:v>14646.18</c:v>
                </c:pt>
                <c:pt idx="53">
                  <c:v>14706.08</c:v>
                </c:pt>
                <c:pt idx="54">
                  <c:v>14706.22</c:v>
                </c:pt>
                <c:pt idx="55">
                  <c:v>14752.64</c:v>
                </c:pt>
                <c:pt idx="56">
                  <c:v>14752.77</c:v>
                </c:pt>
                <c:pt idx="57">
                  <c:v>14976.05</c:v>
                </c:pt>
                <c:pt idx="58">
                  <c:v>15305.69</c:v>
                </c:pt>
                <c:pt idx="59">
                  <c:v>15635.33</c:v>
                </c:pt>
                <c:pt idx="60">
                  <c:v>15964.97</c:v>
                </c:pt>
                <c:pt idx="61">
                  <c:v>16294.61</c:v>
                </c:pt>
                <c:pt idx="62">
                  <c:v>16624.25</c:v>
                </c:pt>
                <c:pt idx="63">
                  <c:v>16953.89</c:v>
                </c:pt>
                <c:pt idx="64">
                  <c:v>17283.53</c:v>
                </c:pt>
                <c:pt idx="65">
                  <c:v>17323.26</c:v>
                </c:pt>
                <c:pt idx="66">
                  <c:v>17323.39</c:v>
                </c:pt>
                <c:pt idx="67">
                  <c:v>17613.17</c:v>
                </c:pt>
                <c:pt idx="68">
                  <c:v>17808.71</c:v>
                </c:pt>
                <c:pt idx="69">
                  <c:v>17808.84</c:v>
                </c:pt>
                <c:pt idx="70">
                  <c:v>17820.78</c:v>
                </c:pt>
                <c:pt idx="71">
                  <c:v>17820.91</c:v>
                </c:pt>
                <c:pt idx="72">
                  <c:v>17886.0</c:v>
                </c:pt>
                <c:pt idx="73">
                  <c:v>17886.13</c:v>
                </c:pt>
                <c:pt idx="74">
                  <c:v>17943.69</c:v>
                </c:pt>
                <c:pt idx="75">
                  <c:v>17951.48</c:v>
                </c:pt>
                <c:pt idx="76">
                  <c:v>17951.62</c:v>
                </c:pt>
                <c:pt idx="77">
                  <c:v>18083.9</c:v>
                </c:pt>
                <c:pt idx="78">
                  <c:v>18083.96</c:v>
                </c:pt>
                <c:pt idx="79">
                  <c:v>18217.74</c:v>
                </c:pt>
                <c:pt idx="80">
                  <c:v>18217.81</c:v>
                </c:pt>
                <c:pt idx="81">
                  <c:v>18282.5</c:v>
                </c:pt>
                <c:pt idx="82">
                  <c:v>18285.1</c:v>
                </c:pt>
                <c:pt idx="83">
                  <c:v>18285.24</c:v>
                </c:pt>
                <c:pt idx="84">
                  <c:v>18352.72</c:v>
                </c:pt>
                <c:pt idx="85">
                  <c:v>18352.85</c:v>
                </c:pt>
                <c:pt idx="86">
                  <c:v>18488.68</c:v>
                </c:pt>
                <c:pt idx="87">
                  <c:v>18488.75</c:v>
                </c:pt>
                <c:pt idx="88">
                  <c:v>18625.55</c:v>
                </c:pt>
                <c:pt idx="89">
                  <c:v>18625.69</c:v>
                </c:pt>
                <c:pt idx="90">
                  <c:v>18628.34</c:v>
                </c:pt>
                <c:pt idx="91">
                  <c:v>18694.2</c:v>
                </c:pt>
                <c:pt idx="92">
                  <c:v>18694.34</c:v>
                </c:pt>
                <c:pt idx="93">
                  <c:v>18762.99</c:v>
                </c:pt>
                <c:pt idx="94">
                  <c:v>18763.06</c:v>
                </c:pt>
                <c:pt idx="95">
                  <c:v>18832.05</c:v>
                </c:pt>
                <c:pt idx="96">
                  <c:v>18832.12</c:v>
                </c:pt>
                <c:pt idx="97">
                  <c:v>18901.25</c:v>
                </c:pt>
                <c:pt idx="98">
                  <c:v>18901.31</c:v>
                </c:pt>
                <c:pt idx="99">
                  <c:v>18970.44</c:v>
                </c:pt>
                <c:pt idx="100">
                  <c:v>18970.51</c:v>
                </c:pt>
                <c:pt idx="101">
                  <c:v>18978.83</c:v>
                </c:pt>
                <c:pt idx="102">
                  <c:v>19039.78</c:v>
                </c:pt>
                <c:pt idx="103">
                  <c:v>19039.92</c:v>
                </c:pt>
                <c:pt idx="104">
                  <c:v>19109.12</c:v>
                </c:pt>
                <c:pt idx="105">
                  <c:v>19109.26</c:v>
                </c:pt>
                <c:pt idx="106">
                  <c:v>19165.56</c:v>
                </c:pt>
                <c:pt idx="107">
                  <c:v>19165.7</c:v>
                </c:pt>
                <c:pt idx="108">
                  <c:v>19178.43</c:v>
                </c:pt>
                <c:pt idx="109">
                  <c:v>19178.57</c:v>
                </c:pt>
                <c:pt idx="110">
                  <c:v>19224.67</c:v>
                </c:pt>
                <c:pt idx="111">
                  <c:v>14782.05</c:v>
                </c:pt>
                <c:pt idx="112">
                  <c:v>14847.35</c:v>
                </c:pt>
                <c:pt idx="113">
                  <c:v>14923.98</c:v>
                </c:pt>
              </c:numCache>
            </c:numRef>
          </c:xVal>
          <c:yVal>
            <c:numRef>
              <c:f>Sheet1!$B$118:$B$231</c:f>
              <c:numCache>
                <c:formatCode>General</c:formatCode>
                <c:ptCount val="114"/>
                <c:pt idx="0">
                  <c:v>1785.03</c:v>
                </c:pt>
                <c:pt idx="1">
                  <c:v>1828.8</c:v>
                </c:pt>
                <c:pt idx="2">
                  <c:v>1981.2</c:v>
                </c:pt>
                <c:pt idx="3">
                  <c:v>2133.6</c:v>
                </c:pt>
                <c:pt idx="4">
                  <c:v>2286.0</c:v>
                </c:pt>
                <c:pt idx="5">
                  <c:v>2438.4</c:v>
                </c:pt>
                <c:pt idx="6">
                  <c:v>2590.8</c:v>
                </c:pt>
                <c:pt idx="7">
                  <c:v>2743.2</c:v>
                </c:pt>
                <c:pt idx="8">
                  <c:v>2895.6</c:v>
                </c:pt>
                <c:pt idx="9">
                  <c:v>3024.96</c:v>
                </c:pt>
                <c:pt idx="10">
                  <c:v>3025.02</c:v>
                </c:pt>
                <c:pt idx="11">
                  <c:v>3048.0</c:v>
                </c:pt>
                <c:pt idx="12">
                  <c:v>3200.4</c:v>
                </c:pt>
                <c:pt idx="13">
                  <c:v>3352.8</c:v>
                </c:pt>
                <c:pt idx="14">
                  <c:v>3411.47</c:v>
                </c:pt>
                <c:pt idx="15">
                  <c:v>3411.53</c:v>
                </c:pt>
                <c:pt idx="16">
                  <c:v>3419.98</c:v>
                </c:pt>
                <c:pt idx="17">
                  <c:v>3420.04</c:v>
                </c:pt>
                <c:pt idx="18">
                  <c:v>3424.98</c:v>
                </c:pt>
                <c:pt idx="19">
                  <c:v>3425.04</c:v>
                </c:pt>
                <c:pt idx="20">
                  <c:v>3449.97</c:v>
                </c:pt>
                <c:pt idx="21">
                  <c:v>3450.03</c:v>
                </c:pt>
                <c:pt idx="22">
                  <c:v>3479.96</c:v>
                </c:pt>
                <c:pt idx="23">
                  <c:v>3480.02</c:v>
                </c:pt>
                <c:pt idx="24">
                  <c:v>3505.2</c:v>
                </c:pt>
                <c:pt idx="25">
                  <c:v>3539.98</c:v>
                </c:pt>
                <c:pt idx="26">
                  <c:v>3540.04</c:v>
                </c:pt>
                <c:pt idx="27">
                  <c:v>3569.97</c:v>
                </c:pt>
                <c:pt idx="28">
                  <c:v>3570.03</c:v>
                </c:pt>
                <c:pt idx="29">
                  <c:v>3599.96</c:v>
                </c:pt>
                <c:pt idx="30">
                  <c:v>3599.99</c:v>
                </c:pt>
                <c:pt idx="31">
                  <c:v>3629.99</c:v>
                </c:pt>
                <c:pt idx="32">
                  <c:v>3630.05</c:v>
                </c:pt>
                <c:pt idx="33">
                  <c:v>3657.6</c:v>
                </c:pt>
                <c:pt idx="34">
                  <c:v>3659.98</c:v>
                </c:pt>
                <c:pt idx="35">
                  <c:v>3660.04</c:v>
                </c:pt>
                <c:pt idx="36">
                  <c:v>3719.96</c:v>
                </c:pt>
                <c:pt idx="37">
                  <c:v>3720.02</c:v>
                </c:pt>
                <c:pt idx="38">
                  <c:v>3749.98</c:v>
                </c:pt>
                <c:pt idx="39">
                  <c:v>3750.05</c:v>
                </c:pt>
                <c:pt idx="40">
                  <c:v>3779.98</c:v>
                </c:pt>
                <c:pt idx="41">
                  <c:v>3780.04</c:v>
                </c:pt>
                <c:pt idx="42">
                  <c:v>3809.97</c:v>
                </c:pt>
                <c:pt idx="43">
                  <c:v>3810.03</c:v>
                </c:pt>
                <c:pt idx="44">
                  <c:v>3839.96</c:v>
                </c:pt>
                <c:pt idx="45">
                  <c:v>3839.99</c:v>
                </c:pt>
                <c:pt idx="46">
                  <c:v>3869.98</c:v>
                </c:pt>
                <c:pt idx="47">
                  <c:v>3870.05</c:v>
                </c:pt>
                <c:pt idx="48">
                  <c:v>3899.98</c:v>
                </c:pt>
                <c:pt idx="49">
                  <c:v>3900.04</c:v>
                </c:pt>
                <c:pt idx="50">
                  <c:v>3959.96</c:v>
                </c:pt>
                <c:pt idx="51">
                  <c:v>3960.02</c:v>
                </c:pt>
                <c:pt idx="52">
                  <c:v>3962.4</c:v>
                </c:pt>
                <c:pt idx="53">
                  <c:v>3989.98</c:v>
                </c:pt>
                <c:pt idx="54">
                  <c:v>3990.05</c:v>
                </c:pt>
                <c:pt idx="55">
                  <c:v>4011.47</c:v>
                </c:pt>
                <c:pt idx="56">
                  <c:v>4011.53</c:v>
                </c:pt>
                <c:pt idx="57">
                  <c:v>4114.8</c:v>
                </c:pt>
                <c:pt idx="58">
                  <c:v>4267.2</c:v>
                </c:pt>
                <c:pt idx="59">
                  <c:v>4419.6</c:v>
                </c:pt>
                <c:pt idx="60">
                  <c:v>4572.0</c:v>
                </c:pt>
                <c:pt idx="61">
                  <c:v>4724.4</c:v>
                </c:pt>
                <c:pt idx="62">
                  <c:v>4876.8</c:v>
                </c:pt>
                <c:pt idx="63">
                  <c:v>5029.2</c:v>
                </c:pt>
                <c:pt idx="64">
                  <c:v>5181.6</c:v>
                </c:pt>
                <c:pt idx="65">
                  <c:v>5199.98</c:v>
                </c:pt>
                <c:pt idx="66">
                  <c:v>5200.04</c:v>
                </c:pt>
                <c:pt idx="67">
                  <c:v>5334.0</c:v>
                </c:pt>
                <c:pt idx="68">
                  <c:v>5424.4</c:v>
                </c:pt>
                <c:pt idx="69">
                  <c:v>5424.46</c:v>
                </c:pt>
                <c:pt idx="70">
                  <c:v>5429.98</c:v>
                </c:pt>
                <c:pt idx="71">
                  <c:v>5430.04</c:v>
                </c:pt>
                <c:pt idx="72">
                  <c:v>5459.97</c:v>
                </c:pt>
                <c:pt idx="73">
                  <c:v>5460.03</c:v>
                </c:pt>
                <c:pt idx="74">
                  <c:v>5486.4</c:v>
                </c:pt>
                <c:pt idx="75">
                  <c:v>5489.97</c:v>
                </c:pt>
                <c:pt idx="76">
                  <c:v>5490.03</c:v>
                </c:pt>
                <c:pt idx="77">
                  <c:v>5549.98</c:v>
                </c:pt>
                <c:pt idx="78">
                  <c:v>5550.01</c:v>
                </c:pt>
                <c:pt idx="79">
                  <c:v>5609.97</c:v>
                </c:pt>
                <c:pt idx="80">
                  <c:v>5610.0</c:v>
                </c:pt>
                <c:pt idx="81">
                  <c:v>5638.8</c:v>
                </c:pt>
                <c:pt idx="82">
                  <c:v>5639.96</c:v>
                </c:pt>
                <c:pt idx="83">
                  <c:v>5640.02</c:v>
                </c:pt>
                <c:pt idx="84">
                  <c:v>5669.98</c:v>
                </c:pt>
                <c:pt idx="85">
                  <c:v>5670.04</c:v>
                </c:pt>
                <c:pt idx="86">
                  <c:v>5729.97</c:v>
                </c:pt>
                <c:pt idx="87">
                  <c:v>5730.0</c:v>
                </c:pt>
                <c:pt idx="88">
                  <c:v>5789.98</c:v>
                </c:pt>
                <c:pt idx="89">
                  <c:v>5790.04</c:v>
                </c:pt>
                <c:pt idx="90">
                  <c:v>5791.2</c:v>
                </c:pt>
                <c:pt idx="91">
                  <c:v>5819.97</c:v>
                </c:pt>
                <c:pt idx="92">
                  <c:v>5820.03</c:v>
                </c:pt>
                <c:pt idx="93">
                  <c:v>5849.97</c:v>
                </c:pt>
                <c:pt idx="94">
                  <c:v>5850.0</c:v>
                </c:pt>
                <c:pt idx="95">
                  <c:v>5879.96</c:v>
                </c:pt>
                <c:pt idx="96">
                  <c:v>5879.99</c:v>
                </c:pt>
                <c:pt idx="97">
                  <c:v>5909.98</c:v>
                </c:pt>
                <c:pt idx="98">
                  <c:v>5910.01</c:v>
                </c:pt>
                <c:pt idx="99">
                  <c:v>5939.97</c:v>
                </c:pt>
                <c:pt idx="100">
                  <c:v>5940.0</c:v>
                </c:pt>
                <c:pt idx="101">
                  <c:v>5943.6</c:v>
                </c:pt>
                <c:pt idx="102">
                  <c:v>5969.97</c:v>
                </c:pt>
                <c:pt idx="103">
                  <c:v>5970.03</c:v>
                </c:pt>
                <c:pt idx="104">
                  <c:v>5999.96</c:v>
                </c:pt>
                <c:pt idx="105">
                  <c:v>6000.02</c:v>
                </c:pt>
                <c:pt idx="106">
                  <c:v>6024.4</c:v>
                </c:pt>
                <c:pt idx="107">
                  <c:v>6024.46</c:v>
                </c:pt>
                <c:pt idx="108">
                  <c:v>6029.98</c:v>
                </c:pt>
                <c:pt idx="109">
                  <c:v>6030.04</c:v>
                </c:pt>
                <c:pt idx="110">
                  <c:v>6049.97</c:v>
                </c:pt>
                <c:pt idx="111">
                  <c:v>6050.0</c:v>
                </c:pt>
                <c:pt idx="112">
                  <c:v>6096.0</c:v>
                </c:pt>
                <c:pt idx="113">
                  <c:v>6149.98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20000.0"/>
          <c:min val="8000.0"/>
        </c:scaling>
        <c:delete val="0"/>
        <c:axPos val="b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Pressão interna (psi)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  <c:majorUnit val="2000.0"/>
      </c:valAx>
      <c:valAx>
        <c:axId val="-2129643912"/>
        <c:scaling>
          <c:orientation val="maxMin"/>
          <c:max val="6500.0"/>
          <c:min val="1500.0"/>
        </c:scaling>
        <c:delete val="0"/>
        <c:axPos val="l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MD (m)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  <c:majorUnit val="500.0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5B6B76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B2B36"/>
                </a:solidFill>
                <a:latin typeface="Calibri"/>
              </a:rPr>
              <a:t>SCORE-PySafe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SCORE-PySafe</c:v>
                </c:pt>
              </c:strCache>
            </c:strRef>
          </c:tx>
          <c:spPr>
            <a:ln w="25400">
              <a:solidFill>
                <a:srgbClr val="0F7C8C"/>
              </a:solidFill>
            </a:ln>
          </c:spPr>
          <c:marker>
            <c:symbol val="none"/>
          </c:marker>
          <c:xVal>
            <c:numRef>
              <c:f>Sheet1!$A$2:$A$29</c:f>
              <c:numCache>
                <c:formatCode>General</c:formatCode>
                <c:ptCount val="28"/>
                <c:pt idx="0">
                  <c:v>17098.35</c:v>
                </c:pt>
                <c:pt idx="1">
                  <c:v>17098.54</c:v>
                </c:pt>
                <c:pt idx="2">
                  <c:v>17153.62</c:v>
                </c:pt>
                <c:pt idx="3">
                  <c:v>17208.7</c:v>
                </c:pt>
                <c:pt idx="4">
                  <c:v>17208.88</c:v>
                </c:pt>
                <c:pt idx="5">
                  <c:v>17209.07</c:v>
                </c:pt>
                <c:pt idx="6">
                  <c:v>17245.73</c:v>
                </c:pt>
                <c:pt idx="7">
                  <c:v>17282.39</c:v>
                </c:pt>
                <c:pt idx="8">
                  <c:v>17282.58</c:v>
                </c:pt>
                <c:pt idx="9">
                  <c:v>17282.76</c:v>
                </c:pt>
                <c:pt idx="10">
                  <c:v>17372.86</c:v>
                </c:pt>
                <c:pt idx="11">
                  <c:v>17462.97</c:v>
                </c:pt>
                <c:pt idx="12">
                  <c:v>17463.15</c:v>
                </c:pt>
                <c:pt idx="13">
                  <c:v>17463.33</c:v>
                </c:pt>
                <c:pt idx="14">
                  <c:v>17480.66</c:v>
                </c:pt>
                <c:pt idx="15">
                  <c:v>17497.98</c:v>
                </c:pt>
                <c:pt idx="16">
                  <c:v>17498.16</c:v>
                </c:pt>
                <c:pt idx="17">
                  <c:v>17498.35</c:v>
                </c:pt>
                <c:pt idx="18">
                  <c:v>17544.24</c:v>
                </c:pt>
                <c:pt idx="19">
                  <c:v>17590.13</c:v>
                </c:pt>
                <c:pt idx="20">
                  <c:v>13410.35</c:v>
                </c:pt>
                <c:pt idx="21">
                  <c:v>13438.26</c:v>
                </c:pt>
                <c:pt idx="22">
                  <c:v>13438.37</c:v>
                </c:pt>
                <c:pt idx="23">
                  <c:v>13502.33</c:v>
                </c:pt>
                <c:pt idx="24">
                  <c:v>13566.22</c:v>
                </c:pt>
                <c:pt idx="25">
                  <c:v>13573.35</c:v>
                </c:pt>
                <c:pt idx="26">
                  <c:v>13573.46</c:v>
                </c:pt>
                <c:pt idx="27">
                  <c:v>13639.63</c:v>
                </c:pt>
              </c:numCache>
            </c:numRef>
          </c:xVal>
          <c:yVal>
            <c:numRef>
              <c:f>Sheet1!$B$2:$B$29</c:f>
              <c:numCache>
                <c:formatCode>General</c:formatCode>
                <c:ptCount val="28"/>
                <c:pt idx="0">
                  <c:v>6050.0</c:v>
                </c:pt>
                <c:pt idx="1">
                  <c:v>6050.1</c:v>
                </c:pt>
                <c:pt idx="2">
                  <c:v>6080.0</c:v>
                </c:pt>
                <c:pt idx="3">
                  <c:v>6109.9</c:v>
                </c:pt>
                <c:pt idx="4">
                  <c:v>6110.0</c:v>
                </c:pt>
                <c:pt idx="5">
                  <c:v>6110.1</c:v>
                </c:pt>
                <c:pt idx="6">
                  <c:v>6130.0</c:v>
                </c:pt>
                <c:pt idx="7">
                  <c:v>6149.9</c:v>
                </c:pt>
                <c:pt idx="8">
                  <c:v>6150.0</c:v>
                </c:pt>
                <c:pt idx="9">
                  <c:v>6150.1</c:v>
                </c:pt>
                <c:pt idx="10">
                  <c:v>6199.0</c:v>
                </c:pt>
                <c:pt idx="11">
                  <c:v>6247.9</c:v>
                </c:pt>
                <c:pt idx="12">
                  <c:v>6248.0</c:v>
                </c:pt>
                <c:pt idx="13">
                  <c:v>6248.1</c:v>
                </c:pt>
                <c:pt idx="14">
                  <c:v>6257.5</c:v>
                </c:pt>
                <c:pt idx="15">
                  <c:v>6266.9</c:v>
                </c:pt>
                <c:pt idx="16">
                  <c:v>6267.0</c:v>
                </c:pt>
                <c:pt idx="17">
                  <c:v>6267.1</c:v>
                </c:pt>
                <c:pt idx="18">
                  <c:v>6292.0</c:v>
                </c:pt>
                <c:pt idx="19">
                  <c:v>6316.9</c:v>
                </c:pt>
                <c:pt idx="20">
                  <c:v>6317.1</c:v>
                </c:pt>
                <c:pt idx="21">
                  <c:v>6367.55</c:v>
                </c:pt>
                <c:pt idx="22">
                  <c:v>6367.75</c:v>
                </c:pt>
                <c:pt idx="23">
                  <c:v>6483.38</c:v>
                </c:pt>
                <c:pt idx="24">
                  <c:v>6599.0</c:v>
                </c:pt>
                <c:pt idx="25">
                  <c:v>6611.9</c:v>
                </c:pt>
                <c:pt idx="26">
                  <c:v>6612.1</c:v>
                </c:pt>
                <c:pt idx="27">
                  <c:v>6732.0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22000.0"/>
          <c:min val="12000.0"/>
        </c:scaling>
        <c:delete val="0"/>
        <c:axPos val="b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Pressão interna (psi)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  <c:majorUnit val="2000.0"/>
      </c:valAx>
      <c:valAx>
        <c:axId val="-2129643912"/>
        <c:scaling>
          <c:orientation val="maxMin"/>
          <c:max val="6800.0"/>
          <c:min val="6000.0"/>
        </c:scaling>
        <c:delete val="0"/>
        <c:axPos val="l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MD (m)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  <c:majorUnit val="100.0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5B6B76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B2B36"/>
                </a:solidFill>
                <a:latin typeface="Calibri"/>
              </a:rPr>
              <a:t>WellCat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WellCat</c:v>
                </c:pt>
              </c:strCache>
            </c:strRef>
          </c:tx>
          <c:spPr>
            <a:ln w="25400">
              <a:solidFill>
                <a:srgbClr val="D9822B"/>
              </a:solidFill>
            </a:ln>
          </c:spPr>
          <c:marker>
            <c:symbol val="circle"/>
            <c:size val="5"/>
            <c:spPr>
              <a:solidFill>
                <a:srgbClr val="D9822B"/>
              </a:solidFill>
              <a:ln>
                <a:solidFill>
                  <a:srgbClr val="D9822B"/>
                </a:solidFill>
              </a:ln>
            </c:spPr>
          </c:marker>
          <c:xVal>
            <c:numRef>
              <c:f>Sheet1!$A$2:$A$21</c:f>
              <c:numCache>
                <c:formatCode>General</c:formatCode>
                <c:ptCount val="20"/>
                <c:pt idx="0">
                  <c:v>19224.81</c:v>
                </c:pt>
                <c:pt idx="1">
                  <c:v>19330.92</c:v>
                </c:pt>
                <c:pt idx="2">
                  <c:v>19363.17</c:v>
                </c:pt>
                <c:pt idx="3">
                  <c:v>19363.31</c:v>
                </c:pt>
                <c:pt idx="4">
                  <c:v>19455.5</c:v>
                </c:pt>
                <c:pt idx="5">
                  <c:v>19455.64</c:v>
                </c:pt>
                <c:pt idx="6">
                  <c:v>19682.71</c:v>
                </c:pt>
                <c:pt idx="7">
                  <c:v>19725.57</c:v>
                </c:pt>
                <c:pt idx="8">
                  <c:v>19725.71</c:v>
                </c:pt>
                <c:pt idx="9">
                  <c:v>19840.99</c:v>
                </c:pt>
                <c:pt idx="10">
                  <c:v>13373.53</c:v>
                </c:pt>
                <c:pt idx="11">
                  <c:v>13408.1</c:v>
                </c:pt>
                <c:pt idx="12">
                  <c:v>13408.14</c:v>
                </c:pt>
                <c:pt idx="13">
                  <c:v>13430.78</c:v>
                </c:pt>
                <c:pt idx="14">
                  <c:v>13534.94</c:v>
                </c:pt>
                <c:pt idx="15">
                  <c:v>13566.23</c:v>
                </c:pt>
                <c:pt idx="16">
                  <c:v>13575.09</c:v>
                </c:pt>
                <c:pt idx="17">
                  <c:v>13575.13</c:v>
                </c:pt>
                <c:pt idx="18">
                  <c:v>13639.08</c:v>
                </c:pt>
                <c:pt idx="19">
                  <c:v>13657.1</c:v>
                </c:pt>
              </c:numCache>
            </c:numRef>
          </c:xVal>
          <c:yVal>
            <c:numRef>
              <c:f>Sheet1!$B$2:$B$21</c:f>
              <c:numCache>
                <c:formatCode>General</c:formatCode>
                <c:ptCount val="20"/>
                <c:pt idx="0">
                  <c:v>6050.04</c:v>
                </c:pt>
                <c:pt idx="1">
                  <c:v>6096.0</c:v>
                </c:pt>
                <c:pt idx="2">
                  <c:v>6109.96</c:v>
                </c:pt>
                <c:pt idx="3">
                  <c:v>6110.02</c:v>
                </c:pt>
                <c:pt idx="4">
                  <c:v>6149.98</c:v>
                </c:pt>
                <c:pt idx="5">
                  <c:v>6150.04</c:v>
                </c:pt>
                <c:pt idx="6">
                  <c:v>6248.4</c:v>
                </c:pt>
                <c:pt idx="7">
                  <c:v>6266.96</c:v>
                </c:pt>
                <c:pt idx="8">
                  <c:v>6267.02</c:v>
                </c:pt>
                <c:pt idx="9">
                  <c:v>6316.97</c:v>
                </c:pt>
                <c:pt idx="10">
                  <c:v>6317.0</c:v>
                </c:pt>
                <c:pt idx="11">
                  <c:v>6367.61</c:v>
                </c:pt>
                <c:pt idx="12">
                  <c:v>6367.67</c:v>
                </c:pt>
                <c:pt idx="13">
                  <c:v>6400.8</c:v>
                </c:pt>
                <c:pt idx="14">
                  <c:v>6553.2</c:v>
                </c:pt>
                <c:pt idx="15">
                  <c:v>6599.01</c:v>
                </c:pt>
                <c:pt idx="16">
                  <c:v>6611.97</c:v>
                </c:pt>
                <c:pt idx="17">
                  <c:v>6612.03</c:v>
                </c:pt>
                <c:pt idx="18">
                  <c:v>6705.6</c:v>
                </c:pt>
                <c:pt idx="19">
                  <c:v>6731.97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22000.0"/>
          <c:min val="12000.0"/>
        </c:scaling>
        <c:delete val="0"/>
        <c:axPos val="b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Pressão interna (psi)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  <c:majorUnit val="2000.0"/>
      </c:valAx>
      <c:valAx>
        <c:axId val="-2129643912"/>
        <c:scaling>
          <c:orientation val="maxMin"/>
          <c:max val="6800.0"/>
          <c:min val="6000.0"/>
        </c:scaling>
        <c:delete val="0"/>
        <c:axPos val="l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MD (m)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  <c:majorUnit val="100.0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5B6B76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B2B36"/>
                </a:solidFill>
                <a:latin typeface="Calibri"/>
              </a:rPr>
              <a:t>Sobreposição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SCORE-PySafe</c:v>
                </c:pt>
              </c:strCache>
            </c:strRef>
          </c:tx>
          <c:spPr>
            <a:ln w="25400">
              <a:solidFill>
                <a:srgbClr val="0F7C8C"/>
              </a:solidFill>
            </a:ln>
          </c:spPr>
          <c:marker>
            <c:symbol val="none"/>
          </c:marker>
          <c:xVal>
            <c:numRef>
              <c:f>Sheet1!$A$2:$A$29</c:f>
              <c:numCache>
                <c:formatCode>General</c:formatCode>
                <c:ptCount val="28"/>
                <c:pt idx="0">
                  <c:v>17098.35</c:v>
                </c:pt>
                <c:pt idx="1">
                  <c:v>17098.54</c:v>
                </c:pt>
                <c:pt idx="2">
                  <c:v>17153.62</c:v>
                </c:pt>
                <c:pt idx="3">
                  <c:v>17208.7</c:v>
                </c:pt>
                <c:pt idx="4">
                  <c:v>17208.88</c:v>
                </c:pt>
                <c:pt idx="5">
                  <c:v>17209.07</c:v>
                </c:pt>
                <c:pt idx="6">
                  <c:v>17245.73</c:v>
                </c:pt>
                <c:pt idx="7">
                  <c:v>17282.39</c:v>
                </c:pt>
                <c:pt idx="8">
                  <c:v>17282.58</c:v>
                </c:pt>
                <c:pt idx="9">
                  <c:v>17282.76</c:v>
                </c:pt>
                <c:pt idx="10">
                  <c:v>17372.86</c:v>
                </c:pt>
                <c:pt idx="11">
                  <c:v>17462.97</c:v>
                </c:pt>
                <c:pt idx="12">
                  <c:v>17463.15</c:v>
                </c:pt>
                <c:pt idx="13">
                  <c:v>17463.33</c:v>
                </c:pt>
                <c:pt idx="14">
                  <c:v>17480.66</c:v>
                </c:pt>
                <c:pt idx="15">
                  <c:v>17497.98</c:v>
                </c:pt>
                <c:pt idx="16">
                  <c:v>17498.16</c:v>
                </c:pt>
                <c:pt idx="17">
                  <c:v>17498.35</c:v>
                </c:pt>
                <c:pt idx="18">
                  <c:v>17544.24</c:v>
                </c:pt>
                <c:pt idx="19">
                  <c:v>17590.13</c:v>
                </c:pt>
                <c:pt idx="20">
                  <c:v>13410.35</c:v>
                </c:pt>
                <c:pt idx="21">
                  <c:v>13438.26</c:v>
                </c:pt>
                <c:pt idx="22">
                  <c:v>13438.37</c:v>
                </c:pt>
                <c:pt idx="23">
                  <c:v>13502.33</c:v>
                </c:pt>
                <c:pt idx="24">
                  <c:v>13566.22</c:v>
                </c:pt>
                <c:pt idx="25">
                  <c:v>13573.35</c:v>
                </c:pt>
                <c:pt idx="26">
                  <c:v>13573.46</c:v>
                </c:pt>
                <c:pt idx="27">
                  <c:v>13639.63</c:v>
                </c:pt>
              </c:numCache>
            </c:numRef>
          </c:xVal>
          <c:yVal>
            <c:numRef>
              <c:f>Sheet1!$B$2:$B$29</c:f>
              <c:numCache>
                <c:formatCode>General</c:formatCode>
                <c:ptCount val="28"/>
                <c:pt idx="0">
                  <c:v>6050.0</c:v>
                </c:pt>
                <c:pt idx="1">
                  <c:v>6050.1</c:v>
                </c:pt>
                <c:pt idx="2">
                  <c:v>6080.0</c:v>
                </c:pt>
                <c:pt idx="3">
                  <c:v>6109.9</c:v>
                </c:pt>
                <c:pt idx="4">
                  <c:v>6110.0</c:v>
                </c:pt>
                <c:pt idx="5">
                  <c:v>6110.1</c:v>
                </c:pt>
                <c:pt idx="6">
                  <c:v>6130.0</c:v>
                </c:pt>
                <c:pt idx="7">
                  <c:v>6149.9</c:v>
                </c:pt>
                <c:pt idx="8">
                  <c:v>6150.0</c:v>
                </c:pt>
                <c:pt idx="9">
                  <c:v>6150.1</c:v>
                </c:pt>
                <c:pt idx="10">
                  <c:v>6199.0</c:v>
                </c:pt>
                <c:pt idx="11">
                  <c:v>6247.9</c:v>
                </c:pt>
                <c:pt idx="12">
                  <c:v>6248.0</c:v>
                </c:pt>
                <c:pt idx="13">
                  <c:v>6248.1</c:v>
                </c:pt>
                <c:pt idx="14">
                  <c:v>6257.5</c:v>
                </c:pt>
                <c:pt idx="15">
                  <c:v>6266.9</c:v>
                </c:pt>
                <c:pt idx="16">
                  <c:v>6267.0</c:v>
                </c:pt>
                <c:pt idx="17">
                  <c:v>6267.1</c:v>
                </c:pt>
                <c:pt idx="18">
                  <c:v>6292.0</c:v>
                </c:pt>
                <c:pt idx="19">
                  <c:v>6316.9</c:v>
                </c:pt>
                <c:pt idx="20">
                  <c:v>6317.1</c:v>
                </c:pt>
                <c:pt idx="21">
                  <c:v>6367.55</c:v>
                </c:pt>
                <c:pt idx="22">
                  <c:v>6367.75</c:v>
                </c:pt>
                <c:pt idx="23">
                  <c:v>6483.38</c:v>
                </c:pt>
                <c:pt idx="24">
                  <c:v>6599.0</c:v>
                </c:pt>
                <c:pt idx="25">
                  <c:v>6611.9</c:v>
                </c:pt>
                <c:pt idx="26">
                  <c:v>6612.1</c:v>
                </c:pt>
                <c:pt idx="27">
                  <c:v>6732.0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Sheet1!$B$31</c:f>
              <c:strCache>
                <c:ptCount val="1"/>
                <c:pt idx="0">
                  <c:v>WellCat</c:v>
                </c:pt>
              </c:strCache>
            </c:strRef>
          </c:tx>
          <c:spPr>
            <a:ln w="25400">
              <a:solidFill>
                <a:srgbClr val="D9822B"/>
              </a:solidFill>
              <a:prstDash val="dash"/>
            </a:ln>
          </c:spPr>
          <c:marker>
            <c:symbol val="circle"/>
            <c:size val="5"/>
            <c:spPr>
              <a:solidFill>
                <a:srgbClr val="D9822B"/>
              </a:solidFill>
              <a:ln>
                <a:solidFill>
                  <a:srgbClr val="D9822B"/>
                </a:solidFill>
              </a:ln>
            </c:spPr>
          </c:marker>
          <c:xVal>
            <c:numRef>
              <c:f>Sheet1!$A$32:$A$59</c:f>
              <c:numCache>
                <c:formatCode>General</c:formatCode>
                <c:ptCount val="28"/>
                <c:pt idx="0">
                  <c:v>19224.81</c:v>
                </c:pt>
                <c:pt idx="1">
                  <c:v>19330.92</c:v>
                </c:pt>
                <c:pt idx="2">
                  <c:v>19363.17</c:v>
                </c:pt>
                <c:pt idx="3">
                  <c:v>19363.31</c:v>
                </c:pt>
                <c:pt idx="4">
                  <c:v>19455.5</c:v>
                </c:pt>
                <c:pt idx="5">
                  <c:v>19455.64</c:v>
                </c:pt>
                <c:pt idx="6">
                  <c:v>19682.71</c:v>
                </c:pt>
                <c:pt idx="7">
                  <c:v>19725.57</c:v>
                </c:pt>
                <c:pt idx="8">
                  <c:v>19725.71</c:v>
                </c:pt>
                <c:pt idx="9">
                  <c:v>19840.99</c:v>
                </c:pt>
                <c:pt idx="10">
                  <c:v>13373.53</c:v>
                </c:pt>
                <c:pt idx="11">
                  <c:v>13408.1</c:v>
                </c:pt>
                <c:pt idx="12">
                  <c:v>13408.14</c:v>
                </c:pt>
                <c:pt idx="13">
                  <c:v>13430.78</c:v>
                </c:pt>
                <c:pt idx="14">
                  <c:v>13534.94</c:v>
                </c:pt>
                <c:pt idx="15">
                  <c:v>13566.23</c:v>
                </c:pt>
                <c:pt idx="16">
                  <c:v>13575.09</c:v>
                </c:pt>
                <c:pt idx="17">
                  <c:v>13575.13</c:v>
                </c:pt>
                <c:pt idx="18">
                  <c:v>13639.08</c:v>
                </c:pt>
                <c:pt idx="19">
                  <c:v>13657.1</c:v>
                </c:pt>
                <c:pt idx="20">
                  <c:v>13657.1</c:v>
                </c:pt>
                <c:pt idx="21">
                  <c:v>13657.1</c:v>
                </c:pt>
                <c:pt idx="22">
                  <c:v>13657.1</c:v>
                </c:pt>
                <c:pt idx="23">
                  <c:v>13657.1</c:v>
                </c:pt>
                <c:pt idx="24">
                  <c:v>13657.1</c:v>
                </c:pt>
                <c:pt idx="25">
                  <c:v>13657.1</c:v>
                </c:pt>
                <c:pt idx="26">
                  <c:v>13657.1</c:v>
                </c:pt>
                <c:pt idx="27">
                  <c:v>13657.1</c:v>
                </c:pt>
              </c:numCache>
            </c:numRef>
          </c:xVal>
          <c:yVal>
            <c:numRef>
              <c:f>Sheet1!$B$32:$B$59</c:f>
              <c:numCache>
                <c:formatCode>General</c:formatCode>
                <c:ptCount val="28"/>
                <c:pt idx="0">
                  <c:v>6050.04</c:v>
                </c:pt>
                <c:pt idx="1">
                  <c:v>6096.0</c:v>
                </c:pt>
                <c:pt idx="2">
                  <c:v>6109.96</c:v>
                </c:pt>
                <c:pt idx="3">
                  <c:v>6110.02</c:v>
                </c:pt>
                <c:pt idx="4">
                  <c:v>6149.98</c:v>
                </c:pt>
                <c:pt idx="5">
                  <c:v>6150.04</c:v>
                </c:pt>
                <c:pt idx="6">
                  <c:v>6248.4</c:v>
                </c:pt>
                <c:pt idx="7">
                  <c:v>6266.96</c:v>
                </c:pt>
                <c:pt idx="8">
                  <c:v>6267.02</c:v>
                </c:pt>
                <c:pt idx="9">
                  <c:v>6316.97</c:v>
                </c:pt>
                <c:pt idx="10">
                  <c:v>6317.0</c:v>
                </c:pt>
                <c:pt idx="11">
                  <c:v>6367.61</c:v>
                </c:pt>
                <c:pt idx="12">
                  <c:v>6367.67</c:v>
                </c:pt>
                <c:pt idx="13">
                  <c:v>6400.8</c:v>
                </c:pt>
                <c:pt idx="14">
                  <c:v>6553.2</c:v>
                </c:pt>
                <c:pt idx="15">
                  <c:v>6599.01</c:v>
                </c:pt>
                <c:pt idx="16">
                  <c:v>6611.97</c:v>
                </c:pt>
                <c:pt idx="17">
                  <c:v>6612.03</c:v>
                </c:pt>
                <c:pt idx="18">
                  <c:v>6705.6</c:v>
                </c:pt>
                <c:pt idx="19">
                  <c:v>6731.97</c:v>
                </c:pt>
                <c:pt idx="20">
                  <c:v>6731.97</c:v>
                </c:pt>
                <c:pt idx="21">
                  <c:v>6731.97</c:v>
                </c:pt>
                <c:pt idx="22">
                  <c:v>6731.97</c:v>
                </c:pt>
                <c:pt idx="23">
                  <c:v>6731.97</c:v>
                </c:pt>
                <c:pt idx="24">
                  <c:v>6731.97</c:v>
                </c:pt>
                <c:pt idx="25">
                  <c:v>6731.97</c:v>
                </c:pt>
                <c:pt idx="26">
                  <c:v>6731.97</c:v>
                </c:pt>
                <c:pt idx="27">
                  <c:v>6731.97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22000.0"/>
          <c:min val="12000.0"/>
        </c:scaling>
        <c:delete val="0"/>
        <c:axPos val="b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Pressão interna (psi)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  <c:majorUnit val="2000.0"/>
      </c:valAx>
      <c:valAx>
        <c:axId val="-2129643912"/>
        <c:scaling>
          <c:orientation val="maxMin"/>
          <c:max val="6800.0"/>
          <c:min val="6000.0"/>
        </c:scaling>
        <c:delete val="0"/>
        <c:axPos val="l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MD (m)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  <c:majorUnit val="100.0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5B6B76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22"</c:v>
                </c:pt>
              </c:strCache>
            </c:strRef>
          </c:tx>
          <c:spPr>
            <a:ln w="25400">
              <a:solidFill>
                <a:srgbClr val="34495E"/>
              </a:solidFill>
            </a:ln>
          </c:spPr>
          <c:marker>
            <c:symbol val="circle"/>
            <c:size val="4"/>
            <c:spPr>
              <a:solidFill>
                <a:srgbClr val="34495E"/>
              </a:solidFill>
              <a:ln>
                <a:solidFill>
                  <a:srgbClr val="34495E"/>
                </a:solidFill>
              </a:ln>
            </c:spPr>
          </c:marker>
          <c:xVal>
            <c:numRef>
              <c:f>Sheet1!$A$2:$A$111</c:f>
              <c:numCache>
                <c:formatCode>General</c:formatCode>
                <c:ptCount val="110"/>
                <c:pt idx="0">
                  <c:v>-71.82466945606575</c:v>
                </c:pt>
                <c:pt idx="1">
                  <c:v>-70.36599999999999</c:v>
                </c:pt>
                <c:pt idx="2">
                  <c:v>-70.36399999999958</c:v>
                </c:pt>
                <c:pt idx="3">
                  <c:v>-69.20155672823239</c:v>
                </c:pt>
                <c:pt idx="4">
                  <c:v>-65.81700000000001</c:v>
                </c:pt>
                <c:pt idx="5">
                  <c:v>-65.82800000000043</c:v>
                </c:pt>
                <c:pt idx="6">
                  <c:v>-60.04269282062705</c:v>
                </c:pt>
                <c:pt idx="7">
                  <c:v>-50.93425269474301</c:v>
                </c:pt>
                <c:pt idx="8">
                  <c:v>-41.884124902766416</c:v>
                </c:pt>
                <c:pt idx="9">
                  <c:v>-32.89097566396231</c:v>
                </c:pt>
                <c:pt idx="10">
                  <c:v>-23.94349927769872</c:v>
                </c:pt>
                <c:pt idx="11">
                  <c:v>-15.104389376597283</c:v>
                </c:pt>
                <c:pt idx="12">
                  <c:v>-6.484488276474622</c:v>
                </c:pt>
                <c:pt idx="13">
                  <c:v>0.7597221604801234</c:v>
                </c:pt>
                <c:pt idx="14">
                  <c:v>0.7701066903755418</c:v>
                </c:pt>
                <c:pt idx="15">
                  <c:v>2.017381640363965</c:v>
                </c:pt>
                <c:pt idx="16">
                  <c:v>10.457083854817029</c:v>
                </c:pt>
                <c:pt idx="17">
                  <c:v>18.83340567612504</c:v>
                </c:pt>
                <c:pt idx="18">
                  <c:v>22.051355592653636</c:v>
                </c:pt>
                <c:pt idx="19">
                  <c:v>22.051699499164897</c:v>
                </c:pt>
                <c:pt idx="20">
                  <c:v>22.501799666109946</c:v>
                </c:pt>
                <c:pt idx="21">
                  <c:v>22.512143572621426</c:v>
                </c:pt>
                <c:pt idx="22">
                  <c:v>22.761999999998807</c:v>
                </c:pt>
                <c:pt idx="23">
                  <c:v>22.761999999998807</c:v>
                </c:pt>
                <c:pt idx="24">
                  <c:v>22.761999999998807</c:v>
                </c:pt>
                <c:pt idx="25">
                  <c:v>22.761999999998807</c:v>
                </c:pt>
                <c:pt idx="26">
                  <c:v>22.761999999998807</c:v>
                </c:pt>
                <c:pt idx="27">
                  <c:v>22.761999999998807</c:v>
                </c:pt>
                <c:pt idx="28">
                  <c:v>22.761999999998807</c:v>
                </c:pt>
                <c:pt idx="29">
                  <c:v>22.761999999998807</c:v>
                </c:pt>
                <c:pt idx="30">
                  <c:v>22.761999999998807</c:v>
                </c:pt>
                <c:pt idx="31">
                  <c:v>22.761999999998807</c:v>
                </c:pt>
                <c:pt idx="32">
                  <c:v>22.761999999998807</c:v>
                </c:pt>
                <c:pt idx="33">
                  <c:v>22.761999999998807</c:v>
                </c:pt>
                <c:pt idx="34">
                  <c:v>22.761999999998807</c:v>
                </c:pt>
                <c:pt idx="35">
                  <c:v>22.761999999998807</c:v>
                </c:pt>
                <c:pt idx="36">
                  <c:v>22.761999999998807</c:v>
                </c:pt>
                <c:pt idx="37">
                  <c:v>22.761999999998807</c:v>
                </c:pt>
                <c:pt idx="38">
                  <c:v>22.761999999998807</c:v>
                </c:pt>
                <c:pt idx="39">
                  <c:v>22.761999999998807</c:v>
                </c:pt>
                <c:pt idx="40">
                  <c:v>22.761999999998807</c:v>
                </c:pt>
                <c:pt idx="41">
                  <c:v>22.761999999998807</c:v>
                </c:pt>
                <c:pt idx="42">
                  <c:v>22.761999999998807</c:v>
                </c:pt>
                <c:pt idx="43">
                  <c:v>22.761999999998807</c:v>
                </c:pt>
                <c:pt idx="44">
                  <c:v>22.761999999998807</c:v>
                </c:pt>
                <c:pt idx="45">
                  <c:v>22.761999999998807</c:v>
                </c:pt>
                <c:pt idx="46">
                  <c:v>22.761999999998807</c:v>
                </c:pt>
                <c:pt idx="47">
                  <c:v>22.761999999998807</c:v>
                </c:pt>
                <c:pt idx="48">
                  <c:v>22.761999999998807</c:v>
                </c:pt>
                <c:pt idx="49">
                  <c:v>22.761999999998807</c:v>
                </c:pt>
                <c:pt idx="50">
                  <c:v>22.761999999998807</c:v>
                </c:pt>
                <c:pt idx="51">
                  <c:v>22.761999999998807</c:v>
                </c:pt>
                <c:pt idx="52">
                  <c:v>22.761999999998807</c:v>
                </c:pt>
                <c:pt idx="53">
                  <c:v>22.761999999998807</c:v>
                </c:pt>
                <c:pt idx="54">
                  <c:v>22.761999999998807</c:v>
                </c:pt>
                <c:pt idx="55">
                  <c:v>22.761999999998807</c:v>
                </c:pt>
                <c:pt idx="56">
                  <c:v>22.761999999998807</c:v>
                </c:pt>
                <c:pt idx="57">
                  <c:v>22.761999999998807</c:v>
                </c:pt>
                <c:pt idx="58">
                  <c:v>22.761999999998807</c:v>
                </c:pt>
                <c:pt idx="59">
                  <c:v>22.761999999998807</c:v>
                </c:pt>
                <c:pt idx="60">
                  <c:v>22.761999999998807</c:v>
                </c:pt>
                <c:pt idx="61">
                  <c:v>22.761999999998807</c:v>
                </c:pt>
                <c:pt idx="62">
                  <c:v>22.761999999998807</c:v>
                </c:pt>
                <c:pt idx="63">
                  <c:v>22.761999999998807</c:v>
                </c:pt>
                <c:pt idx="64">
                  <c:v>22.761999999998807</c:v>
                </c:pt>
                <c:pt idx="65">
                  <c:v>22.761999999998807</c:v>
                </c:pt>
                <c:pt idx="66">
                  <c:v>22.761999999998807</c:v>
                </c:pt>
                <c:pt idx="67">
                  <c:v>22.761999999998807</c:v>
                </c:pt>
                <c:pt idx="68">
                  <c:v>22.761999999998807</c:v>
                </c:pt>
                <c:pt idx="69">
                  <c:v>22.761999999998807</c:v>
                </c:pt>
                <c:pt idx="70">
                  <c:v>22.761999999998807</c:v>
                </c:pt>
                <c:pt idx="71">
                  <c:v>22.761999999998807</c:v>
                </c:pt>
                <c:pt idx="72">
                  <c:v>22.761999999998807</c:v>
                </c:pt>
                <c:pt idx="73">
                  <c:v>22.761999999998807</c:v>
                </c:pt>
                <c:pt idx="74">
                  <c:v>22.761999999998807</c:v>
                </c:pt>
                <c:pt idx="75">
                  <c:v>22.761999999998807</c:v>
                </c:pt>
                <c:pt idx="76">
                  <c:v>22.761999999998807</c:v>
                </c:pt>
                <c:pt idx="77">
                  <c:v>22.761999999998807</c:v>
                </c:pt>
                <c:pt idx="78">
                  <c:v>22.761999999998807</c:v>
                </c:pt>
                <c:pt idx="79">
                  <c:v>22.761999999998807</c:v>
                </c:pt>
                <c:pt idx="80">
                  <c:v>22.761999999998807</c:v>
                </c:pt>
                <c:pt idx="81">
                  <c:v>22.761999999998807</c:v>
                </c:pt>
                <c:pt idx="82">
                  <c:v>22.761999999998807</c:v>
                </c:pt>
                <c:pt idx="83">
                  <c:v>22.761999999998807</c:v>
                </c:pt>
                <c:pt idx="84">
                  <c:v>22.761999999998807</c:v>
                </c:pt>
                <c:pt idx="85">
                  <c:v>22.761999999998807</c:v>
                </c:pt>
                <c:pt idx="86">
                  <c:v>22.761999999998807</c:v>
                </c:pt>
                <c:pt idx="87">
                  <c:v>22.761999999998807</c:v>
                </c:pt>
                <c:pt idx="88">
                  <c:v>22.761999999998807</c:v>
                </c:pt>
                <c:pt idx="89">
                  <c:v>22.761999999998807</c:v>
                </c:pt>
                <c:pt idx="90">
                  <c:v>22.761999999998807</c:v>
                </c:pt>
                <c:pt idx="91">
                  <c:v>22.761999999998807</c:v>
                </c:pt>
                <c:pt idx="92">
                  <c:v>22.761999999998807</c:v>
                </c:pt>
                <c:pt idx="93">
                  <c:v>22.761999999998807</c:v>
                </c:pt>
                <c:pt idx="94">
                  <c:v>22.761999999998807</c:v>
                </c:pt>
                <c:pt idx="95">
                  <c:v>22.761999999998807</c:v>
                </c:pt>
                <c:pt idx="96">
                  <c:v>22.761999999998807</c:v>
                </c:pt>
                <c:pt idx="97">
                  <c:v>22.761999999998807</c:v>
                </c:pt>
                <c:pt idx="98">
                  <c:v>22.761999999998807</c:v>
                </c:pt>
                <c:pt idx="99">
                  <c:v>22.761999999998807</c:v>
                </c:pt>
                <c:pt idx="100">
                  <c:v>22.761999999998807</c:v>
                </c:pt>
                <c:pt idx="101">
                  <c:v>22.761999999998807</c:v>
                </c:pt>
                <c:pt idx="102">
                  <c:v>22.761999999998807</c:v>
                </c:pt>
                <c:pt idx="103">
                  <c:v>22.761999999998807</c:v>
                </c:pt>
                <c:pt idx="104">
                  <c:v>22.761999999998807</c:v>
                </c:pt>
                <c:pt idx="105">
                  <c:v>22.761999999998807</c:v>
                </c:pt>
                <c:pt idx="106">
                  <c:v>22.761999999998807</c:v>
                </c:pt>
                <c:pt idx="107">
                  <c:v>22.761999999998807</c:v>
                </c:pt>
                <c:pt idx="108">
                  <c:v>22.761999999998807</c:v>
                </c:pt>
                <c:pt idx="109">
                  <c:v>22.761999999998807</c:v>
                </c:pt>
              </c:numCache>
            </c:numRef>
          </c:xVal>
          <c:yVal>
            <c:numRef>
              <c:f>Sheet1!$B$2:$B$111</c:f>
              <c:numCache>
                <c:formatCode>General</c:formatCode>
                <c:ptCount val="110"/>
                <c:pt idx="0">
                  <c:v>1785.03</c:v>
                </c:pt>
                <c:pt idx="1">
                  <c:v>1808.96</c:v>
                </c:pt>
                <c:pt idx="2">
                  <c:v>1809.02</c:v>
                </c:pt>
                <c:pt idx="3">
                  <c:v>1828.8</c:v>
                </c:pt>
                <c:pt idx="4">
                  <c:v>1884.97</c:v>
                </c:pt>
                <c:pt idx="5">
                  <c:v>1885.04</c:v>
                </c:pt>
                <c:pt idx="6">
                  <c:v>1981.2</c:v>
                </c:pt>
                <c:pt idx="7">
                  <c:v>2133.6</c:v>
                </c:pt>
                <c:pt idx="8">
                  <c:v>2286.0</c:v>
                </c:pt>
                <c:pt idx="9">
                  <c:v>2438.4</c:v>
                </c:pt>
                <c:pt idx="10">
                  <c:v>2590.8</c:v>
                </c:pt>
                <c:pt idx="11">
                  <c:v>2743.2</c:v>
                </c:pt>
                <c:pt idx="12">
                  <c:v>2895.6</c:v>
                </c:pt>
                <c:pt idx="13">
                  <c:v>3024.96</c:v>
                </c:pt>
                <c:pt idx="14">
                  <c:v>3025.02</c:v>
                </c:pt>
                <c:pt idx="15">
                  <c:v>3048.0</c:v>
                </c:pt>
                <c:pt idx="16">
                  <c:v>3200.4</c:v>
                </c:pt>
                <c:pt idx="17">
                  <c:v>3352.8</c:v>
                </c:pt>
                <c:pt idx="18">
                  <c:v>3411.47</c:v>
                </c:pt>
                <c:pt idx="19">
                  <c:v>3411.53</c:v>
                </c:pt>
                <c:pt idx="20">
                  <c:v>3419.98</c:v>
                </c:pt>
                <c:pt idx="21">
                  <c:v>3420.04</c:v>
                </c:pt>
                <c:pt idx="22">
                  <c:v>3424.98</c:v>
                </c:pt>
                <c:pt idx="23">
                  <c:v>3424.98</c:v>
                </c:pt>
                <c:pt idx="24">
                  <c:v>3424.98</c:v>
                </c:pt>
                <c:pt idx="25">
                  <c:v>3424.98</c:v>
                </c:pt>
                <c:pt idx="26">
                  <c:v>3424.98</c:v>
                </c:pt>
                <c:pt idx="27">
                  <c:v>3424.98</c:v>
                </c:pt>
                <c:pt idx="28">
                  <c:v>3424.98</c:v>
                </c:pt>
                <c:pt idx="29">
                  <c:v>3424.98</c:v>
                </c:pt>
                <c:pt idx="30">
                  <c:v>3424.98</c:v>
                </c:pt>
                <c:pt idx="31">
                  <c:v>3424.98</c:v>
                </c:pt>
                <c:pt idx="32">
                  <c:v>3424.98</c:v>
                </c:pt>
                <c:pt idx="33">
                  <c:v>3424.98</c:v>
                </c:pt>
                <c:pt idx="34">
                  <c:v>3424.98</c:v>
                </c:pt>
                <c:pt idx="35">
                  <c:v>3424.98</c:v>
                </c:pt>
                <c:pt idx="36">
                  <c:v>3424.98</c:v>
                </c:pt>
                <c:pt idx="37">
                  <c:v>3424.98</c:v>
                </c:pt>
                <c:pt idx="38">
                  <c:v>3424.98</c:v>
                </c:pt>
                <c:pt idx="39">
                  <c:v>3424.98</c:v>
                </c:pt>
                <c:pt idx="40">
                  <c:v>3424.98</c:v>
                </c:pt>
                <c:pt idx="41">
                  <c:v>3424.98</c:v>
                </c:pt>
                <c:pt idx="42">
                  <c:v>3424.98</c:v>
                </c:pt>
                <c:pt idx="43">
                  <c:v>3424.98</c:v>
                </c:pt>
                <c:pt idx="44">
                  <c:v>3424.98</c:v>
                </c:pt>
                <c:pt idx="45">
                  <c:v>3424.98</c:v>
                </c:pt>
                <c:pt idx="46">
                  <c:v>3424.98</c:v>
                </c:pt>
                <c:pt idx="47">
                  <c:v>3424.98</c:v>
                </c:pt>
                <c:pt idx="48">
                  <c:v>3424.98</c:v>
                </c:pt>
                <c:pt idx="49">
                  <c:v>3424.98</c:v>
                </c:pt>
                <c:pt idx="50">
                  <c:v>3424.98</c:v>
                </c:pt>
                <c:pt idx="51">
                  <c:v>3424.98</c:v>
                </c:pt>
                <c:pt idx="52">
                  <c:v>3424.98</c:v>
                </c:pt>
                <c:pt idx="53">
                  <c:v>3424.98</c:v>
                </c:pt>
                <c:pt idx="54">
                  <c:v>3424.98</c:v>
                </c:pt>
                <c:pt idx="55">
                  <c:v>3424.98</c:v>
                </c:pt>
                <c:pt idx="56">
                  <c:v>3424.98</c:v>
                </c:pt>
                <c:pt idx="57">
                  <c:v>3424.98</c:v>
                </c:pt>
                <c:pt idx="58">
                  <c:v>3424.98</c:v>
                </c:pt>
                <c:pt idx="59">
                  <c:v>3424.98</c:v>
                </c:pt>
                <c:pt idx="60">
                  <c:v>3424.98</c:v>
                </c:pt>
                <c:pt idx="61">
                  <c:v>3424.98</c:v>
                </c:pt>
                <c:pt idx="62">
                  <c:v>3424.98</c:v>
                </c:pt>
                <c:pt idx="63">
                  <c:v>3424.98</c:v>
                </c:pt>
                <c:pt idx="64">
                  <c:v>3424.98</c:v>
                </c:pt>
                <c:pt idx="65">
                  <c:v>3424.98</c:v>
                </c:pt>
                <c:pt idx="66">
                  <c:v>3424.98</c:v>
                </c:pt>
                <c:pt idx="67">
                  <c:v>3424.98</c:v>
                </c:pt>
                <c:pt idx="68">
                  <c:v>3424.98</c:v>
                </c:pt>
                <c:pt idx="69">
                  <c:v>3424.98</c:v>
                </c:pt>
                <c:pt idx="70">
                  <c:v>3424.98</c:v>
                </c:pt>
                <c:pt idx="71">
                  <c:v>3424.98</c:v>
                </c:pt>
                <c:pt idx="72">
                  <c:v>3424.98</c:v>
                </c:pt>
                <c:pt idx="73">
                  <c:v>3424.98</c:v>
                </c:pt>
                <c:pt idx="74">
                  <c:v>3424.98</c:v>
                </c:pt>
                <c:pt idx="75">
                  <c:v>3424.98</c:v>
                </c:pt>
                <c:pt idx="76">
                  <c:v>3424.98</c:v>
                </c:pt>
                <c:pt idx="77">
                  <c:v>3424.98</c:v>
                </c:pt>
                <c:pt idx="78">
                  <c:v>3424.98</c:v>
                </c:pt>
                <c:pt idx="79">
                  <c:v>3424.98</c:v>
                </c:pt>
                <c:pt idx="80">
                  <c:v>3424.98</c:v>
                </c:pt>
                <c:pt idx="81">
                  <c:v>3424.98</c:v>
                </c:pt>
                <c:pt idx="82">
                  <c:v>3424.98</c:v>
                </c:pt>
                <c:pt idx="83">
                  <c:v>3424.98</c:v>
                </c:pt>
                <c:pt idx="84">
                  <c:v>3424.98</c:v>
                </c:pt>
                <c:pt idx="85">
                  <c:v>3424.98</c:v>
                </c:pt>
                <c:pt idx="86">
                  <c:v>3424.98</c:v>
                </c:pt>
                <c:pt idx="87">
                  <c:v>3424.98</c:v>
                </c:pt>
                <c:pt idx="88">
                  <c:v>3424.98</c:v>
                </c:pt>
                <c:pt idx="89">
                  <c:v>3424.98</c:v>
                </c:pt>
                <c:pt idx="90">
                  <c:v>3424.98</c:v>
                </c:pt>
                <c:pt idx="91">
                  <c:v>3424.98</c:v>
                </c:pt>
                <c:pt idx="92">
                  <c:v>3424.98</c:v>
                </c:pt>
                <c:pt idx="93">
                  <c:v>3424.98</c:v>
                </c:pt>
                <c:pt idx="94">
                  <c:v>3424.98</c:v>
                </c:pt>
                <c:pt idx="95">
                  <c:v>3424.98</c:v>
                </c:pt>
                <c:pt idx="96">
                  <c:v>3424.98</c:v>
                </c:pt>
                <c:pt idx="97">
                  <c:v>3424.98</c:v>
                </c:pt>
                <c:pt idx="98">
                  <c:v>3424.98</c:v>
                </c:pt>
                <c:pt idx="99">
                  <c:v>3424.98</c:v>
                </c:pt>
                <c:pt idx="100">
                  <c:v>3424.98</c:v>
                </c:pt>
                <c:pt idx="101">
                  <c:v>3424.98</c:v>
                </c:pt>
                <c:pt idx="102">
                  <c:v>3424.98</c:v>
                </c:pt>
                <c:pt idx="103">
                  <c:v>3424.98</c:v>
                </c:pt>
                <c:pt idx="104">
                  <c:v>3424.98</c:v>
                </c:pt>
                <c:pt idx="105">
                  <c:v>3424.98</c:v>
                </c:pt>
                <c:pt idx="106">
                  <c:v>3424.98</c:v>
                </c:pt>
                <c:pt idx="107">
                  <c:v>3424.98</c:v>
                </c:pt>
                <c:pt idx="108">
                  <c:v>3424.98</c:v>
                </c:pt>
                <c:pt idx="109">
                  <c:v>3424.98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Sheet1!$B$113</c:f>
              <c:strCache>
                <c:ptCount val="1"/>
                <c:pt idx="0">
                  <c:v>14"</c:v>
                </c:pt>
              </c:strCache>
            </c:strRef>
          </c:tx>
          <c:spPr>
            <a:ln w="25400">
              <a:solidFill>
                <a:srgbClr val="6C5B9E"/>
              </a:solidFill>
            </a:ln>
          </c:spPr>
          <c:marker>
            <c:symbol val="none"/>
          </c:marker>
          <c:xVal>
            <c:numRef>
              <c:f>Sheet1!$A$114:$A$223</c:f>
              <c:numCache>
                <c:formatCode>General</c:formatCode>
                <c:ptCount val="110"/>
                <c:pt idx="0">
                  <c:v>210.5349958159004</c:v>
                </c:pt>
                <c:pt idx="1">
                  <c:v>230.649472295514</c:v>
                </c:pt>
                <c:pt idx="2">
                  <c:v>300.6438064014219</c:v>
                </c:pt>
                <c:pt idx="3">
                  <c:v>370.622013557062</c:v>
                </c:pt>
                <c:pt idx="4">
                  <c:v>440.57190910101235</c:v>
                </c:pt>
                <c:pt idx="5">
                  <c:v>510.4840593399276</c:v>
                </c:pt>
                <c:pt idx="6">
                  <c:v>580.3752361373481</c:v>
                </c:pt>
                <c:pt idx="7">
                  <c:v>650.1934748305375</c:v>
                </c:pt>
                <c:pt idx="8">
                  <c:v>719.9209123235923</c:v>
                </c:pt>
                <c:pt idx="9">
                  <c:v>779.0870937986219</c:v>
                </c:pt>
                <c:pt idx="10">
                  <c:v>779.1169159813289</c:v>
                </c:pt>
                <c:pt idx="11">
                  <c:v>789.5988119582125</c:v>
                </c:pt>
                <c:pt idx="12">
                  <c:v>859.2459449311627</c:v>
                </c:pt>
                <c:pt idx="13">
                  <c:v>928.8760434056749</c:v>
                </c:pt>
                <c:pt idx="14">
                  <c:v>955.6850133555927</c:v>
                </c:pt>
                <c:pt idx="15">
                  <c:v>955.7148196995004</c:v>
                </c:pt>
                <c:pt idx="16">
                  <c:v>959.5558797996673</c:v>
                </c:pt>
                <c:pt idx="17">
                  <c:v>959.585686143575</c:v>
                </c:pt>
                <c:pt idx="18">
                  <c:v>961.8260000000009</c:v>
                </c:pt>
                <c:pt idx="19">
                  <c:v>961.8580000000002</c:v>
                </c:pt>
                <c:pt idx="20">
                  <c:v>973.381993914807</c:v>
                </c:pt>
                <c:pt idx="21">
                  <c:v>973.4120831642995</c:v>
                </c:pt>
                <c:pt idx="22">
                  <c:v>987.224937119674</c:v>
                </c:pt>
                <c:pt idx="23">
                  <c:v>987.2550263691683</c:v>
                </c:pt>
                <c:pt idx="24">
                  <c:v>998.7491480730205</c:v>
                </c:pt>
                <c:pt idx="25">
                  <c:v>1014.6292008113578</c:v>
                </c:pt>
                <c:pt idx="26">
                  <c:v>1014.6592961460447</c:v>
                </c:pt>
                <c:pt idx="27">
                  <c:v>1028.195185598377</c:v>
                </c:pt>
                <c:pt idx="28">
                  <c:v>1028.225280933064</c:v>
                </c:pt>
                <c:pt idx="29">
                  <c:v>1041.7711703853965</c:v>
                </c:pt>
                <c:pt idx="30">
                  <c:v>1041.7762180527388</c:v>
                </c:pt>
                <c:pt idx="31">
                  <c:v>1055.2596450304281</c:v>
                </c:pt>
                <c:pt idx="32">
                  <c:v>1055.29126774848</c:v>
                </c:pt>
                <c:pt idx="33">
                  <c:v>1068.1380324543625</c:v>
                </c:pt>
                <c:pt idx="34">
                  <c:v>1069.2290669371214</c:v>
                </c:pt>
                <c:pt idx="35">
                  <c:v>1069.2606896551733</c:v>
                </c:pt>
                <c:pt idx="36">
                  <c:v>1096.6979107505067</c:v>
                </c:pt>
                <c:pt idx="37">
                  <c:v>1096.7295334685587</c:v>
                </c:pt>
                <c:pt idx="38">
                  <c:v>1110.0131440162277</c:v>
                </c:pt>
                <c:pt idx="39">
                  <c:v>1110.026703853955</c:v>
                </c:pt>
                <c:pt idx="40">
                  <c:v>1123.284503042596</c:v>
                </c:pt>
                <c:pt idx="41">
                  <c:v>1123.316125760648</c:v>
                </c:pt>
                <c:pt idx="42">
                  <c:v>1136.3139249492906</c:v>
                </c:pt>
                <c:pt idx="43">
                  <c:v>1136.3355476673423</c:v>
                </c:pt>
                <c:pt idx="44">
                  <c:v>1150.1214462474654</c:v>
                </c:pt>
                <c:pt idx="45">
                  <c:v>1150.1287210953342</c:v>
                </c:pt>
                <c:pt idx="46">
                  <c:v>1164.0211440162275</c:v>
                </c:pt>
                <c:pt idx="47">
                  <c:v>1164.0281186612592</c:v>
                </c:pt>
                <c:pt idx="48">
                  <c:v>1177.6059918864103</c:v>
                </c:pt>
                <c:pt idx="49">
                  <c:v>1177.6405415821519</c:v>
                </c:pt>
                <c:pt idx="50">
                  <c:v>1203.8550831643006</c:v>
                </c:pt>
                <c:pt idx="51">
                  <c:v>1203.8796389452345</c:v>
                </c:pt>
                <c:pt idx="52">
                  <c:v>1204.867018255578</c:v>
                </c:pt>
                <c:pt idx="53">
                  <c:v>1216.2978255578091</c:v>
                </c:pt>
                <c:pt idx="54">
                  <c:v>1216.3148073022312</c:v>
                </c:pt>
                <c:pt idx="55">
                  <c:v>1225.0912210953338</c:v>
                </c:pt>
                <c:pt idx="56">
                  <c:v>1225.1157768762678</c:v>
                </c:pt>
                <c:pt idx="57">
                  <c:v>1269.9133874239342</c:v>
                </c:pt>
                <c:pt idx="58">
                  <c:v>1336.3766835699807</c:v>
                </c:pt>
                <c:pt idx="59">
                  <c:v>1402.8172413793109</c:v>
                </c:pt>
                <c:pt idx="60">
                  <c:v>1469.2040162271805</c:v>
                </c:pt>
                <c:pt idx="61">
                  <c:v>1535.5554665314412</c:v>
                </c:pt>
                <c:pt idx="62">
                  <c:v>1601.8669472616639</c:v>
                </c:pt>
                <c:pt idx="63">
                  <c:v>1668.1347768762662</c:v>
                </c:pt>
                <c:pt idx="64">
                  <c:v>1734.3515314401611</c:v>
                </c:pt>
                <c:pt idx="65">
                  <c:v>1742.3140000000003</c:v>
                </c:pt>
                <c:pt idx="66">
                  <c:v>1742.3420000000006</c:v>
                </c:pt>
                <c:pt idx="67">
                  <c:v>1800.5430778500831</c:v>
                </c:pt>
                <c:pt idx="68">
                  <c:v>1839.0887804290196</c:v>
                </c:pt>
                <c:pt idx="69">
                  <c:v>1839.1143191130395</c:v>
                </c:pt>
                <c:pt idx="70">
                  <c:v>1841.443878042901</c:v>
                </c:pt>
                <c:pt idx="71">
                  <c:v>1841.4694167269226</c:v>
                </c:pt>
                <c:pt idx="72">
                  <c:v>1854.4493130874907</c:v>
                </c:pt>
                <c:pt idx="73">
                  <c:v>1854.474844540855</c:v>
                </c:pt>
                <c:pt idx="74">
                  <c:v>1866.1209182935636</c:v>
                </c:pt>
                <c:pt idx="75">
                  <c:v>1867.6950397686178</c:v>
                </c:pt>
                <c:pt idx="76">
                  <c:v>1867.7305712219804</c:v>
                </c:pt>
                <c:pt idx="77">
                  <c:v>1894.789303446616</c:v>
                </c:pt>
                <c:pt idx="78">
                  <c:v>1894.7956664256435</c:v>
                </c:pt>
                <c:pt idx="79">
                  <c:v>1921.3731405157869</c:v>
                </c:pt>
                <c:pt idx="80">
                  <c:v>1921.3895034948182</c:v>
                </c:pt>
                <c:pt idx="81">
                  <c:v>1934.5850952036635</c:v>
                </c:pt>
                <c:pt idx="82">
                  <c:v>1935.110990600142</c:v>
                </c:pt>
                <c:pt idx="83">
                  <c:v>1935.143709327549</c:v>
                </c:pt>
                <c:pt idx="84">
                  <c:v>1949.0545938780451</c:v>
                </c:pt>
                <c:pt idx="85">
                  <c:v>1949.0773126054446</c:v>
                </c:pt>
                <c:pt idx="86">
                  <c:v>1976.6640503735834</c:v>
                </c:pt>
                <c:pt idx="87">
                  <c:v>1976.679390214511</c:v>
                </c:pt>
                <c:pt idx="88">
                  <c:v>2004.1955121716092</c:v>
                </c:pt>
                <c:pt idx="89">
                  <c:v>2004.2261918534605</c:v>
                </c:pt>
                <c:pt idx="90">
                  <c:v>2004.7626657025794</c:v>
                </c:pt>
                <c:pt idx="91">
                  <c:v>2018.2035731501564</c:v>
                </c:pt>
                <c:pt idx="92">
                  <c:v>2018.2342528320078</c:v>
                </c:pt>
                <c:pt idx="93">
                  <c:v>2032.3334140756815</c:v>
                </c:pt>
                <c:pt idx="94">
                  <c:v>2032.3487539166053</c:v>
                </c:pt>
                <c:pt idx="95">
                  <c:v>2046.4773318871994</c:v>
                </c:pt>
                <c:pt idx="96">
                  <c:v>2046.4921583514079</c:v>
                </c:pt>
                <c:pt idx="97">
                  <c:v>2060.467013738249</c:v>
                </c:pt>
                <c:pt idx="98">
                  <c:v>2060.471840202459</c:v>
                </c:pt>
                <c:pt idx="99">
                  <c:v>2074.501869125088</c:v>
                </c:pt>
                <c:pt idx="100">
                  <c:v>2074.5166955892964</c:v>
                </c:pt>
                <c:pt idx="101">
                  <c:v>2076.2158712942874</c:v>
                </c:pt>
                <c:pt idx="102">
                  <c:v>2088.6683333333312</c:v>
                </c:pt>
                <c:pt idx="103">
                  <c:v>2088.697986261748</c:v>
                </c:pt>
                <c:pt idx="104">
                  <c:v>2102.8531887201716</c:v>
                </c:pt>
                <c:pt idx="105">
                  <c:v>2102.882841648585</c:v>
                </c:pt>
                <c:pt idx="106">
                  <c:v>2114.3451482284872</c:v>
                </c:pt>
                <c:pt idx="107">
                  <c:v>2114.374801156904</c:v>
                </c:pt>
                <c:pt idx="108">
                  <c:v>2116.956000000002</c:v>
                </c:pt>
                <c:pt idx="109">
                  <c:v>2116.9840000000004</c:v>
                </c:pt>
              </c:numCache>
            </c:numRef>
          </c:xVal>
          <c:yVal>
            <c:numRef>
              <c:f>Sheet1!$B$114:$B$223</c:f>
              <c:numCache>
                <c:formatCode>General</c:formatCode>
                <c:ptCount val="110"/>
                <c:pt idx="0">
                  <c:v>1785.03</c:v>
                </c:pt>
                <c:pt idx="1">
                  <c:v>1828.8</c:v>
                </c:pt>
                <c:pt idx="2">
                  <c:v>1981.2</c:v>
                </c:pt>
                <c:pt idx="3">
                  <c:v>2133.6</c:v>
                </c:pt>
                <c:pt idx="4">
                  <c:v>2286.0</c:v>
                </c:pt>
                <c:pt idx="5">
                  <c:v>2438.4</c:v>
                </c:pt>
                <c:pt idx="6">
                  <c:v>2590.8</c:v>
                </c:pt>
                <c:pt idx="7">
                  <c:v>2743.2</c:v>
                </c:pt>
                <c:pt idx="8">
                  <c:v>2895.6</c:v>
                </c:pt>
                <c:pt idx="9">
                  <c:v>3024.96</c:v>
                </c:pt>
                <c:pt idx="10">
                  <c:v>3025.02</c:v>
                </c:pt>
                <c:pt idx="11">
                  <c:v>3048.0</c:v>
                </c:pt>
                <c:pt idx="12">
                  <c:v>3200.4</c:v>
                </c:pt>
                <c:pt idx="13">
                  <c:v>3352.8</c:v>
                </c:pt>
                <c:pt idx="14">
                  <c:v>3411.47</c:v>
                </c:pt>
                <c:pt idx="15">
                  <c:v>3411.53</c:v>
                </c:pt>
                <c:pt idx="16">
                  <c:v>3419.98</c:v>
                </c:pt>
                <c:pt idx="17">
                  <c:v>3420.04</c:v>
                </c:pt>
                <c:pt idx="18">
                  <c:v>3424.98</c:v>
                </c:pt>
                <c:pt idx="19">
                  <c:v>3425.04</c:v>
                </c:pt>
                <c:pt idx="20">
                  <c:v>3449.97</c:v>
                </c:pt>
                <c:pt idx="21">
                  <c:v>3450.03</c:v>
                </c:pt>
                <c:pt idx="22">
                  <c:v>3479.96</c:v>
                </c:pt>
                <c:pt idx="23">
                  <c:v>3480.02</c:v>
                </c:pt>
                <c:pt idx="24">
                  <c:v>3505.2</c:v>
                </c:pt>
                <c:pt idx="25">
                  <c:v>3539.98</c:v>
                </c:pt>
                <c:pt idx="26">
                  <c:v>3540.04</c:v>
                </c:pt>
                <c:pt idx="27">
                  <c:v>3569.97</c:v>
                </c:pt>
                <c:pt idx="28">
                  <c:v>3570.03</c:v>
                </c:pt>
                <c:pt idx="29">
                  <c:v>3599.96</c:v>
                </c:pt>
                <c:pt idx="30">
                  <c:v>3599.99</c:v>
                </c:pt>
                <c:pt idx="31">
                  <c:v>3629.99</c:v>
                </c:pt>
                <c:pt idx="32">
                  <c:v>3630.05</c:v>
                </c:pt>
                <c:pt idx="33">
                  <c:v>3657.6</c:v>
                </c:pt>
                <c:pt idx="34">
                  <c:v>3659.98</c:v>
                </c:pt>
                <c:pt idx="35">
                  <c:v>3660.04</c:v>
                </c:pt>
                <c:pt idx="36">
                  <c:v>3719.96</c:v>
                </c:pt>
                <c:pt idx="37">
                  <c:v>3720.02</c:v>
                </c:pt>
                <c:pt idx="38">
                  <c:v>3749.98</c:v>
                </c:pt>
                <c:pt idx="39">
                  <c:v>3750.05</c:v>
                </c:pt>
                <c:pt idx="40">
                  <c:v>3779.98</c:v>
                </c:pt>
                <c:pt idx="41">
                  <c:v>3780.04</c:v>
                </c:pt>
                <c:pt idx="42">
                  <c:v>3809.97</c:v>
                </c:pt>
                <c:pt idx="43">
                  <c:v>3810.03</c:v>
                </c:pt>
                <c:pt idx="44">
                  <c:v>3839.96</c:v>
                </c:pt>
                <c:pt idx="45">
                  <c:v>3839.99</c:v>
                </c:pt>
                <c:pt idx="46">
                  <c:v>3869.98</c:v>
                </c:pt>
                <c:pt idx="47">
                  <c:v>3870.05</c:v>
                </c:pt>
                <c:pt idx="48">
                  <c:v>3899.98</c:v>
                </c:pt>
                <c:pt idx="49">
                  <c:v>3900.04</c:v>
                </c:pt>
                <c:pt idx="50">
                  <c:v>3959.96</c:v>
                </c:pt>
                <c:pt idx="51">
                  <c:v>3960.02</c:v>
                </c:pt>
                <c:pt idx="52">
                  <c:v>3962.4</c:v>
                </c:pt>
                <c:pt idx="53">
                  <c:v>3989.98</c:v>
                </c:pt>
                <c:pt idx="54">
                  <c:v>3990.05</c:v>
                </c:pt>
                <c:pt idx="55">
                  <c:v>4011.47</c:v>
                </c:pt>
                <c:pt idx="56">
                  <c:v>4011.53</c:v>
                </c:pt>
                <c:pt idx="57">
                  <c:v>4114.8</c:v>
                </c:pt>
                <c:pt idx="58">
                  <c:v>4267.2</c:v>
                </c:pt>
                <c:pt idx="59">
                  <c:v>4419.6</c:v>
                </c:pt>
                <c:pt idx="60">
                  <c:v>4572.0</c:v>
                </c:pt>
                <c:pt idx="61">
                  <c:v>4724.4</c:v>
                </c:pt>
                <c:pt idx="62">
                  <c:v>4876.8</c:v>
                </c:pt>
                <c:pt idx="63">
                  <c:v>5029.2</c:v>
                </c:pt>
                <c:pt idx="64">
                  <c:v>5181.6</c:v>
                </c:pt>
                <c:pt idx="65">
                  <c:v>5199.98</c:v>
                </c:pt>
                <c:pt idx="66">
                  <c:v>5200.04</c:v>
                </c:pt>
                <c:pt idx="67">
                  <c:v>5334.0</c:v>
                </c:pt>
                <c:pt idx="68">
                  <c:v>5424.4</c:v>
                </c:pt>
                <c:pt idx="69">
                  <c:v>5424.46</c:v>
                </c:pt>
                <c:pt idx="70">
                  <c:v>5429.98</c:v>
                </c:pt>
                <c:pt idx="71">
                  <c:v>5430.04</c:v>
                </c:pt>
                <c:pt idx="72">
                  <c:v>5459.97</c:v>
                </c:pt>
                <c:pt idx="73">
                  <c:v>5460.03</c:v>
                </c:pt>
                <c:pt idx="74">
                  <c:v>5486.4</c:v>
                </c:pt>
                <c:pt idx="75">
                  <c:v>5489.97</c:v>
                </c:pt>
                <c:pt idx="76">
                  <c:v>5490.03</c:v>
                </c:pt>
                <c:pt idx="77">
                  <c:v>5549.98</c:v>
                </c:pt>
                <c:pt idx="78">
                  <c:v>5550.01</c:v>
                </c:pt>
                <c:pt idx="79">
                  <c:v>5609.97</c:v>
                </c:pt>
                <c:pt idx="80">
                  <c:v>5610.0</c:v>
                </c:pt>
                <c:pt idx="81">
                  <c:v>5638.8</c:v>
                </c:pt>
                <c:pt idx="82">
                  <c:v>5639.96</c:v>
                </c:pt>
                <c:pt idx="83">
                  <c:v>5640.02</c:v>
                </c:pt>
                <c:pt idx="84">
                  <c:v>5669.98</c:v>
                </c:pt>
                <c:pt idx="85">
                  <c:v>5670.04</c:v>
                </c:pt>
                <c:pt idx="86">
                  <c:v>5729.97</c:v>
                </c:pt>
                <c:pt idx="87">
                  <c:v>5730.0</c:v>
                </c:pt>
                <c:pt idx="88">
                  <c:v>5789.98</c:v>
                </c:pt>
                <c:pt idx="89">
                  <c:v>5790.04</c:v>
                </c:pt>
                <c:pt idx="90">
                  <c:v>5791.2</c:v>
                </c:pt>
                <c:pt idx="91">
                  <c:v>5819.97</c:v>
                </c:pt>
                <c:pt idx="92">
                  <c:v>5820.03</c:v>
                </c:pt>
                <c:pt idx="93">
                  <c:v>5849.97</c:v>
                </c:pt>
                <c:pt idx="94">
                  <c:v>5850.0</c:v>
                </c:pt>
                <c:pt idx="95">
                  <c:v>5879.96</c:v>
                </c:pt>
                <c:pt idx="96">
                  <c:v>5879.99</c:v>
                </c:pt>
                <c:pt idx="97">
                  <c:v>5909.98</c:v>
                </c:pt>
                <c:pt idx="98">
                  <c:v>5910.01</c:v>
                </c:pt>
                <c:pt idx="99">
                  <c:v>5939.97</c:v>
                </c:pt>
                <c:pt idx="100">
                  <c:v>5940.0</c:v>
                </c:pt>
                <c:pt idx="101">
                  <c:v>5943.6</c:v>
                </c:pt>
                <c:pt idx="102">
                  <c:v>5969.97</c:v>
                </c:pt>
                <c:pt idx="103">
                  <c:v>5970.03</c:v>
                </c:pt>
                <c:pt idx="104">
                  <c:v>5999.96</c:v>
                </c:pt>
                <c:pt idx="105">
                  <c:v>6000.02</c:v>
                </c:pt>
                <c:pt idx="106">
                  <c:v>6024.4</c:v>
                </c:pt>
                <c:pt idx="107">
                  <c:v>6024.46</c:v>
                </c:pt>
                <c:pt idx="108">
                  <c:v>6029.98</c:v>
                </c:pt>
                <c:pt idx="109">
                  <c:v>6030.04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Sheet1!$B$225</c:f>
              <c:strCache>
                <c:ptCount val="1"/>
                <c:pt idx="0">
                  <c:v>Liner 10 3/4"</c:v>
                </c:pt>
              </c:strCache>
            </c:strRef>
          </c:tx>
          <c:spPr>
            <a:ln w="25400">
              <a:solidFill>
                <a:srgbClr val="2E8B57"/>
              </a:solidFill>
            </a:ln>
          </c:spPr>
          <c:marker>
            <c:symbol val="circle"/>
            <c:size val="4"/>
            <c:spPr>
              <a:solidFill>
                <a:srgbClr val="2E8B57"/>
              </a:solidFill>
              <a:ln>
                <a:solidFill>
                  <a:srgbClr val="2E8B57"/>
                </a:solidFill>
              </a:ln>
            </c:spPr>
          </c:marker>
          <c:xVal>
            <c:numRef>
              <c:f>Sheet1!$A$226:$A$335</c:f>
              <c:numCache>
                <c:formatCode>General</c:formatCode>
                <c:ptCount val="110"/>
                <c:pt idx="0">
                  <c:v>2126.384000000002</c:v>
                </c:pt>
                <c:pt idx="1">
                  <c:v>2147.825752508361</c:v>
                </c:pt>
                <c:pt idx="2">
                  <c:v>2154.3619999999974</c:v>
                </c:pt>
                <c:pt idx="3">
                  <c:v>2154.392</c:v>
                </c:pt>
                <c:pt idx="4">
                  <c:v>2172.9579999999987</c:v>
                </c:pt>
                <c:pt idx="5">
                  <c:v>2172.9879999999976</c:v>
                </c:pt>
                <c:pt idx="6">
                  <c:v>2218.826914893616</c:v>
                </c:pt>
                <c:pt idx="7">
                  <c:v>2227.482</c:v>
                </c:pt>
                <c:pt idx="8">
                  <c:v>2227.511999999999</c:v>
                </c:pt>
                <c:pt idx="9">
                  <c:v>-30.1929999999993</c:v>
                </c:pt>
                <c:pt idx="10">
                  <c:v>-30.186000000001513</c:v>
                </c:pt>
                <c:pt idx="11">
                  <c:v>-25.871397561186313</c:v>
                </c:pt>
                <c:pt idx="12">
                  <c:v>-5.97155855388155</c:v>
                </c:pt>
                <c:pt idx="13">
                  <c:v>0.004472868216907955</c:v>
                </c:pt>
                <c:pt idx="14">
                  <c:v>1.7014999999992142</c:v>
                </c:pt>
                <c:pt idx="15">
                  <c:v>1.7085000000006403</c:v>
                </c:pt>
                <c:pt idx="16">
                  <c:v>14.019541284404113</c:v>
                </c:pt>
                <c:pt idx="17">
                  <c:v>17.486556296915296</c:v>
                </c:pt>
                <c:pt idx="18">
                  <c:v>17.486556296915296</c:v>
                </c:pt>
                <c:pt idx="19">
                  <c:v>17.486556296915296</c:v>
                </c:pt>
                <c:pt idx="20">
                  <c:v>17.486556296915296</c:v>
                </c:pt>
                <c:pt idx="21">
                  <c:v>17.486556296915296</c:v>
                </c:pt>
                <c:pt idx="22">
                  <c:v>17.486556296915296</c:v>
                </c:pt>
                <c:pt idx="23">
                  <c:v>17.486556296915296</c:v>
                </c:pt>
                <c:pt idx="24">
                  <c:v>17.486556296915296</c:v>
                </c:pt>
                <c:pt idx="25">
                  <c:v>17.486556296915296</c:v>
                </c:pt>
                <c:pt idx="26">
                  <c:v>17.486556296915296</c:v>
                </c:pt>
                <c:pt idx="27">
                  <c:v>17.486556296915296</c:v>
                </c:pt>
                <c:pt idx="28">
                  <c:v>17.486556296915296</c:v>
                </c:pt>
                <c:pt idx="29">
                  <c:v>17.486556296915296</c:v>
                </c:pt>
                <c:pt idx="30">
                  <c:v>17.486556296915296</c:v>
                </c:pt>
                <c:pt idx="31">
                  <c:v>17.486556296915296</c:v>
                </c:pt>
                <c:pt idx="32">
                  <c:v>17.486556296915296</c:v>
                </c:pt>
                <c:pt idx="33">
                  <c:v>17.486556296915296</c:v>
                </c:pt>
                <c:pt idx="34">
                  <c:v>17.486556296915296</c:v>
                </c:pt>
                <c:pt idx="35">
                  <c:v>17.486556296915296</c:v>
                </c:pt>
                <c:pt idx="36">
                  <c:v>17.486556296915296</c:v>
                </c:pt>
                <c:pt idx="37">
                  <c:v>17.486556296915296</c:v>
                </c:pt>
                <c:pt idx="38">
                  <c:v>17.486556296915296</c:v>
                </c:pt>
                <c:pt idx="39">
                  <c:v>17.486556296915296</c:v>
                </c:pt>
                <c:pt idx="40">
                  <c:v>17.486556296915296</c:v>
                </c:pt>
                <c:pt idx="41">
                  <c:v>17.486556296915296</c:v>
                </c:pt>
                <c:pt idx="42">
                  <c:v>17.486556296915296</c:v>
                </c:pt>
                <c:pt idx="43">
                  <c:v>17.486556296915296</c:v>
                </c:pt>
                <c:pt idx="44">
                  <c:v>17.486556296915296</c:v>
                </c:pt>
                <c:pt idx="45">
                  <c:v>17.486556296915296</c:v>
                </c:pt>
                <c:pt idx="46">
                  <c:v>17.486556296915296</c:v>
                </c:pt>
                <c:pt idx="47">
                  <c:v>17.486556296915296</c:v>
                </c:pt>
                <c:pt idx="48">
                  <c:v>17.486556296915296</c:v>
                </c:pt>
                <c:pt idx="49">
                  <c:v>17.486556296915296</c:v>
                </c:pt>
                <c:pt idx="50">
                  <c:v>17.486556296915296</c:v>
                </c:pt>
                <c:pt idx="51">
                  <c:v>17.486556296915296</c:v>
                </c:pt>
                <c:pt idx="52">
                  <c:v>17.486556296915296</c:v>
                </c:pt>
                <c:pt idx="53">
                  <c:v>17.486556296915296</c:v>
                </c:pt>
                <c:pt idx="54">
                  <c:v>17.486556296915296</c:v>
                </c:pt>
                <c:pt idx="55">
                  <c:v>17.486556296915296</c:v>
                </c:pt>
                <c:pt idx="56">
                  <c:v>17.486556296915296</c:v>
                </c:pt>
                <c:pt idx="57">
                  <c:v>17.486556296915296</c:v>
                </c:pt>
                <c:pt idx="58">
                  <c:v>17.486556296915296</c:v>
                </c:pt>
                <c:pt idx="59">
                  <c:v>17.486556296915296</c:v>
                </c:pt>
                <c:pt idx="60">
                  <c:v>17.486556296915296</c:v>
                </c:pt>
                <c:pt idx="61">
                  <c:v>17.486556296915296</c:v>
                </c:pt>
                <c:pt idx="62">
                  <c:v>17.486556296915296</c:v>
                </c:pt>
                <c:pt idx="63">
                  <c:v>17.486556296915296</c:v>
                </c:pt>
                <c:pt idx="64">
                  <c:v>17.486556296915296</c:v>
                </c:pt>
                <c:pt idx="65">
                  <c:v>17.486556296915296</c:v>
                </c:pt>
                <c:pt idx="66">
                  <c:v>17.486556296915296</c:v>
                </c:pt>
                <c:pt idx="67">
                  <c:v>17.486556296915296</c:v>
                </c:pt>
                <c:pt idx="68">
                  <c:v>17.486556296915296</c:v>
                </c:pt>
                <c:pt idx="69">
                  <c:v>17.486556296915296</c:v>
                </c:pt>
                <c:pt idx="70">
                  <c:v>17.486556296915296</c:v>
                </c:pt>
                <c:pt idx="71">
                  <c:v>17.486556296915296</c:v>
                </c:pt>
                <c:pt idx="72">
                  <c:v>17.486556296915296</c:v>
                </c:pt>
                <c:pt idx="73">
                  <c:v>17.486556296915296</c:v>
                </c:pt>
                <c:pt idx="74">
                  <c:v>17.486556296915296</c:v>
                </c:pt>
                <c:pt idx="75">
                  <c:v>17.486556296915296</c:v>
                </c:pt>
                <c:pt idx="76">
                  <c:v>17.486556296915296</c:v>
                </c:pt>
                <c:pt idx="77">
                  <c:v>17.486556296915296</c:v>
                </c:pt>
                <c:pt idx="78">
                  <c:v>17.486556296915296</c:v>
                </c:pt>
                <c:pt idx="79">
                  <c:v>17.486556296915296</c:v>
                </c:pt>
                <c:pt idx="80">
                  <c:v>17.486556296915296</c:v>
                </c:pt>
                <c:pt idx="81">
                  <c:v>17.486556296915296</c:v>
                </c:pt>
                <c:pt idx="82">
                  <c:v>17.486556296915296</c:v>
                </c:pt>
                <c:pt idx="83">
                  <c:v>17.486556296915296</c:v>
                </c:pt>
                <c:pt idx="84">
                  <c:v>17.486556296915296</c:v>
                </c:pt>
                <c:pt idx="85">
                  <c:v>17.486556296915296</c:v>
                </c:pt>
                <c:pt idx="86">
                  <c:v>17.486556296915296</c:v>
                </c:pt>
                <c:pt idx="87">
                  <c:v>17.486556296915296</c:v>
                </c:pt>
                <c:pt idx="88">
                  <c:v>17.486556296915296</c:v>
                </c:pt>
                <c:pt idx="89">
                  <c:v>17.486556296915296</c:v>
                </c:pt>
                <c:pt idx="90">
                  <c:v>17.486556296915296</c:v>
                </c:pt>
                <c:pt idx="91">
                  <c:v>17.486556296915296</c:v>
                </c:pt>
                <c:pt idx="92">
                  <c:v>17.486556296915296</c:v>
                </c:pt>
                <c:pt idx="93">
                  <c:v>17.486556296915296</c:v>
                </c:pt>
                <c:pt idx="94">
                  <c:v>17.486556296915296</c:v>
                </c:pt>
                <c:pt idx="95">
                  <c:v>17.486556296915296</c:v>
                </c:pt>
                <c:pt idx="96">
                  <c:v>17.486556296915296</c:v>
                </c:pt>
                <c:pt idx="97">
                  <c:v>17.486556296915296</c:v>
                </c:pt>
                <c:pt idx="98">
                  <c:v>17.486556296915296</c:v>
                </c:pt>
                <c:pt idx="99">
                  <c:v>17.486556296915296</c:v>
                </c:pt>
                <c:pt idx="100">
                  <c:v>17.486556296915296</c:v>
                </c:pt>
                <c:pt idx="101">
                  <c:v>17.486556296915296</c:v>
                </c:pt>
                <c:pt idx="102">
                  <c:v>17.486556296915296</c:v>
                </c:pt>
                <c:pt idx="103">
                  <c:v>17.486556296915296</c:v>
                </c:pt>
                <c:pt idx="104">
                  <c:v>17.486556296915296</c:v>
                </c:pt>
                <c:pt idx="105">
                  <c:v>17.486556296915296</c:v>
                </c:pt>
                <c:pt idx="106">
                  <c:v>17.486556296915296</c:v>
                </c:pt>
                <c:pt idx="107">
                  <c:v>17.486556296915296</c:v>
                </c:pt>
                <c:pt idx="108">
                  <c:v>17.486556296915296</c:v>
                </c:pt>
                <c:pt idx="109">
                  <c:v>17.486556296915296</c:v>
                </c:pt>
              </c:numCache>
            </c:numRef>
          </c:xVal>
          <c:yVal>
            <c:numRef>
              <c:f>Sheet1!$B$226:$B$335</c:f>
              <c:numCache>
                <c:formatCode>General</c:formatCode>
                <c:ptCount val="110"/>
                <c:pt idx="0">
                  <c:v>6050.04</c:v>
                </c:pt>
                <c:pt idx="1">
                  <c:v>6096.0</c:v>
                </c:pt>
                <c:pt idx="2">
                  <c:v>6109.96</c:v>
                </c:pt>
                <c:pt idx="3">
                  <c:v>6110.02</c:v>
                </c:pt>
                <c:pt idx="4">
                  <c:v>6149.98</c:v>
                </c:pt>
                <c:pt idx="5">
                  <c:v>6150.04</c:v>
                </c:pt>
                <c:pt idx="6">
                  <c:v>6248.4</c:v>
                </c:pt>
                <c:pt idx="7">
                  <c:v>6266.96</c:v>
                </c:pt>
                <c:pt idx="8">
                  <c:v>6267.02</c:v>
                </c:pt>
                <c:pt idx="9">
                  <c:v>6367.61</c:v>
                </c:pt>
                <c:pt idx="10">
                  <c:v>6367.67</c:v>
                </c:pt>
                <c:pt idx="11">
                  <c:v>6400.8</c:v>
                </c:pt>
                <c:pt idx="12">
                  <c:v>6553.2</c:v>
                </c:pt>
                <c:pt idx="13">
                  <c:v>6599.01</c:v>
                </c:pt>
                <c:pt idx="14">
                  <c:v>6611.97</c:v>
                </c:pt>
                <c:pt idx="15">
                  <c:v>6612.03</c:v>
                </c:pt>
                <c:pt idx="16">
                  <c:v>6705.6</c:v>
                </c:pt>
                <c:pt idx="17">
                  <c:v>6731.97</c:v>
                </c:pt>
                <c:pt idx="18">
                  <c:v>6731.97</c:v>
                </c:pt>
                <c:pt idx="19">
                  <c:v>6731.97</c:v>
                </c:pt>
                <c:pt idx="20">
                  <c:v>6731.97</c:v>
                </c:pt>
                <c:pt idx="21">
                  <c:v>6731.97</c:v>
                </c:pt>
                <c:pt idx="22">
                  <c:v>6731.97</c:v>
                </c:pt>
                <c:pt idx="23">
                  <c:v>6731.97</c:v>
                </c:pt>
                <c:pt idx="24">
                  <c:v>6731.97</c:v>
                </c:pt>
                <c:pt idx="25">
                  <c:v>6731.97</c:v>
                </c:pt>
                <c:pt idx="26">
                  <c:v>6731.97</c:v>
                </c:pt>
                <c:pt idx="27">
                  <c:v>6731.97</c:v>
                </c:pt>
                <c:pt idx="28">
                  <c:v>6731.97</c:v>
                </c:pt>
                <c:pt idx="29">
                  <c:v>6731.97</c:v>
                </c:pt>
                <c:pt idx="30">
                  <c:v>6731.97</c:v>
                </c:pt>
                <c:pt idx="31">
                  <c:v>6731.97</c:v>
                </c:pt>
                <c:pt idx="32">
                  <c:v>6731.97</c:v>
                </c:pt>
                <c:pt idx="33">
                  <c:v>6731.97</c:v>
                </c:pt>
                <c:pt idx="34">
                  <c:v>6731.97</c:v>
                </c:pt>
                <c:pt idx="35">
                  <c:v>6731.97</c:v>
                </c:pt>
                <c:pt idx="36">
                  <c:v>6731.97</c:v>
                </c:pt>
                <c:pt idx="37">
                  <c:v>6731.97</c:v>
                </c:pt>
                <c:pt idx="38">
                  <c:v>6731.97</c:v>
                </c:pt>
                <c:pt idx="39">
                  <c:v>6731.97</c:v>
                </c:pt>
                <c:pt idx="40">
                  <c:v>6731.97</c:v>
                </c:pt>
                <c:pt idx="41">
                  <c:v>6731.97</c:v>
                </c:pt>
                <c:pt idx="42">
                  <c:v>6731.97</c:v>
                </c:pt>
                <c:pt idx="43">
                  <c:v>6731.97</c:v>
                </c:pt>
                <c:pt idx="44">
                  <c:v>6731.97</c:v>
                </c:pt>
                <c:pt idx="45">
                  <c:v>6731.97</c:v>
                </c:pt>
                <c:pt idx="46">
                  <c:v>6731.97</c:v>
                </c:pt>
                <c:pt idx="47">
                  <c:v>6731.97</c:v>
                </c:pt>
                <c:pt idx="48">
                  <c:v>6731.97</c:v>
                </c:pt>
                <c:pt idx="49">
                  <c:v>6731.97</c:v>
                </c:pt>
                <c:pt idx="50">
                  <c:v>6731.97</c:v>
                </c:pt>
                <c:pt idx="51">
                  <c:v>6731.97</c:v>
                </c:pt>
                <c:pt idx="52">
                  <c:v>6731.97</c:v>
                </c:pt>
                <c:pt idx="53">
                  <c:v>6731.97</c:v>
                </c:pt>
                <c:pt idx="54">
                  <c:v>6731.97</c:v>
                </c:pt>
                <c:pt idx="55">
                  <c:v>6731.97</c:v>
                </c:pt>
                <c:pt idx="56">
                  <c:v>6731.97</c:v>
                </c:pt>
                <c:pt idx="57">
                  <c:v>6731.97</c:v>
                </c:pt>
                <c:pt idx="58">
                  <c:v>6731.97</c:v>
                </c:pt>
                <c:pt idx="59">
                  <c:v>6731.97</c:v>
                </c:pt>
                <c:pt idx="60">
                  <c:v>6731.97</c:v>
                </c:pt>
                <c:pt idx="61">
                  <c:v>6731.97</c:v>
                </c:pt>
                <c:pt idx="62">
                  <c:v>6731.97</c:v>
                </c:pt>
                <c:pt idx="63">
                  <c:v>6731.97</c:v>
                </c:pt>
                <c:pt idx="64">
                  <c:v>6731.97</c:v>
                </c:pt>
                <c:pt idx="65">
                  <c:v>6731.97</c:v>
                </c:pt>
                <c:pt idx="66">
                  <c:v>6731.97</c:v>
                </c:pt>
                <c:pt idx="67">
                  <c:v>6731.97</c:v>
                </c:pt>
                <c:pt idx="68">
                  <c:v>6731.97</c:v>
                </c:pt>
                <c:pt idx="69">
                  <c:v>6731.97</c:v>
                </c:pt>
                <c:pt idx="70">
                  <c:v>6731.97</c:v>
                </c:pt>
                <c:pt idx="71">
                  <c:v>6731.97</c:v>
                </c:pt>
                <c:pt idx="72">
                  <c:v>6731.97</c:v>
                </c:pt>
                <c:pt idx="73">
                  <c:v>6731.97</c:v>
                </c:pt>
                <c:pt idx="74">
                  <c:v>6731.97</c:v>
                </c:pt>
                <c:pt idx="75">
                  <c:v>6731.97</c:v>
                </c:pt>
                <c:pt idx="76">
                  <c:v>6731.97</c:v>
                </c:pt>
                <c:pt idx="77">
                  <c:v>6731.97</c:v>
                </c:pt>
                <c:pt idx="78">
                  <c:v>6731.97</c:v>
                </c:pt>
                <c:pt idx="79">
                  <c:v>6731.97</c:v>
                </c:pt>
                <c:pt idx="80">
                  <c:v>6731.97</c:v>
                </c:pt>
                <c:pt idx="81">
                  <c:v>6731.97</c:v>
                </c:pt>
                <c:pt idx="82">
                  <c:v>6731.97</c:v>
                </c:pt>
                <c:pt idx="83">
                  <c:v>6731.97</c:v>
                </c:pt>
                <c:pt idx="84">
                  <c:v>6731.97</c:v>
                </c:pt>
                <c:pt idx="85">
                  <c:v>6731.97</c:v>
                </c:pt>
                <c:pt idx="86">
                  <c:v>6731.97</c:v>
                </c:pt>
                <c:pt idx="87">
                  <c:v>6731.97</c:v>
                </c:pt>
                <c:pt idx="88">
                  <c:v>6731.97</c:v>
                </c:pt>
                <c:pt idx="89">
                  <c:v>6731.97</c:v>
                </c:pt>
                <c:pt idx="90">
                  <c:v>6731.97</c:v>
                </c:pt>
                <c:pt idx="91">
                  <c:v>6731.97</c:v>
                </c:pt>
                <c:pt idx="92">
                  <c:v>6731.97</c:v>
                </c:pt>
                <c:pt idx="93">
                  <c:v>6731.97</c:v>
                </c:pt>
                <c:pt idx="94">
                  <c:v>6731.97</c:v>
                </c:pt>
                <c:pt idx="95">
                  <c:v>6731.97</c:v>
                </c:pt>
                <c:pt idx="96">
                  <c:v>6731.97</c:v>
                </c:pt>
                <c:pt idx="97">
                  <c:v>6731.97</c:v>
                </c:pt>
                <c:pt idx="98">
                  <c:v>6731.97</c:v>
                </c:pt>
                <c:pt idx="99">
                  <c:v>6731.97</c:v>
                </c:pt>
                <c:pt idx="100">
                  <c:v>6731.97</c:v>
                </c:pt>
                <c:pt idx="101">
                  <c:v>6731.97</c:v>
                </c:pt>
                <c:pt idx="102">
                  <c:v>6731.97</c:v>
                </c:pt>
                <c:pt idx="103">
                  <c:v>6731.97</c:v>
                </c:pt>
                <c:pt idx="104">
                  <c:v>6731.97</c:v>
                </c:pt>
                <c:pt idx="105">
                  <c:v>6731.97</c:v>
                </c:pt>
                <c:pt idx="106">
                  <c:v>6731.97</c:v>
                </c:pt>
                <c:pt idx="107">
                  <c:v>6731.97</c:v>
                </c:pt>
                <c:pt idx="108">
                  <c:v>6731.97</c:v>
                </c:pt>
                <c:pt idx="109">
                  <c:v>6731.97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Sheet1!$B$337</c:f>
              <c:strCache>
                <c:ptCount val="1"/>
                <c:pt idx="0">
                  <c:v>Δ = 0</c:v>
                </c:pt>
              </c:strCache>
            </c:strRef>
          </c:tx>
          <c:spPr>
            <a:ln w="12700">
              <a:solidFill>
                <a:srgbClr val="9AA5AE"/>
              </a:solidFill>
              <a:prstDash val="dash"/>
            </a:ln>
          </c:spPr>
          <c:marker>
            <c:symbol val="none"/>
          </c:marker>
          <c:xVal>
            <c:numRef>
              <c:f>Sheet1!$A$338:$A$447</c:f>
              <c:numCache>
                <c:formatCode>General</c:formatCode>
                <c:ptCount val="11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</c:v>
                </c:pt>
                <c:pt idx="18">
                  <c:v>0.0</c:v>
                </c:pt>
                <c:pt idx="19">
                  <c:v>0.0</c:v>
                </c:pt>
                <c:pt idx="20">
                  <c:v>0.0</c:v>
                </c:pt>
                <c:pt idx="21">
                  <c:v>0.0</c:v>
                </c:pt>
                <c:pt idx="22">
                  <c:v>0.0</c:v>
                </c:pt>
                <c:pt idx="23">
                  <c:v>0.0</c:v>
                </c:pt>
                <c:pt idx="24">
                  <c:v>0.0</c:v>
                </c:pt>
                <c:pt idx="25">
                  <c:v>0.0</c:v>
                </c:pt>
                <c:pt idx="26">
                  <c:v>0.0</c:v>
                </c:pt>
                <c:pt idx="27">
                  <c:v>0.0</c:v>
                </c:pt>
                <c:pt idx="28">
                  <c:v>0.0</c:v>
                </c:pt>
                <c:pt idx="29">
                  <c:v>0.0</c:v>
                </c:pt>
                <c:pt idx="30">
                  <c:v>0.0</c:v>
                </c:pt>
                <c:pt idx="31">
                  <c:v>0.0</c:v>
                </c:pt>
                <c:pt idx="32">
                  <c:v>0.0</c:v>
                </c:pt>
                <c:pt idx="33">
                  <c:v>0.0</c:v>
                </c:pt>
                <c:pt idx="34">
                  <c:v>0.0</c:v>
                </c:pt>
                <c:pt idx="35">
                  <c:v>0.0</c:v>
                </c:pt>
                <c:pt idx="36">
                  <c:v>0.0</c:v>
                </c:pt>
                <c:pt idx="37">
                  <c:v>0.0</c:v>
                </c:pt>
                <c:pt idx="38">
                  <c:v>0.0</c:v>
                </c:pt>
                <c:pt idx="39">
                  <c:v>0.0</c:v>
                </c:pt>
                <c:pt idx="40">
                  <c:v>0.0</c:v>
                </c:pt>
                <c:pt idx="41">
                  <c:v>0.0</c:v>
                </c:pt>
                <c:pt idx="42">
                  <c:v>0.0</c:v>
                </c:pt>
                <c:pt idx="43">
                  <c:v>0.0</c:v>
                </c:pt>
                <c:pt idx="44">
                  <c:v>0.0</c:v>
                </c:pt>
                <c:pt idx="45">
                  <c:v>0.0</c:v>
                </c:pt>
                <c:pt idx="46">
                  <c:v>0.0</c:v>
                </c:pt>
                <c:pt idx="47">
                  <c:v>0.0</c:v>
                </c:pt>
                <c:pt idx="48">
                  <c:v>0.0</c:v>
                </c:pt>
                <c:pt idx="49">
                  <c:v>0.0</c:v>
                </c:pt>
                <c:pt idx="50">
                  <c:v>0.0</c:v>
                </c:pt>
                <c:pt idx="51">
                  <c:v>0.0</c:v>
                </c:pt>
                <c:pt idx="52">
                  <c:v>0.0</c:v>
                </c:pt>
                <c:pt idx="53">
                  <c:v>0.0</c:v>
                </c:pt>
                <c:pt idx="54">
                  <c:v>0.0</c:v>
                </c:pt>
                <c:pt idx="55">
                  <c:v>0.0</c:v>
                </c:pt>
                <c:pt idx="56">
                  <c:v>0.0</c:v>
                </c:pt>
                <c:pt idx="57">
                  <c:v>0.0</c:v>
                </c:pt>
                <c:pt idx="58">
                  <c:v>0.0</c:v>
                </c:pt>
                <c:pt idx="59">
                  <c:v>0.0</c:v>
                </c:pt>
                <c:pt idx="60">
                  <c:v>0.0</c:v>
                </c:pt>
                <c:pt idx="61">
                  <c:v>0.0</c:v>
                </c:pt>
                <c:pt idx="62">
                  <c:v>0.0</c:v>
                </c:pt>
                <c:pt idx="63">
                  <c:v>0.0</c:v>
                </c:pt>
                <c:pt idx="64">
                  <c:v>0.0</c:v>
                </c:pt>
                <c:pt idx="65">
                  <c:v>0.0</c:v>
                </c:pt>
                <c:pt idx="66">
                  <c:v>0.0</c:v>
                </c:pt>
                <c:pt idx="67">
                  <c:v>0.0</c:v>
                </c:pt>
                <c:pt idx="68">
                  <c:v>0.0</c:v>
                </c:pt>
                <c:pt idx="69">
                  <c:v>0.0</c:v>
                </c:pt>
                <c:pt idx="70">
                  <c:v>0.0</c:v>
                </c:pt>
                <c:pt idx="71">
                  <c:v>0.0</c:v>
                </c:pt>
                <c:pt idx="72">
                  <c:v>0.0</c:v>
                </c:pt>
                <c:pt idx="73">
                  <c:v>0.0</c:v>
                </c:pt>
                <c:pt idx="74">
                  <c:v>0.0</c:v>
                </c:pt>
                <c:pt idx="75">
                  <c:v>0.0</c:v>
                </c:pt>
                <c:pt idx="76">
                  <c:v>0.0</c:v>
                </c:pt>
                <c:pt idx="77">
                  <c:v>0.0</c:v>
                </c:pt>
                <c:pt idx="78">
                  <c:v>0.0</c:v>
                </c:pt>
                <c:pt idx="79">
                  <c:v>0.0</c:v>
                </c:pt>
                <c:pt idx="80">
                  <c:v>0.0</c:v>
                </c:pt>
                <c:pt idx="81">
                  <c:v>0.0</c:v>
                </c:pt>
                <c:pt idx="82">
                  <c:v>0.0</c:v>
                </c:pt>
                <c:pt idx="83">
                  <c:v>0.0</c:v>
                </c:pt>
                <c:pt idx="84">
                  <c:v>0.0</c:v>
                </c:pt>
                <c:pt idx="85">
                  <c:v>0.0</c:v>
                </c:pt>
                <c:pt idx="86">
                  <c:v>0.0</c:v>
                </c:pt>
                <c:pt idx="87">
                  <c:v>0.0</c:v>
                </c:pt>
                <c:pt idx="88">
                  <c:v>0.0</c:v>
                </c:pt>
                <c:pt idx="89">
                  <c:v>0.0</c:v>
                </c:pt>
                <c:pt idx="90">
                  <c:v>0.0</c:v>
                </c:pt>
                <c:pt idx="91">
                  <c:v>0.0</c:v>
                </c:pt>
                <c:pt idx="92">
                  <c:v>0.0</c:v>
                </c:pt>
                <c:pt idx="93">
                  <c:v>0.0</c:v>
                </c:pt>
                <c:pt idx="94">
                  <c:v>0.0</c:v>
                </c:pt>
                <c:pt idx="95">
                  <c:v>0.0</c:v>
                </c:pt>
                <c:pt idx="96">
                  <c:v>0.0</c:v>
                </c:pt>
                <c:pt idx="97">
                  <c:v>0.0</c:v>
                </c:pt>
                <c:pt idx="98">
                  <c:v>0.0</c:v>
                </c:pt>
                <c:pt idx="99">
                  <c:v>0.0</c:v>
                </c:pt>
                <c:pt idx="100">
                  <c:v>0.0</c:v>
                </c:pt>
                <c:pt idx="101">
                  <c:v>0.0</c:v>
                </c:pt>
                <c:pt idx="102">
                  <c:v>0.0</c:v>
                </c:pt>
                <c:pt idx="103">
                  <c:v>0.0</c:v>
                </c:pt>
                <c:pt idx="104">
                  <c:v>0.0</c:v>
                </c:pt>
                <c:pt idx="105">
                  <c:v>0.0</c:v>
                </c:pt>
                <c:pt idx="106">
                  <c:v>0.0</c:v>
                </c:pt>
                <c:pt idx="107">
                  <c:v>0.0</c:v>
                </c:pt>
                <c:pt idx="108">
                  <c:v>0.0</c:v>
                </c:pt>
                <c:pt idx="109">
                  <c:v>0.0</c:v>
                </c:pt>
              </c:numCache>
            </c:numRef>
          </c:xVal>
          <c:yVal>
            <c:numRef>
              <c:f>Sheet1!$B$338:$B$447</c:f>
              <c:numCache>
                <c:formatCode>General</c:formatCode>
                <c:ptCount val="110"/>
                <c:pt idx="0">
                  <c:v>1785.03</c:v>
                </c:pt>
                <c:pt idx="1">
                  <c:v>6731.97</c:v>
                </c:pt>
                <c:pt idx="2">
                  <c:v>6731.97</c:v>
                </c:pt>
                <c:pt idx="3">
                  <c:v>6731.97</c:v>
                </c:pt>
                <c:pt idx="4">
                  <c:v>6731.97</c:v>
                </c:pt>
                <c:pt idx="5">
                  <c:v>6731.97</c:v>
                </c:pt>
                <c:pt idx="6">
                  <c:v>6731.97</c:v>
                </c:pt>
                <c:pt idx="7">
                  <c:v>6731.97</c:v>
                </c:pt>
                <c:pt idx="8">
                  <c:v>6731.97</c:v>
                </c:pt>
                <c:pt idx="9">
                  <c:v>6731.97</c:v>
                </c:pt>
                <c:pt idx="10">
                  <c:v>6731.97</c:v>
                </c:pt>
                <c:pt idx="11">
                  <c:v>6731.97</c:v>
                </c:pt>
                <c:pt idx="12">
                  <c:v>6731.97</c:v>
                </c:pt>
                <c:pt idx="13">
                  <c:v>6731.97</c:v>
                </c:pt>
                <c:pt idx="14">
                  <c:v>6731.97</c:v>
                </c:pt>
                <c:pt idx="15">
                  <c:v>6731.97</c:v>
                </c:pt>
                <c:pt idx="16">
                  <c:v>6731.97</c:v>
                </c:pt>
                <c:pt idx="17">
                  <c:v>6731.97</c:v>
                </c:pt>
                <c:pt idx="18">
                  <c:v>6731.97</c:v>
                </c:pt>
                <c:pt idx="19">
                  <c:v>6731.97</c:v>
                </c:pt>
                <c:pt idx="20">
                  <c:v>6731.97</c:v>
                </c:pt>
                <c:pt idx="21">
                  <c:v>6731.97</c:v>
                </c:pt>
                <c:pt idx="22">
                  <c:v>6731.97</c:v>
                </c:pt>
                <c:pt idx="23">
                  <c:v>6731.97</c:v>
                </c:pt>
                <c:pt idx="24">
                  <c:v>6731.97</c:v>
                </c:pt>
                <c:pt idx="25">
                  <c:v>6731.97</c:v>
                </c:pt>
                <c:pt idx="26">
                  <c:v>6731.97</c:v>
                </c:pt>
                <c:pt idx="27">
                  <c:v>6731.97</c:v>
                </c:pt>
                <c:pt idx="28">
                  <c:v>6731.97</c:v>
                </c:pt>
                <c:pt idx="29">
                  <c:v>6731.97</c:v>
                </c:pt>
                <c:pt idx="30">
                  <c:v>6731.97</c:v>
                </c:pt>
                <c:pt idx="31">
                  <c:v>6731.97</c:v>
                </c:pt>
                <c:pt idx="32">
                  <c:v>6731.97</c:v>
                </c:pt>
                <c:pt idx="33">
                  <c:v>6731.97</c:v>
                </c:pt>
                <c:pt idx="34">
                  <c:v>6731.97</c:v>
                </c:pt>
                <c:pt idx="35">
                  <c:v>6731.97</c:v>
                </c:pt>
                <c:pt idx="36">
                  <c:v>6731.97</c:v>
                </c:pt>
                <c:pt idx="37">
                  <c:v>6731.97</c:v>
                </c:pt>
                <c:pt idx="38">
                  <c:v>6731.97</c:v>
                </c:pt>
                <c:pt idx="39">
                  <c:v>6731.97</c:v>
                </c:pt>
                <c:pt idx="40">
                  <c:v>6731.97</c:v>
                </c:pt>
                <c:pt idx="41">
                  <c:v>6731.97</c:v>
                </c:pt>
                <c:pt idx="42">
                  <c:v>6731.97</c:v>
                </c:pt>
                <c:pt idx="43">
                  <c:v>6731.97</c:v>
                </c:pt>
                <c:pt idx="44">
                  <c:v>6731.97</c:v>
                </c:pt>
                <c:pt idx="45">
                  <c:v>6731.97</c:v>
                </c:pt>
                <c:pt idx="46">
                  <c:v>6731.97</c:v>
                </c:pt>
                <c:pt idx="47">
                  <c:v>6731.97</c:v>
                </c:pt>
                <c:pt idx="48">
                  <c:v>6731.97</c:v>
                </c:pt>
                <c:pt idx="49">
                  <c:v>6731.97</c:v>
                </c:pt>
                <c:pt idx="50">
                  <c:v>6731.97</c:v>
                </c:pt>
                <c:pt idx="51">
                  <c:v>6731.97</c:v>
                </c:pt>
                <c:pt idx="52">
                  <c:v>6731.97</c:v>
                </c:pt>
                <c:pt idx="53">
                  <c:v>6731.97</c:v>
                </c:pt>
                <c:pt idx="54">
                  <c:v>6731.97</c:v>
                </c:pt>
                <c:pt idx="55">
                  <c:v>6731.97</c:v>
                </c:pt>
                <c:pt idx="56">
                  <c:v>6731.97</c:v>
                </c:pt>
                <c:pt idx="57">
                  <c:v>6731.97</c:v>
                </c:pt>
                <c:pt idx="58">
                  <c:v>6731.97</c:v>
                </c:pt>
                <c:pt idx="59">
                  <c:v>6731.97</c:v>
                </c:pt>
                <c:pt idx="60">
                  <c:v>6731.97</c:v>
                </c:pt>
                <c:pt idx="61">
                  <c:v>6731.97</c:v>
                </c:pt>
                <c:pt idx="62">
                  <c:v>6731.97</c:v>
                </c:pt>
                <c:pt idx="63">
                  <c:v>6731.97</c:v>
                </c:pt>
                <c:pt idx="64">
                  <c:v>6731.97</c:v>
                </c:pt>
                <c:pt idx="65">
                  <c:v>6731.97</c:v>
                </c:pt>
                <c:pt idx="66">
                  <c:v>6731.97</c:v>
                </c:pt>
                <c:pt idx="67">
                  <c:v>6731.97</c:v>
                </c:pt>
                <c:pt idx="68">
                  <c:v>6731.97</c:v>
                </c:pt>
                <c:pt idx="69">
                  <c:v>6731.97</c:v>
                </c:pt>
                <c:pt idx="70">
                  <c:v>6731.97</c:v>
                </c:pt>
                <c:pt idx="71">
                  <c:v>6731.97</c:v>
                </c:pt>
                <c:pt idx="72">
                  <c:v>6731.97</c:v>
                </c:pt>
                <c:pt idx="73">
                  <c:v>6731.97</c:v>
                </c:pt>
                <c:pt idx="74">
                  <c:v>6731.97</c:v>
                </c:pt>
                <c:pt idx="75">
                  <c:v>6731.97</c:v>
                </c:pt>
                <c:pt idx="76">
                  <c:v>6731.97</c:v>
                </c:pt>
                <c:pt idx="77">
                  <c:v>6731.97</c:v>
                </c:pt>
                <c:pt idx="78">
                  <c:v>6731.97</c:v>
                </c:pt>
                <c:pt idx="79">
                  <c:v>6731.97</c:v>
                </c:pt>
                <c:pt idx="80">
                  <c:v>6731.97</c:v>
                </c:pt>
                <c:pt idx="81">
                  <c:v>6731.97</c:v>
                </c:pt>
                <c:pt idx="82">
                  <c:v>6731.97</c:v>
                </c:pt>
                <c:pt idx="83">
                  <c:v>6731.97</c:v>
                </c:pt>
                <c:pt idx="84">
                  <c:v>6731.97</c:v>
                </c:pt>
                <c:pt idx="85">
                  <c:v>6731.97</c:v>
                </c:pt>
                <c:pt idx="86">
                  <c:v>6731.97</c:v>
                </c:pt>
                <c:pt idx="87">
                  <c:v>6731.97</c:v>
                </c:pt>
                <c:pt idx="88">
                  <c:v>6731.97</c:v>
                </c:pt>
                <c:pt idx="89">
                  <c:v>6731.97</c:v>
                </c:pt>
                <c:pt idx="90">
                  <c:v>6731.97</c:v>
                </c:pt>
                <c:pt idx="91">
                  <c:v>6731.97</c:v>
                </c:pt>
                <c:pt idx="92">
                  <c:v>6731.97</c:v>
                </c:pt>
                <c:pt idx="93">
                  <c:v>6731.97</c:v>
                </c:pt>
                <c:pt idx="94">
                  <c:v>6731.97</c:v>
                </c:pt>
                <c:pt idx="95">
                  <c:v>6731.97</c:v>
                </c:pt>
                <c:pt idx="96">
                  <c:v>6731.97</c:v>
                </c:pt>
                <c:pt idx="97">
                  <c:v>6731.97</c:v>
                </c:pt>
                <c:pt idx="98">
                  <c:v>6731.97</c:v>
                </c:pt>
                <c:pt idx="99">
                  <c:v>6731.97</c:v>
                </c:pt>
                <c:pt idx="100">
                  <c:v>6731.97</c:v>
                </c:pt>
                <c:pt idx="101">
                  <c:v>6731.97</c:v>
                </c:pt>
                <c:pt idx="102">
                  <c:v>6731.97</c:v>
                </c:pt>
                <c:pt idx="103">
                  <c:v>6731.97</c:v>
                </c:pt>
                <c:pt idx="104">
                  <c:v>6731.97</c:v>
                </c:pt>
                <c:pt idx="105">
                  <c:v>6731.97</c:v>
                </c:pt>
                <c:pt idx="106">
                  <c:v>6731.97</c:v>
                </c:pt>
                <c:pt idx="107">
                  <c:v>6731.97</c:v>
                </c:pt>
                <c:pt idx="108">
                  <c:v>6731.97</c:v>
                </c:pt>
                <c:pt idx="109">
                  <c:v>6731.97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2500.0"/>
          <c:min val="-500.0"/>
        </c:scaling>
        <c:delete val="0"/>
        <c:axPos val="b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Δ (psi)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  <c:majorUnit val="500.0"/>
      </c:valAx>
      <c:valAx>
        <c:axId val="-2129643912"/>
        <c:scaling>
          <c:orientation val="maxMin"/>
          <c:max val="7000.0"/>
          <c:min val="1500.0"/>
        </c:scaling>
        <c:delete val="0"/>
        <c:axPos val="l"/>
        <c:majorGridlines>
          <c:spPr>
            <a:ln w="6350">
              <a:solidFill>
                <a:srgbClr val="DDE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B76"/>
                    </a:solidFill>
                    <a:latin typeface="Calibri"/>
                  </a:rPr>
                  <a:t>MD (m)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DDE3E8"/>
            </a:solidFill>
          </a:ln>
        </c:spPr>
        <c:txPr>
          <a:bodyPr/>
          <a:lstStyle/>
          <a:p>
            <a:pPr>
              <a:defRPr sz="1000">
                <a:solidFill>
                  <a:srgbClr val="5B6B76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  <c:majorUnit val="500.0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5B6B76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Correspondência gerada a partir de architecture no loadcases.yaml (src/architecture.py). Verificação nos dados: a 2.500 m, 22" WellCat = 6.721 psi; Anular B PySafe = 6.750 psi; Anular A = 10.774 psi.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WellCat abaixo do PySafe em toda a faixa comparada (Δ -56,5 a -2,3 °C). WellCat medido: 1.785–3.425 m (100% do trecho PySafe 1.785–3.425 m). Lacunas internas do WellCat preenchidas por interpolação linear entre pontos medidos; trechos fora da faixa medida (linha pontilhada) estimados conforme temp_fill no loadcases.yaml. Δ médio só no trecho medido: -8,8 °C.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Sinal do Δ alterna ao longo do poço (Δ -20,0 a +20,7 °C). WellCat medido: 1.785–2.494 m (16% do trecho PySafe 1.785–6.150 m). Lacunas internas do WellCat preenchidas por interpolação linear entre pontos medidos; trechos fora da faixa medida (linha pontilhada) estimados conforme temp_fill no loadcases.yaml. Δ médio só no trecho medido: +16,8 °C.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WellCat acima do PySafe em toda a faixa comparada (Δ +0,1 a +3,3 °C). WellCat medido: 6.079–6.732 m (96% do trecho PySafe 6.050–6.732 m). Lacunas internas do WellCat preenchidas por interpolação linear entre pontos medidos; trechos fora da faixa medida (linha pontilhada) estimados conforme temp_fill no loadcases.yaml. Δ médio só no trecho medido: +0,6 °C.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WellCat acima do PySafe em toda a faixa comparada (Δ +0,0 a +21,5 °C). WellCat medido: 1.785–2.359 m (13% do trecho PySafe 1.785–6.317 m). Lacunas internas do WellCat preenchidas por interpolação linear entre pontos medidos; trechos fora da faixa medida (linha pontilhada) estimados conforme temp_fill no loadcases.yaml. Δ médio só no trecho medido: +19,3 °C.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Sinal do Δ alterna ao longo do poço (Δ -72 a +23 psi). WellCat medido: 1.785–3.425 m (100% do trecho PySafe 1.785–3.425 m). Δ calculado nas profundidades do WellCat, com PySafe interpolado linearmente.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WellCat acima do PySafe em toda a faixa comparada (Δ +211 a +2.117 psi). WellCat medido: 1.785–6.150 m (100% do trecho PySafe 1.785–6.050 m). Δ calculado nas profundidades do WellCat, com PySafe interpolado linearmente.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Sinal do Δ alterna ao longo do poço (Δ -30 a +2.228 psi). WellCat medido: 6.050–6.732 m (100% do trecho PySafe 6.050–6.732 m). Δ calculado nas profundidades do WellCat, com PySafe interpolado linearmente.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Relationship Id="rId4" Type="http://schemas.openxmlformats.org/officeDocument/2006/relationships/chart" Target="../charts/chart9.xml"/><Relationship Id="rId5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Relationship Id="rId4" Type="http://schemas.openxmlformats.org/officeDocument/2006/relationships/chart" Target="../charts/chart15.xml"/><Relationship Id="rId5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Relationship Id="rId3" Type="http://schemas.openxmlformats.org/officeDocument/2006/relationships/chart" Target="../charts/chart1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Relationship Id="rId3" Type="http://schemas.openxmlformats.org/officeDocument/2006/relationships/chart" Target="../charts/chart20.xml"/><Relationship Id="rId4" Type="http://schemas.openxmlformats.org/officeDocument/2006/relationships/chart" Target="../charts/chart21.xml"/><Relationship Id="rId5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Relationship Id="rId3" Type="http://schemas.openxmlformats.org/officeDocument/2006/relationships/chart" Target="../charts/chart23.xml"/><Relationship Id="rId4" Type="http://schemas.openxmlformats.org/officeDocument/2006/relationships/chart" Target="../charts/chart24.xml"/><Relationship Id="rId5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5.xml"/><Relationship Id="rId3" Type="http://schemas.openxmlformats.org/officeDocument/2006/relationships/chart" Target="../charts/chart26.xml"/><Relationship Id="rId4" Type="http://schemas.openxmlformats.org/officeDocument/2006/relationships/chart" Target="../charts/chart27.xml"/><Relationship Id="rId5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9D3DE"/>
                </a:solidFill>
                <a:latin typeface="Calibri"/>
              </a:rPr>
              <a:t>PROJETO DE REVESTIMENTO · VERIFICAÇÃO CRUZADA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SCORE-PySafe × WellCat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Temperatura e pressão por revestimento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B9D3DE"/>
                </a:solidFill>
                <a:latin typeface="Calibri"/>
              </a:rPr>
              <a:t>Poço Orion Firme 01</a:t>
            </a:r>
          </a:p>
          <a:p>
            <a:pPr algn="l"/>
            <a:r>
              <a:rPr sz="1800" b="0" i="0">
                <a:solidFill>
                  <a:srgbClr val="B9D3DE"/>
                </a:solidFill>
                <a:latin typeface="Calibri"/>
              </a:rPr>
              <a:t>Carregamento: Produção Surgente – Pico Óleo (Tortuga)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9D3DE"/>
                </a:solidFill>
                <a:latin typeface="Calibri"/>
              </a:rPr>
              <a:t>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"/>
          <p:cNvSpPr txBox="1"/>
          <p:nvPr/>
        </p:nvSpPr>
        <p:spPr>
          <a:xfrm>
            <a:off x="457200" y="647395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B76"/>
                </a:solidFill>
                <a:latin typeface="Calibri"/>
              </a:rPr>
              <a:t>Orion Firme 01 · Prod. Surg. Pico Óleo · Fontes: SCORE-PySafe, WellCat</a:t>
            </a:r>
          </a:p>
        </p:txBody>
      </p:sp>
      <p:sp>
        <p:nvSpPr>
          <p:cNvPr id="3" name="SlideNumber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B76"/>
                </a:solidFill>
                <a:latin typeface="Calibri"/>
              </a:rPr>
              <a:t>2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B36"/>
                </a:solidFill>
                <a:latin typeface="Cambria"/>
              </a:rPr>
              <a:t>Resumo da comparação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B76"/>
                </a:solidFill>
                <a:latin typeface="Calibri"/>
              </a:rPr>
              <a:t>Produção Surgente – Pico Óleo (Tortuga)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280160"/>
                <a:gridCol w="1371600"/>
                <a:gridCol w="868680"/>
                <a:gridCol w="960120"/>
                <a:gridCol w="160020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Grandeza</a:t>
                      </a:r>
                    </a:p>
                  </a:txBody>
                  <a:tcPr marL="73152" marR="73152" anchor="ctr">
                    <a:solidFill>
                      <a:srgbClr val="0E24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Revestimento</a:t>
                      </a:r>
                    </a:p>
                  </a:txBody>
                  <a:tcPr marL="73152" marR="73152" anchor="ctr">
                    <a:solidFill>
                      <a:srgbClr val="0E24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Faixa (m)</a:t>
                      </a:r>
                    </a:p>
                  </a:txBody>
                  <a:tcPr marL="73152" marR="73152" anchor="ctr">
                    <a:solidFill>
                      <a:srgbClr val="0E24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% medido</a:t>
                      </a:r>
                    </a:p>
                  </a:txBody>
                  <a:tcPr marL="73152" marR="73152" anchor="ctr">
                    <a:solidFill>
                      <a:srgbClr val="0E24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Δ médio</a:t>
                      </a:r>
                    </a:p>
                  </a:txBody>
                  <a:tcPr marL="73152" marR="73152" anchor="ctr">
                    <a:solidFill>
                      <a:srgbClr val="0E24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Δ máx (MD)</a:t>
                      </a:r>
                    </a:p>
                  </a:txBody>
                  <a:tcPr marL="73152" marR="73152" anchor="ctr">
                    <a:solidFill>
                      <a:srgbClr val="0E24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73152" marR="73152" anchor="ctr">
                    <a:solidFill>
                      <a:srgbClr val="0E24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Temperatura</a:t>
                      </a:r>
                    </a:p>
                  </a:txBody>
                  <a:tcPr marL="73152" marR="73152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22"</a:t>
                      </a:r>
                    </a:p>
                  </a:txBody>
                  <a:tcPr marL="73152" marR="73152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1.785–3.425</a:t>
                      </a:r>
                    </a:p>
                  </a:txBody>
                  <a:tcPr marL="73152" marR="73152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-8,8 °C</a:t>
                      </a:r>
                    </a:p>
                  </a:txBody>
                  <a:tcPr marL="73152" marR="73152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-56,5 °C (1.785)</a:t>
                      </a:r>
                    </a:p>
                  </a:txBody>
                  <a:tcPr marL="73152" marR="73152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WellCat abaixo do PySafe em toda a faixa comparada</a:t>
                      </a:r>
                    </a:p>
                  </a:txBody>
                  <a:tcPr marL="73152" marR="73152" anchor="ctr">
                    <a:solidFill>
                      <a:srgbClr val="F1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Temperatura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14"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1.785–6.150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16%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+11,3 °C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+20,7 °C (2.494)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Sinal do Δ alterna ao longo do poço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Temperatura</a:t>
                      </a:r>
                    </a:p>
                  </a:txBody>
                  <a:tcPr marL="73152" marR="73152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Liner 10 3/4"</a:t>
                      </a:r>
                    </a:p>
                  </a:txBody>
                  <a:tcPr marL="73152" marR="73152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6.050–6.732</a:t>
                      </a:r>
                    </a:p>
                  </a:txBody>
                  <a:tcPr marL="73152" marR="73152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96%</a:t>
                      </a:r>
                    </a:p>
                  </a:txBody>
                  <a:tcPr marL="73152" marR="73152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+0,6 °C</a:t>
                      </a:r>
                    </a:p>
                  </a:txBody>
                  <a:tcPr marL="73152" marR="73152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+3,3 °C (6.732)</a:t>
                      </a:r>
                    </a:p>
                  </a:txBody>
                  <a:tcPr marL="73152" marR="73152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WellCat acima do PySafe em toda a faixa comparada</a:t>
                      </a:r>
                    </a:p>
                  </a:txBody>
                  <a:tcPr marL="73152" marR="73152" anchor="ctr">
                    <a:solidFill>
                      <a:srgbClr val="F1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Temperatura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COP/COI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1.785–6.317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13%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+10,7 °C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+21,5 °C (2.332)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WellCat acima do PySafe em toda a faixa comparada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Pressão</a:t>
                      </a:r>
                    </a:p>
                  </a:txBody>
                  <a:tcPr marL="73152" marR="73152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22"</a:t>
                      </a:r>
                    </a:p>
                  </a:txBody>
                  <a:tcPr marL="73152" marR="73152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1.785–3.425</a:t>
                      </a:r>
                    </a:p>
                  </a:txBody>
                  <a:tcPr marL="73152" marR="73152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-24 psi</a:t>
                      </a:r>
                    </a:p>
                  </a:txBody>
                  <a:tcPr marL="73152" marR="73152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-72 psi (1.785)</a:t>
                      </a:r>
                    </a:p>
                  </a:txBody>
                  <a:tcPr marL="73152" marR="73152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Sinal do Δ alterna ao longo do poço</a:t>
                      </a:r>
                    </a:p>
                  </a:txBody>
                  <a:tcPr marL="73152" marR="73152" anchor="ctr">
                    <a:solidFill>
                      <a:srgbClr val="F1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Pressão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14"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1.785–6.030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+1.170 psi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+2.117 psi (6.030)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WellCat acima do PySafe em toda a faixa comparada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Pressão</a:t>
                      </a:r>
                    </a:p>
                  </a:txBody>
                  <a:tcPr marL="73152" marR="73152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Liner 10 3/4"</a:t>
                      </a:r>
                    </a:p>
                  </a:txBody>
                  <a:tcPr marL="73152" marR="73152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6.050–6.732</a:t>
                      </a:r>
                    </a:p>
                  </a:txBody>
                  <a:tcPr marL="73152" marR="73152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+851 psi</a:t>
                      </a:r>
                    </a:p>
                  </a:txBody>
                  <a:tcPr marL="73152" marR="73152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+2.228 psi (6.267)</a:t>
                      </a:r>
                    </a:p>
                  </a:txBody>
                  <a:tcPr marL="73152" marR="73152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Sinal do Δ alterna ao longo do poço</a:t>
                      </a:r>
                    </a:p>
                  </a:txBody>
                  <a:tcPr marL="73152" marR="73152" anchor="ctr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6177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2433"/>
                </a:solidFill>
                <a:latin typeface="Calibri"/>
              </a:rPr>
              <a:t>Leitura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65192"/>
            <a:ext cx="11247120" cy="1435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2B36"/>
                </a:solidFill>
                <a:latin typeface="Calibri"/>
              </a:rPr>
              <a:t>1. Liner 10 3/4" converge entre os softwares (ΔT entre +0,1 e +3,3 °C). Nos trechos rasos o WellCat mostra gradiente radial maior: a 1.785 m, COP/COI 90 °C, 14" 68 °C e 22" 30 °C, contra 86–89 °C em todas as colunas no PySafe.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2B36"/>
                </a:solidFill>
                <a:latin typeface="Calibri"/>
              </a:rPr>
              <a:t>2. WellCat térmico do 14" e da COP/COI só tem dado até ~2.400 m (16% e 13% do trecho). Abaixo disso a curva foi estimada até o liner (~113 °C): ΔT médio no trecho completo de +11,3 °C (14") e +10,7 °C (COP/COI), contra +16,8 e +19,3 °C só no trecho medido.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2B36"/>
                </a:solidFill>
                <a:latin typeface="Calibri"/>
              </a:rPr>
              <a:t>3. Pressão comparada por espaço físico (PySafe nomeia anulares, WellCat nomeia revestimentos): 22" × Anular B alinhados (Δ médio −24 psi). No 14" e no liner acima do packer, mesmo comparando o mesmo Anular A, o WellCat fica até ~2.100–2.230 psi acima, com gradiente equivalente de 2,24 psi/m contra 1,79 psi/m no PySafe.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"/>
          <p:cNvSpPr txBox="1"/>
          <p:nvPr/>
        </p:nvSpPr>
        <p:spPr>
          <a:xfrm>
            <a:off x="457200" y="647395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B76"/>
                </a:solidFill>
                <a:latin typeface="Calibri"/>
              </a:rPr>
              <a:t>Orion Firme 01 · Prod. Surg. Pico Óleo · Fontes: SCORE-PySafe, WellCat</a:t>
            </a:r>
          </a:p>
        </p:txBody>
      </p:sp>
      <p:sp>
        <p:nvSpPr>
          <p:cNvPr id="3" name="SlideNumber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B76"/>
                </a:solidFill>
                <a:latin typeface="Calibri"/>
              </a:rPr>
              <a:t>3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B36"/>
                </a:solidFill>
                <a:latin typeface="Cambria"/>
              </a:rPr>
              <a:t>Escopo, cobertura de dados e premissas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B76"/>
                </a:solidFill>
                <a:latin typeface="Calibri"/>
              </a:rPr>
              <a:t>Produção Surgente – Pico Óleo (Tortuga)</a:t>
            </a:r>
          </a:p>
        </p:txBody>
      </p:sp>
      <p:graphicFrame>
        <p:nvGraphicFramePr>
          <p:cNvPr id="6" name="Chart Coverage"/>
          <p:cNvGraphicFramePr>
            <a:graphicFrameLocks noGrp="1"/>
          </p:cNvGraphicFramePr>
          <p:nvPr/>
        </p:nvGraphicFramePr>
        <p:xfrm>
          <a:off x="457200" y="1325880"/>
          <a:ext cx="5852160" cy="4983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29400" y="1371600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2433"/>
                </a:solidFill>
                <a:latin typeface="Calibri"/>
              </a:rPr>
              <a:t>Comparação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673352"/>
            <a:ext cx="5074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B36"/>
                </a:solidFill>
                <a:latin typeface="Calibri"/>
              </a:rPr>
              <a:t>WellCat × SCORE-PySafe, revestimento a revestimento (22", 14", liner 10 3/4" e COP/COI). Condutor de 36" fora do escopo.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313432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2433"/>
                </a:solidFill>
                <a:latin typeface="Calibri"/>
              </a:rPr>
              <a:t>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615184"/>
            <a:ext cx="5074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B36"/>
                </a:solidFill>
                <a:latin typeface="Calibri"/>
              </a:rPr>
              <a:t>Δ = WellCat − PySafe; média ponderada pela profundidade. Temperatura: no grid completo de cada revestimento. Pressão: nos pontos do WellCat, com PySafe interpolado linearmente.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474720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2433"/>
                </a:solidFill>
                <a:latin typeface="Calibri"/>
              </a:rPr>
              <a:t>Pressão interna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776472"/>
            <a:ext cx="5074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B36"/>
                </a:solidFill>
                <a:latin typeface="Calibri"/>
              </a:rPr>
              <a:t>22" ↔ Anular B (1.785–3.425 m); 14" ↔ Anular A (1.785–6.050 m); 10 3/4" ↔ Anular A (6.050–6.317 m) + Fluido (6.317–6.732 m).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416552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2433"/>
                </a:solidFill>
                <a:latin typeface="Calibri"/>
              </a:rPr>
              <a:t>Preenchimento térmico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718304"/>
            <a:ext cx="5074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B36"/>
                </a:solidFill>
                <a:latin typeface="Calibri"/>
              </a:rPr>
              <a:t>Lacunas do WellCat: interpolação linear entre pontos medidos. Fora da faixa medida: 14" e COP/COI por reta até o 1º ponto do liner 10 3/4" e, abaixo dele, seguindo o liner; demais por reta curta (≤ 300 m).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5797296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2433"/>
                </a:solidFill>
                <a:latin typeface="Calibri"/>
              </a:rPr>
              <a:t>Unidades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6099048"/>
            <a:ext cx="5074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B36"/>
                </a:solidFill>
                <a:latin typeface="Calibri"/>
              </a:rPr>
              <a:t>Temperatura em °C, pressão em psi, profundidade em MD (m).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"/>
          <p:cNvSpPr txBox="1"/>
          <p:nvPr/>
        </p:nvSpPr>
        <p:spPr>
          <a:xfrm>
            <a:off x="457200" y="647395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B76"/>
                </a:solidFill>
                <a:latin typeface="Calibri"/>
              </a:rPr>
              <a:t>Orion Firme 01 · Prod. Surg. Pico Óleo · Fontes: SCORE-PySafe, WellCat</a:t>
            </a:r>
          </a:p>
        </p:txBody>
      </p:sp>
      <p:sp>
        <p:nvSpPr>
          <p:cNvPr id="3" name="SlideNumber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B76"/>
                </a:solidFill>
                <a:latin typeface="Calibri"/>
              </a:rPr>
              <a:t>4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B36"/>
                </a:solidFill>
                <a:latin typeface="Cambria"/>
              </a:rPr>
              <a:t>PySafe nomeia espaços, WellCat nomeia revestimentos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B76"/>
                </a:solidFill>
                <a:latin typeface="Calibri"/>
              </a:rPr>
              <a:t>Pressão interna de cada revestimento = curva do espaço imediatamente dentro dele, trecho a trecho</a:t>
            </a:r>
          </a:p>
        </p:txBody>
      </p:sp>
      <p:sp>
        <p:nvSpPr>
          <p:cNvPr id="6" name="Formação"/>
          <p:cNvSpPr/>
          <p:nvPr/>
        </p:nvSpPr>
        <p:spPr>
          <a:xfrm>
            <a:off x="2103120" y="1463040"/>
            <a:ext cx="2441448" cy="4709160"/>
          </a:xfrm>
          <a:prstGeom prst="rect">
            <a:avLst/>
          </a:prstGeom>
          <a:solidFill>
            <a:srgbClr val="E8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03120" y="1463040"/>
            <a:ext cx="502920" cy="1561152"/>
          </a:xfrm>
          <a:prstGeom prst="rect">
            <a:avLst/>
          </a:prstGeom>
          <a:solidFill>
            <a:srgbClr val="F2C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1463040"/>
            <a:ext cx="502920" cy="1561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2B36"/>
                </a:solidFill>
                <a:latin typeface="Calibri"/>
              </a:rPr>
              <a:t>Fluido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463040"/>
            <a:ext cx="868680" cy="1561152"/>
          </a:xfrm>
          <a:prstGeom prst="rect">
            <a:avLst/>
          </a:prstGeom>
          <a:solidFill>
            <a:srgbClr val="D9D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463040"/>
            <a:ext cx="868680" cy="1561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2B36"/>
                </a:solidFill>
                <a:latin typeface="Calibri"/>
              </a:rP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463040"/>
            <a:ext cx="411480" cy="1561152"/>
          </a:xfrm>
          <a:prstGeom prst="rect">
            <a:avLst/>
          </a:prstGeom>
          <a:solidFill>
            <a:srgbClr val="C6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463040"/>
            <a:ext cx="411480" cy="1561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2B36"/>
                </a:solidFill>
                <a:latin typeface="Calibri"/>
              </a:rPr>
              <a:t>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1463040"/>
            <a:ext cx="292608" cy="1561152"/>
          </a:xfrm>
          <a:prstGeom prst="rect">
            <a:avLst/>
          </a:prstGeom>
          <a:solidFill>
            <a:srgbClr val="B8B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03120" y="3024192"/>
            <a:ext cx="502920" cy="1689662"/>
          </a:xfrm>
          <a:prstGeom prst="rect">
            <a:avLst/>
          </a:prstGeom>
          <a:solidFill>
            <a:srgbClr val="F2C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3024192"/>
            <a:ext cx="502920" cy="16896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2B36"/>
                </a:solidFill>
                <a:latin typeface="Calibri"/>
              </a:rPr>
              <a:t>Fluido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3024192"/>
            <a:ext cx="868680" cy="1689662"/>
          </a:xfrm>
          <a:prstGeom prst="rect">
            <a:avLst/>
          </a:prstGeom>
          <a:solidFill>
            <a:srgbClr val="D9D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1760" y="3024192"/>
            <a:ext cx="868680" cy="16896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2B36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3024192"/>
            <a:ext cx="292608" cy="1689662"/>
          </a:xfrm>
          <a:prstGeom prst="rect">
            <a:avLst/>
          </a:prstGeom>
          <a:solidFill>
            <a:srgbClr val="C6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3024192"/>
            <a:ext cx="292608" cy="16896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2B36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03120" y="4713854"/>
            <a:ext cx="502920" cy="809134"/>
          </a:xfrm>
          <a:prstGeom prst="rect">
            <a:avLst/>
          </a:prstGeom>
          <a:solidFill>
            <a:srgbClr val="F2C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03120" y="4713854"/>
            <a:ext cx="502920" cy="809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2B36"/>
                </a:solidFill>
                <a:latin typeface="Calibri"/>
              </a:rPr>
              <a:t>Fluido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4713854"/>
            <a:ext cx="868680" cy="809134"/>
          </a:xfrm>
          <a:prstGeom prst="rect">
            <a:avLst/>
          </a:prstGeom>
          <a:solidFill>
            <a:srgbClr val="D9D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51760" y="4713854"/>
            <a:ext cx="868680" cy="809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2B36"/>
                </a:solidFill>
                <a:latin typeface="Calibri"/>
              </a:rPr>
              <a:t>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4713854"/>
            <a:ext cx="292608" cy="809134"/>
          </a:xfrm>
          <a:prstGeom prst="rect">
            <a:avLst/>
          </a:prstGeom>
          <a:solidFill>
            <a:srgbClr val="B8B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03120" y="5522988"/>
            <a:ext cx="502920" cy="95193"/>
          </a:xfrm>
          <a:prstGeom prst="rect">
            <a:avLst/>
          </a:prstGeom>
          <a:solidFill>
            <a:srgbClr val="F2C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51760" y="5522988"/>
            <a:ext cx="411480" cy="95193"/>
          </a:xfrm>
          <a:prstGeom prst="rect">
            <a:avLst/>
          </a:prstGeom>
          <a:solidFill>
            <a:srgbClr val="D9D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08960" y="5522988"/>
            <a:ext cx="411480" cy="95193"/>
          </a:xfrm>
          <a:prstGeom prst="rect">
            <a:avLst/>
          </a:prstGeom>
          <a:solidFill>
            <a:srgbClr val="B8B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66160" y="5522988"/>
            <a:ext cx="292608" cy="95193"/>
          </a:xfrm>
          <a:prstGeom prst="rect">
            <a:avLst/>
          </a:prstGeom>
          <a:solidFill>
            <a:srgbClr val="B8B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03120" y="5618181"/>
            <a:ext cx="502920" cy="158971"/>
          </a:xfrm>
          <a:prstGeom prst="rect">
            <a:avLst/>
          </a:prstGeom>
          <a:solidFill>
            <a:srgbClr val="F2C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51760" y="5618181"/>
            <a:ext cx="411480" cy="158971"/>
          </a:xfrm>
          <a:prstGeom prst="rect">
            <a:avLst/>
          </a:prstGeom>
          <a:solidFill>
            <a:srgbClr val="D9D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08960" y="5618181"/>
            <a:ext cx="292608" cy="158971"/>
          </a:xfrm>
          <a:prstGeom prst="rect">
            <a:avLst/>
          </a:prstGeom>
          <a:solidFill>
            <a:srgbClr val="B8B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103120" y="5777152"/>
            <a:ext cx="960120" cy="395048"/>
          </a:xfrm>
          <a:prstGeom prst="rect">
            <a:avLst/>
          </a:prstGeom>
          <a:solidFill>
            <a:srgbClr val="F2C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03120" y="5777152"/>
            <a:ext cx="960120" cy="395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2B36"/>
                </a:solidFill>
                <a:latin typeface="Calibri"/>
              </a:rPr>
              <a:t>Fluido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08960" y="5777152"/>
            <a:ext cx="292608" cy="395048"/>
          </a:xfrm>
          <a:prstGeom prst="rect">
            <a:avLst/>
          </a:prstGeom>
          <a:solidFill>
            <a:srgbClr val="B8B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P/COI"/>
          <p:cNvSpPr/>
          <p:nvPr/>
        </p:nvSpPr>
        <p:spPr>
          <a:xfrm>
            <a:off x="2606040" y="1463040"/>
            <a:ext cx="45720" cy="4314112"/>
          </a:xfrm>
          <a:prstGeom prst="rect">
            <a:avLst/>
          </a:prstGeom>
          <a:solidFill>
            <a:srgbClr val="1B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arede 10.75"/>
          <p:cNvSpPr/>
          <p:nvPr/>
        </p:nvSpPr>
        <p:spPr>
          <a:xfrm>
            <a:off x="3063240" y="5522988"/>
            <a:ext cx="45720" cy="649212"/>
          </a:xfrm>
          <a:prstGeom prst="rect">
            <a:avLst/>
          </a:prstGeom>
          <a:solidFill>
            <a:srgbClr val="1B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Parede 14"/>
          <p:cNvSpPr/>
          <p:nvPr/>
        </p:nvSpPr>
        <p:spPr>
          <a:xfrm>
            <a:off x="3520440" y="1463040"/>
            <a:ext cx="45720" cy="4155141"/>
          </a:xfrm>
          <a:prstGeom prst="rect">
            <a:avLst/>
          </a:prstGeom>
          <a:solidFill>
            <a:srgbClr val="1B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arede 22"/>
          <p:cNvSpPr/>
          <p:nvPr/>
        </p:nvSpPr>
        <p:spPr>
          <a:xfrm>
            <a:off x="3977640" y="1463040"/>
            <a:ext cx="45720" cy="1561152"/>
          </a:xfrm>
          <a:prstGeom prst="rect">
            <a:avLst/>
          </a:prstGeom>
          <a:solidFill>
            <a:srgbClr val="1B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acker"/>
          <p:cNvSpPr/>
          <p:nvPr/>
        </p:nvSpPr>
        <p:spPr>
          <a:xfrm>
            <a:off x="2606040" y="5740576"/>
            <a:ext cx="457200" cy="73152"/>
          </a:xfrm>
          <a:prstGeom prst="rect">
            <a:avLst/>
          </a:prstGeom>
          <a:solidFill>
            <a:srgbClr val="1B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1371600"/>
            <a:ext cx="15361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1B2B36"/>
                </a:solidFill>
                <a:latin typeface="Calibri"/>
              </a:rPr>
              <a:t>1.785 m </a:t>
            </a:r>
            <a:r>
              <a:rPr sz="1000" b="0" i="0">
                <a:solidFill>
                  <a:srgbClr val="5B6B76"/>
                </a:solidFill>
                <a:latin typeface="Calibri"/>
              </a:rPr>
              <a:t>Cabeça do poço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011680" y="1463040"/>
            <a:ext cx="91440" cy="0"/>
          </a:xfrm>
          <a:prstGeom prst="line">
            <a:avLst/>
          </a:prstGeom>
          <a:ln w="9525">
            <a:solidFill>
              <a:srgbClr val="5B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57200" y="2932752"/>
            <a:ext cx="15361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1B2B36"/>
                </a:solidFill>
                <a:latin typeface="Calibri"/>
              </a:rPr>
              <a:t>3.425 m </a:t>
            </a:r>
            <a:r>
              <a:rPr sz="1000" b="0" i="0">
                <a:solidFill>
                  <a:srgbClr val="5B6B76"/>
                </a:solidFill>
                <a:latin typeface="Calibri"/>
              </a:rPr>
              <a:t>Sapata 22"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011680" y="3024192"/>
            <a:ext cx="91440" cy="0"/>
          </a:xfrm>
          <a:prstGeom prst="line">
            <a:avLst/>
          </a:prstGeom>
          <a:ln w="9525">
            <a:solidFill>
              <a:srgbClr val="5B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57200" y="4622414"/>
            <a:ext cx="15361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1B2B36"/>
                </a:solidFill>
                <a:latin typeface="Calibri"/>
              </a:rPr>
              <a:t>5.200 m </a:t>
            </a:r>
            <a:r>
              <a:rPr sz="1000" b="0" i="0">
                <a:solidFill>
                  <a:srgbClr val="5B6B76"/>
                </a:solidFill>
                <a:latin typeface="Calibri"/>
              </a:rPr>
              <a:t>TOC 14"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011680" y="4713854"/>
            <a:ext cx="91440" cy="0"/>
          </a:xfrm>
          <a:prstGeom prst="line">
            <a:avLst/>
          </a:prstGeom>
          <a:ln w="9525">
            <a:solidFill>
              <a:srgbClr val="5B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57200" y="5431548"/>
            <a:ext cx="15361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1B2B36"/>
                </a:solidFill>
                <a:latin typeface="Calibri"/>
              </a:rPr>
              <a:t>6.050 m </a:t>
            </a:r>
            <a:r>
              <a:rPr sz="1000" b="0" i="0">
                <a:solidFill>
                  <a:srgbClr val="5B6B76"/>
                </a:solidFill>
                <a:latin typeface="Calibri"/>
              </a:rPr>
              <a:t>Topo Liner 10 3/4"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2011680" y="5522988"/>
            <a:ext cx="91440" cy="0"/>
          </a:xfrm>
          <a:prstGeom prst="line">
            <a:avLst/>
          </a:prstGeom>
          <a:ln w="9525">
            <a:solidFill>
              <a:srgbClr val="5B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57200" y="5632716"/>
            <a:ext cx="15361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1B2B36"/>
                </a:solidFill>
                <a:latin typeface="Calibri"/>
              </a:rPr>
              <a:t>6.150 m </a:t>
            </a:r>
            <a:r>
              <a:rPr sz="1000" b="0" i="0">
                <a:solidFill>
                  <a:srgbClr val="5B6B76"/>
                </a:solidFill>
                <a:latin typeface="Calibri"/>
              </a:rPr>
              <a:t>Sapata 14"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2011680" y="5618181"/>
            <a:ext cx="91440" cy="105975"/>
          </a:xfrm>
          <a:prstGeom prst="line">
            <a:avLst/>
          </a:prstGeom>
          <a:ln w="9525">
            <a:solidFill>
              <a:srgbClr val="5B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57200" y="5833884"/>
            <a:ext cx="15361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1B2B36"/>
                </a:solidFill>
                <a:latin typeface="Calibri"/>
              </a:rPr>
              <a:t>6.317 m </a:t>
            </a:r>
            <a:r>
              <a:rPr sz="1000" b="0" i="0">
                <a:solidFill>
                  <a:srgbClr val="5B6B76"/>
                </a:solidFill>
                <a:latin typeface="Calibri"/>
              </a:rPr>
              <a:t>Packer / base COP</a:t>
            </a:r>
          </a:p>
        </p:txBody>
      </p:sp>
      <p:cxnSp>
        <p:nvCxnSpPr>
          <p:cNvPr id="51" name="Connector 50"/>
          <p:cNvCxnSpPr/>
          <p:nvPr/>
        </p:nvCxnSpPr>
        <p:spPr>
          <a:xfrm flipV="1">
            <a:off x="2011680" y="5777152"/>
            <a:ext cx="91440" cy="148172"/>
          </a:xfrm>
          <a:prstGeom prst="line">
            <a:avLst/>
          </a:prstGeom>
          <a:ln w="9525">
            <a:solidFill>
              <a:srgbClr val="5B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57200" y="6080760"/>
            <a:ext cx="15361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1B2B36"/>
                </a:solidFill>
                <a:latin typeface="Calibri"/>
              </a:rPr>
              <a:t>6.732 m </a:t>
            </a:r>
            <a:r>
              <a:rPr sz="1000" b="0" i="0">
                <a:solidFill>
                  <a:srgbClr val="5B6B76"/>
                </a:solidFill>
                <a:latin typeface="Calibri"/>
              </a:rPr>
              <a:t>Sapata Liner 10 3/4"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2011680" y="6172200"/>
            <a:ext cx="91440" cy="0"/>
          </a:xfrm>
          <a:prstGeom prst="line">
            <a:avLst/>
          </a:prstGeom>
          <a:ln w="9525">
            <a:solidFill>
              <a:srgbClr val="5B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457200" y="6263640"/>
            <a:ext cx="128016" cy="128016"/>
          </a:xfrm>
          <a:prstGeom prst="rect">
            <a:avLst/>
          </a:prstGeom>
          <a:solidFill>
            <a:srgbClr val="F2C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1792" y="623620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B76"/>
                </a:solidFill>
                <a:latin typeface="Calibri"/>
              </a:rPr>
              <a:t>Fluido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34440" y="6263640"/>
            <a:ext cx="128016" cy="128016"/>
          </a:xfrm>
          <a:prstGeom prst="rect">
            <a:avLst/>
          </a:prstGeom>
          <a:solidFill>
            <a:srgbClr val="D9D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99032" y="623620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B76"/>
                </a:solidFill>
                <a:latin typeface="Calibri"/>
              </a:rPr>
              <a:t>Anular 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11680" y="6263640"/>
            <a:ext cx="128016" cy="128016"/>
          </a:xfrm>
          <a:prstGeom prst="rect">
            <a:avLst/>
          </a:prstGeom>
          <a:solidFill>
            <a:srgbClr val="C6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76272" y="623620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B76"/>
                </a:solidFill>
                <a:latin typeface="Calibri"/>
              </a:rPr>
              <a:t>Anular B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88920" y="6263640"/>
            <a:ext cx="128016" cy="128016"/>
          </a:xfrm>
          <a:prstGeom prst="rect">
            <a:avLst/>
          </a:prstGeom>
          <a:solidFill>
            <a:srgbClr val="B8B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953512" y="623620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B76"/>
                </a:solidFill>
                <a:latin typeface="Calibri"/>
              </a:rPr>
              <a:t>Cimento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566160" y="6263640"/>
            <a:ext cx="128016" cy="128016"/>
          </a:xfrm>
          <a:prstGeom prst="rect">
            <a:avLst/>
          </a:prstGeom>
          <a:solidFill>
            <a:srgbClr val="E8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30752" y="623620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B76"/>
                </a:solidFill>
                <a:latin typeface="Calibri"/>
              </a:rPr>
              <a:t>Formação</a:t>
            </a:r>
          </a:p>
        </p:txBody>
      </p: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4892040" y="1463040"/>
          <a:ext cx="6812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828800"/>
                <a:gridCol w="278892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Revestimento (WellCat)</a:t>
                      </a:r>
                    </a:p>
                  </a:txBody>
                  <a:tcPr>
                    <a:solidFill>
                      <a:srgbClr val="0E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Trecho MD (m)</a:t>
                      </a:r>
                    </a:p>
                  </a:txBody>
                  <a:tcPr>
                    <a:solidFill>
                      <a:srgbClr val="0E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Pressão interna no PySafe</a:t>
                      </a:r>
                    </a:p>
                  </a:txBody>
                  <a:tcPr>
                    <a:solidFill>
                      <a:srgbClr val="0E24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22"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1.785–3.425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Anular B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14"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1.785–6.050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Anular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Liner 10 3/4"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6.050–6.317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Anular A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Liner 10 3/4"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6.317–6.732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Fluido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5" name="TextBox 64"/>
          <p:cNvSpPr txBox="1"/>
          <p:nvPr/>
        </p:nvSpPr>
        <p:spPr>
          <a:xfrm>
            <a:off x="4892040" y="3474720"/>
            <a:ext cx="6812280" cy="297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B2B36"/>
                </a:solidFill>
                <a:latin typeface="Calibri"/>
              </a:rPr>
              <a:t>1. Anular A: entre a COP/COI e o 1º revestimento presente. De baixo para cima: liner 10 3/4" até o topo do liner e, acima dele, o 14".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B2B36"/>
                </a:solidFill>
                <a:latin typeface="Calibri"/>
              </a:rPr>
              <a:t>2. Anular B: só existe onde não há cimento atrás do revestimento interno. Começa no TOC do 14" (5.200 m), em poço aberto com o fluido de perfuração, e, acima da sapata do 22", passa a ser o interior do 22".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B2B36"/>
                </a:solidFill>
                <a:latin typeface="Calibri"/>
              </a:rPr>
              <a:t>3. Abaixo do packer, o interior do liner é o próprio Fluido de produção.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B2B36"/>
                </a:solidFill>
                <a:latin typeface="Calibri"/>
              </a:rPr>
              <a:t>4. O Anular B também é a pressão externa do 14"; a exportação do WellCat traz só pressão interna, então essa face fica fora da comparação.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31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9D3DE"/>
                </a:solidFill>
                <a:latin typeface="Calibri"/>
              </a:rPr>
              <a:t>PROD. SURG. PICO ÓLEO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Temperatura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033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B9D3DE"/>
                </a:solidFill>
                <a:latin typeface="Calibri"/>
              </a:rPr>
              <a:t>Curvas por revestimento e comparação um-a-um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"/>
          <p:cNvSpPr txBox="1"/>
          <p:nvPr/>
        </p:nvSpPr>
        <p:spPr>
          <a:xfrm>
            <a:off x="457200" y="647395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B76"/>
                </a:solidFill>
                <a:latin typeface="Calibri"/>
              </a:rPr>
              <a:t>Orion Firme 01 · Prod. Surg. Pico Óleo · Fontes: SCORE-PySafe, WellCat</a:t>
            </a:r>
          </a:p>
        </p:txBody>
      </p:sp>
      <p:sp>
        <p:nvSpPr>
          <p:cNvPr id="3" name="SlideNumber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B76"/>
                </a:solidFill>
                <a:latin typeface="Calibri"/>
              </a:rPr>
              <a:t>6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B36"/>
                </a:solidFill>
                <a:latin typeface="Cambria"/>
              </a:rPr>
              <a:t>Temperatura – visão geral dos revestimentos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B76"/>
                </a:solidFill>
                <a:latin typeface="Calibri"/>
              </a:rPr>
              <a:t>Todos os revestimentos com o gradiente geotérmico de referência · Produção Surgente – Pico Óleo (Tortuga)</a:t>
            </a:r>
          </a:p>
        </p:txBody>
      </p:sp>
      <p:graphicFrame>
        <p:nvGraphicFramePr>
          <p:cNvPr id="6" name="Chart PySafe"/>
          <p:cNvGraphicFramePr>
            <a:graphicFrameLocks noGrp="1"/>
          </p:cNvGraphicFramePr>
          <p:nvPr/>
        </p:nvGraphicFramePr>
        <p:xfrm>
          <a:off x="457200" y="1325880"/>
          <a:ext cx="5532120" cy="4983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WellCat"/>
          <p:cNvGraphicFramePr>
            <a:graphicFrameLocks noGrp="1"/>
          </p:cNvGraphicFramePr>
          <p:nvPr/>
        </p:nvGraphicFramePr>
        <p:xfrm>
          <a:off x="6172200" y="1325880"/>
          <a:ext cx="5532120" cy="4983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"/>
          <p:cNvSpPr txBox="1"/>
          <p:nvPr/>
        </p:nvSpPr>
        <p:spPr>
          <a:xfrm>
            <a:off x="457200" y="647395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B76"/>
                </a:solidFill>
                <a:latin typeface="Calibri"/>
              </a:rPr>
              <a:t>Orion Firme 01 · Prod. Surg. Pico Óleo · Fontes: SCORE-PySafe, WellCat</a:t>
            </a:r>
          </a:p>
        </p:txBody>
      </p:sp>
      <p:sp>
        <p:nvSpPr>
          <p:cNvPr id="3" name="SlideNumber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B76"/>
                </a:solidFill>
                <a:latin typeface="Calibri"/>
              </a:rPr>
              <a:t>7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B36"/>
                </a:solidFill>
                <a:latin typeface="Cambria"/>
              </a:rPr>
              <a:t>Temperatura – Revestimento de superfície 22"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B76"/>
                </a:solidFill>
                <a:latin typeface="Calibri"/>
              </a:rPr>
              <a:t>Δ máx (WellCat − PySafe) = -56,5 °C a 1.785 m MD · WellCat medido em todo o trecho</a:t>
            </a:r>
          </a:p>
        </p:txBody>
      </p:sp>
      <p:graphicFrame>
        <p:nvGraphicFramePr>
          <p:cNvPr id="6" name="Chart PySafe"/>
          <p:cNvGraphicFramePr>
            <a:graphicFrameLocks noGrp="1"/>
          </p:cNvGraphicFramePr>
          <p:nvPr/>
        </p:nvGraphicFramePr>
        <p:xfrm>
          <a:off x="457200" y="1325880"/>
          <a:ext cx="365760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WellCat"/>
          <p:cNvGraphicFramePr>
            <a:graphicFrameLocks noGrp="1"/>
          </p:cNvGraphicFramePr>
          <p:nvPr/>
        </p:nvGraphicFramePr>
        <p:xfrm>
          <a:off x="4251960" y="1325880"/>
          <a:ext cx="3657600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hart Overlay"/>
          <p:cNvGraphicFramePr>
            <a:graphicFrameLocks noGrp="1"/>
          </p:cNvGraphicFramePr>
          <p:nvPr/>
        </p:nvGraphicFramePr>
        <p:xfrm>
          <a:off x="8046720" y="1325880"/>
          <a:ext cx="3657600" cy="397763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KPI 1"/>
          <p:cNvSpPr/>
          <p:nvPr/>
        </p:nvSpPr>
        <p:spPr>
          <a:xfrm>
            <a:off x="457200" y="5440680"/>
            <a:ext cx="2679192" cy="896112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5532120"/>
            <a:ext cx="23500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7C8C"/>
                </a:solidFill>
                <a:latin typeface="Calibri"/>
              </a:rPr>
              <a:t>96,5 °C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5971032"/>
            <a:ext cx="23500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6"/>
                </a:solidFill>
                <a:latin typeface="Calibri"/>
              </a:rPr>
              <a:t>Máx. PySafe @ 3.425 m</a:t>
            </a:r>
          </a:p>
        </p:txBody>
      </p:sp>
      <p:sp>
        <p:nvSpPr>
          <p:cNvPr id="12" name="KPI 2"/>
          <p:cNvSpPr/>
          <p:nvPr/>
        </p:nvSpPr>
        <p:spPr>
          <a:xfrm>
            <a:off x="3310128" y="5440680"/>
            <a:ext cx="2679192" cy="896112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5532120"/>
            <a:ext cx="23500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D9822B"/>
                </a:solidFill>
                <a:latin typeface="Calibri"/>
              </a:rPr>
              <a:t>94,2 °C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5971032"/>
            <a:ext cx="23500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6"/>
                </a:solidFill>
                <a:latin typeface="Calibri"/>
              </a:rPr>
              <a:t>Máx. WellCat medido @ 3.424 m</a:t>
            </a:r>
          </a:p>
        </p:txBody>
      </p:sp>
      <p:sp>
        <p:nvSpPr>
          <p:cNvPr id="15" name="KPI 3"/>
          <p:cNvSpPr/>
          <p:nvPr/>
        </p:nvSpPr>
        <p:spPr>
          <a:xfrm>
            <a:off x="6163056" y="5440680"/>
            <a:ext cx="2679192" cy="896112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5532120"/>
            <a:ext cx="23500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B2B36"/>
                </a:solidFill>
                <a:latin typeface="Calibri"/>
              </a:rPr>
              <a:t>-8,8 °C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971032"/>
            <a:ext cx="23500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6"/>
                </a:solidFill>
                <a:latin typeface="Calibri"/>
              </a:rPr>
              <a:t>Δ médio em 164 pontos</a:t>
            </a:r>
          </a:p>
        </p:txBody>
      </p:sp>
      <p:sp>
        <p:nvSpPr>
          <p:cNvPr id="18" name="KPI 4"/>
          <p:cNvSpPr/>
          <p:nvPr/>
        </p:nvSpPr>
        <p:spPr>
          <a:xfrm>
            <a:off x="9015984" y="5440680"/>
            <a:ext cx="2679192" cy="896112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5532120"/>
            <a:ext cx="23500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B2B36"/>
                </a:solidFill>
                <a:latin typeface="Calibri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5971032"/>
            <a:ext cx="23500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6"/>
                </a:solidFill>
                <a:latin typeface="Calibri"/>
              </a:rPr>
              <a:t>do trecho com dado WellCat original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"/>
          <p:cNvSpPr txBox="1"/>
          <p:nvPr/>
        </p:nvSpPr>
        <p:spPr>
          <a:xfrm>
            <a:off x="457200" y="647395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B76"/>
                </a:solidFill>
                <a:latin typeface="Calibri"/>
              </a:rPr>
              <a:t>Orion Firme 01 · Prod. Surg. Pico Óleo · Fontes: SCORE-PySafe, WellCat</a:t>
            </a:r>
          </a:p>
        </p:txBody>
      </p:sp>
      <p:sp>
        <p:nvSpPr>
          <p:cNvPr id="3" name="SlideNumber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B76"/>
                </a:solidFill>
                <a:latin typeface="Calibri"/>
              </a:rPr>
              <a:t>8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B36"/>
                </a:solidFill>
                <a:latin typeface="Cambria"/>
              </a:rPr>
              <a:t>Temperatura – Revestimento de produção 14"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B76"/>
                </a:solidFill>
                <a:latin typeface="Calibri"/>
              </a:rPr>
              <a:t>Δ máx (WellCat − PySafe) = +20,7 °C a 2.494 m MD · WellCat medido em 16% do trecho (1.785–2.494 m)</a:t>
            </a:r>
          </a:p>
        </p:txBody>
      </p:sp>
      <p:graphicFrame>
        <p:nvGraphicFramePr>
          <p:cNvPr id="6" name="Chart PySafe"/>
          <p:cNvGraphicFramePr>
            <a:graphicFrameLocks noGrp="1"/>
          </p:cNvGraphicFramePr>
          <p:nvPr/>
        </p:nvGraphicFramePr>
        <p:xfrm>
          <a:off x="457200" y="1325880"/>
          <a:ext cx="365760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WellCat"/>
          <p:cNvGraphicFramePr>
            <a:graphicFrameLocks noGrp="1"/>
          </p:cNvGraphicFramePr>
          <p:nvPr/>
        </p:nvGraphicFramePr>
        <p:xfrm>
          <a:off x="4251960" y="1325880"/>
          <a:ext cx="3657600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hart Overlay"/>
          <p:cNvGraphicFramePr>
            <a:graphicFrameLocks noGrp="1"/>
          </p:cNvGraphicFramePr>
          <p:nvPr/>
        </p:nvGraphicFramePr>
        <p:xfrm>
          <a:off x="8046720" y="1325880"/>
          <a:ext cx="3657600" cy="397763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KPI 1"/>
          <p:cNvSpPr/>
          <p:nvPr/>
        </p:nvSpPr>
        <p:spPr>
          <a:xfrm>
            <a:off x="457200" y="5440680"/>
            <a:ext cx="2679192" cy="896112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5532120"/>
            <a:ext cx="23500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7C8C"/>
                </a:solidFill>
                <a:latin typeface="Calibri"/>
              </a:rPr>
              <a:t>112,0 °C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5971032"/>
            <a:ext cx="23500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6"/>
                </a:solidFill>
                <a:latin typeface="Calibri"/>
              </a:rPr>
              <a:t>Máx. PySafe @ 6.050 m</a:t>
            </a:r>
          </a:p>
        </p:txBody>
      </p:sp>
      <p:sp>
        <p:nvSpPr>
          <p:cNvPr id="12" name="KPI 2"/>
          <p:cNvSpPr/>
          <p:nvPr/>
        </p:nvSpPr>
        <p:spPr>
          <a:xfrm>
            <a:off x="3310128" y="5440680"/>
            <a:ext cx="2679192" cy="896112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5532120"/>
            <a:ext cx="23500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D9822B"/>
                </a:solidFill>
                <a:latin typeface="Calibri"/>
              </a:rPr>
              <a:t>113,0 °C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5971032"/>
            <a:ext cx="23500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6"/>
                </a:solidFill>
                <a:latin typeface="Calibri"/>
              </a:rPr>
              <a:t>Máx. WellCat medido @ 2.494 m</a:t>
            </a:r>
          </a:p>
        </p:txBody>
      </p:sp>
      <p:sp>
        <p:nvSpPr>
          <p:cNvPr id="15" name="KPI 3"/>
          <p:cNvSpPr/>
          <p:nvPr/>
        </p:nvSpPr>
        <p:spPr>
          <a:xfrm>
            <a:off x="6163056" y="5440680"/>
            <a:ext cx="2679192" cy="896112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5532120"/>
            <a:ext cx="23500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B2B36"/>
                </a:solidFill>
                <a:latin typeface="Calibri"/>
              </a:rPr>
              <a:t>+16,8 °C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971032"/>
            <a:ext cx="23500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6"/>
                </a:solidFill>
                <a:latin typeface="Calibri"/>
              </a:rPr>
              <a:t>Δ médio só no trecho medido</a:t>
            </a:r>
          </a:p>
        </p:txBody>
      </p:sp>
      <p:sp>
        <p:nvSpPr>
          <p:cNvPr id="18" name="KPI 4"/>
          <p:cNvSpPr/>
          <p:nvPr/>
        </p:nvSpPr>
        <p:spPr>
          <a:xfrm>
            <a:off x="9015984" y="5440680"/>
            <a:ext cx="2679192" cy="896112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5532120"/>
            <a:ext cx="23500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86A1E"/>
                </a:solidFill>
                <a:latin typeface="Calibri"/>
              </a:rPr>
              <a:t>+11,3 °C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5971032"/>
            <a:ext cx="23500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6"/>
                </a:solidFill>
                <a:latin typeface="Calibri"/>
              </a:rPr>
              <a:t>Δ médio no trecho completo (com estimado)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"/>
          <p:cNvSpPr txBox="1"/>
          <p:nvPr/>
        </p:nvSpPr>
        <p:spPr>
          <a:xfrm>
            <a:off x="457200" y="647395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B76"/>
                </a:solidFill>
                <a:latin typeface="Calibri"/>
              </a:rPr>
              <a:t>Orion Firme 01 · Prod. Surg. Pico Óleo · Fontes: SCORE-PySafe, WellCat</a:t>
            </a:r>
          </a:p>
        </p:txBody>
      </p:sp>
      <p:sp>
        <p:nvSpPr>
          <p:cNvPr id="3" name="SlideNumber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B76"/>
                </a:solidFill>
                <a:latin typeface="Calibri"/>
              </a:rPr>
              <a:t>9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B36"/>
                </a:solidFill>
                <a:latin typeface="Cambria"/>
              </a:rPr>
              <a:t>Temperatura – Liner de produção 10 3/4"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B76"/>
                </a:solidFill>
                <a:latin typeface="Calibri"/>
              </a:rPr>
              <a:t>Δ máx (WellCat − PySafe) = +3,3 °C a 6.732 m MD · WellCat medido em 96% do trecho (6.079–6.732 m)</a:t>
            </a:r>
          </a:p>
        </p:txBody>
      </p:sp>
      <p:graphicFrame>
        <p:nvGraphicFramePr>
          <p:cNvPr id="6" name="Chart PySafe"/>
          <p:cNvGraphicFramePr>
            <a:graphicFrameLocks noGrp="1"/>
          </p:cNvGraphicFramePr>
          <p:nvPr/>
        </p:nvGraphicFramePr>
        <p:xfrm>
          <a:off x="457200" y="1325880"/>
          <a:ext cx="365760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WellCat"/>
          <p:cNvGraphicFramePr>
            <a:graphicFrameLocks noGrp="1"/>
          </p:cNvGraphicFramePr>
          <p:nvPr/>
        </p:nvGraphicFramePr>
        <p:xfrm>
          <a:off x="4251960" y="1325880"/>
          <a:ext cx="3657600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hart Overlay"/>
          <p:cNvGraphicFramePr>
            <a:graphicFrameLocks noGrp="1"/>
          </p:cNvGraphicFramePr>
          <p:nvPr/>
        </p:nvGraphicFramePr>
        <p:xfrm>
          <a:off x="8046720" y="1325880"/>
          <a:ext cx="3657600" cy="397763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KPI 1"/>
          <p:cNvSpPr/>
          <p:nvPr/>
        </p:nvSpPr>
        <p:spPr>
          <a:xfrm>
            <a:off x="457200" y="5440680"/>
            <a:ext cx="2679192" cy="896112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5532120"/>
            <a:ext cx="23500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7C8C"/>
                </a:solidFill>
                <a:latin typeface="Calibri"/>
              </a:rPr>
              <a:t>115,0 °C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5971032"/>
            <a:ext cx="23500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6"/>
                </a:solidFill>
                <a:latin typeface="Calibri"/>
              </a:rPr>
              <a:t>Máx. PySafe @ 6.732 m</a:t>
            </a:r>
          </a:p>
        </p:txBody>
      </p:sp>
      <p:sp>
        <p:nvSpPr>
          <p:cNvPr id="12" name="KPI 2"/>
          <p:cNvSpPr/>
          <p:nvPr/>
        </p:nvSpPr>
        <p:spPr>
          <a:xfrm>
            <a:off x="3310128" y="5440680"/>
            <a:ext cx="2679192" cy="896112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5532120"/>
            <a:ext cx="23500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D9822B"/>
                </a:solidFill>
                <a:latin typeface="Calibri"/>
              </a:rPr>
              <a:t>118,3 °C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5971032"/>
            <a:ext cx="23500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6"/>
                </a:solidFill>
                <a:latin typeface="Calibri"/>
              </a:rPr>
              <a:t>Máx. WellCat medido @ 6.732 m</a:t>
            </a:r>
          </a:p>
        </p:txBody>
      </p:sp>
      <p:sp>
        <p:nvSpPr>
          <p:cNvPr id="15" name="KPI 3"/>
          <p:cNvSpPr/>
          <p:nvPr/>
        </p:nvSpPr>
        <p:spPr>
          <a:xfrm>
            <a:off x="6163056" y="5440680"/>
            <a:ext cx="2679192" cy="896112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5532120"/>
            <a:ext cx="23500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B2B36"/>
                </a:solidFill>
                <a:latin typeface="Calibri"/>
              </a:rPr>
              <a:t>+0,6 °C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971032"/>
            <a:ext cx="23500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6"/>
                </a:solidFill>
                <a:latin typeface="Calibri"/>
              </a:rPr>
              <a:t>Δ médio só no trecho medido</a:t>
            </a:r>
          </a:p>
        </p:txBody>
      </p:sp>
      <p:sp>
        <p:nvSpPr>
          <p:cNvPr id="18" name="KPI 4"/>
          <p:cNvSpPr/>
          <p:nvPr/>
        </p:nvSpPr>
        <p:spPr>
          <a:xfrm>
            <a:off x="9015984" y="5440680"/>
            <a:ext cx="2679192" cy="896112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5532120"/>
            <a:ext cx="23500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86A1E"/>
                </a:solidFill>
                <a:latin typeface="Calibri"/>
              </a:rPr>
              <a:t>+0,6 °C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5971032"/>
            <a:ext cx="23500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6"/>
                </a:solidFill>
                <a:latin typeface="Calibri"/>
              </a:rPr>
              <a:t>Δ médio no trecho completo (com estimado)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"/>
          <p:cNvSpPr txBox="1"/>
          <p:nvPr/>
        </p:nvSpPr>
        <p:spPr>
          <a:xfrm>
            <a:off x="457200" y="647395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B76"/>
                </a:solidFill>
                <a:latin typeface="Calibri"/>
              </a:rPr>
              <a:t>Orion Firme 01 · Prod. Surg. Pico Óleo · Fontes: SCORE-PySafe, WellCat</a:t>
            </a:r>
          </a:p>
        </p:txBody>
      </p:sp>
      <p:sp>
        <p:nvSpPr>
          <p:cNvPr id="3" name="SlideNumber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B76"/>
                </a:solidFill>
                <a:latin typeface="Calibri"/>
              </a:rPr>
              <a:t>10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B36"/>
                </a:solidFill>
                <a:latin typeface="Cambria"/>
              </a:rPr>
              <a:t>Temperatura – COP/COI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B76"/>
                </a:solidFill>
                <a:latin typeface="Calibri"/>
              </a:rPr>
              <a:t>Δ máx (WellCat − PySafe) = +21,5 °C a 2.332 m MD · WellCat medido em 13% do trecho (1.785–2.359 m)</a:t>
            </a:r>
          </a:p>
        </p:txBody>
      </p:sp>
      <p:graphicFrame>
        <p:nvGraphicFramePr>
          <p:cNvPr id="6" name="Chart PySafe"/>
          <p:cNvGraphicFramePr>
            <a:graphicFrameLocks noGrp="1"/>
          </p:cNvGraphicFramePr>
          <p:nvPr/>
        </p:nvGraphicFramePr>
        <p:xfrm>
          <a:off x="457200" y="1325880"/>
          <a:ext cx="365760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WellCat"/>
          <p:cNvGraphicFramePr>
            <a:graphicFrameLocks noGrp="1"/>
          </p:cNvGraphicFramePr>
          <p:nvPr/>
        </p:nvGraphicFramePr>
        <p:xfrm>
          <a:off x="4251960" y="1325880"/>
          <a:ext cx="3657600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hart Overlay"/>
          <p:cNvGraphicFramePr>
            <a:graphicFrameLocks noGrp="1"/>
          </p:cNvGraphicFramePr>
          <p:nvPr/>
        </p:nvGraphicFramePr>
        <p:xfrm>
          <a:off x="8046720" y="1325880"/>
          <a:ext cx="3657600" cy="397763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KPI 1"/>
          <p:cNvSpPr/>
          <p:nvPr/>
        </p:nvSpPr>
        <p:spPr>
          <a:xfrm>
            <a:off x="457200" y="5440680"/>
            <a:ext cx="2679192" cy="896112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5532120"/>
            <a:ext cx="23500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7C8C"/>
                </a:solidFill>
                <a:latin typeface="Calibri"/>
              </a:rPr>
              <a:t>113,5 °C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5971032"/>
            <a:ext cx="23500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6"/>
                </a:solidFill>
                <a:latin typeface="Calibri"/>
              </a:rPr>
              <a:t>Máx. PySafe @ 6.317 m</a:t>
            </a:r>
          </a:p>
        </p:txBody>
      </p:sp>
      <p:sp>
        <p:nvSpPr>
          <p:cNvPr id="12" name="KPI 2"/>
          <p:cNvSpPr/>
          <p:nvPr/>
        </p:nvSpPr>
        <p:spPr>
          <a:xfrm>
            <a:off x="3310128" y="5440680"/>
            <a:ext cx="2679192" cy="896112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5532120"/>
            <a:ext cx="23500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D9822B"/>
                </a:solidFill>
                <a:latin typeface="Calibri"/>
              </a:rPr>
              <a:t>114,2 °C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5971032"/>
            <a:ext cx="23500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6"/>
                </a:solidFill>
                <a:latin typeface="Calibri"/>
              </a:rPr>
              <a:t>Máx. WellCat medido @ 2.359 m</a:t>
            </a:r>
          </a:p>
        </p:txBody>
      </p:sp>
      <p:sp>
        <p:nvSpPr>
          <p:cNvPr id="15" name="KPI 3"/>
          <p:cNvSpPr/>
          <p:nvPr/>
        </p:nvSpPr>
        <p:spPr>
          <a:xfrm>
            <a:off x="6163056" y="5440680"/>
            <a:ext cx="2679192" cy="896112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5532120"/>
            <a:ext cx="23500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B2B36"/>
                </a:solidFill>
                <a:latin typeface="Calibri"/>
              </a:rPr>
              <a:t>+19,3 °C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971032"/>
            <a:ext cx="23500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6"/>
                </a:solidFill>
                <a:latin typeface="Calibri"/>
              </a:rPr>
              <a:t>Δ médio só no trecho medido</a:t>
            </a:r>
          </a:p>
        </p:txBody>
      </p:sp>
      <p:sp>
        <p:nvSpPr>
          <p:cNvPr id="18" name="KPI 4"/>
          <p:cNvSpPr/>
          <p:nvPr/>
        </p:nvSpPr>
        <p:spPr>
          <a:xfrm>
            <a:off x="9015984" y="5440680"/>
            <a:ext cx="2679192" cy="896112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5532120"/>
            <a:ext cx="23500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86A1E"/>
                </a:solidFill>
                <a:latin typeface="Calibri"/>
              </a:rPr>
              <a:t>+10,7 °C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5971032"/>
            <a:ext cx="23500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6"/>
                </a:solidFill>
                <a:latin typeface="Calibri"/>
              </a:rPr>
              <a:t>Δ médio no trecho completo (com estimado)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"/>
          <p:cNvSpPr txBox="1"/>
          <p:nvPr/>
        </p:nvSpPr>
        <p:spPr>
          <a:xfrm>
            <a:off x="457200" y="647395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B76"/>
                </a:solidFill>
                <a:latin typeface="Calibri"/>
              </a:rPr>
              <a:t>Orion Firme 01 · Prod. Surg. Pico Óleo · Fontes: SCORE-PySafe, WellCat</a:t>
            </a:r>
          </a:p>
        </p:txBody>
      </p:sp>
      <p:sp>
        <p:nvSpPr>
          <p:cNvPr id="3" name="SlideNumber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B76"/>
                </a:solidFill>
                <a:latin typeface="Calibri"/>
              </a:rPr>
              <a:t>11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B36"/>
                </a:solidFill>
                <a:latin typeface="Cambria"/>
              </a:rPr>
              <a:t>ΔT ao longo do poço (WellCat − PySafe)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B76"/>
                </a:solidFill>
                <a:latin typeface="Calibri"/>
              </a:rPr>
              <a:t>Valores positivos: WellCat mais quente que o PySafe · Produção Surgente – Pico Óleo (Tortuga)</a:t>
            </a:r>
          </a:p>
        </p:txBody>
      </p:sp>
      <p:graphicFrame>
        <p:nvGraphicFramePr>
          <p:cNvPr id="6" name="Chart Delta"/>
          <p:cNvGraphicFramePr>
            <a:graphicFrameLocks noGrp="1"/>
          </p:cNvGraphicFramePr>
          <p:nvPr/>
        </p:nvGraphicFramePr>
        <p:xfrm>
          <a:off x="457200" y="1325880"/>
          <a:ext cx="6583680" cy="4983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0" y="1417320"/>
          <a:ext cx="4389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777240"/>
                <a:gridCol w="777240"/>
                <a:gridCol w="914400"/>
                <a:gridCol w="7315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Revestimento</a:t>
                      </a:r>
                    </a:p>
                  </a:txBody>
                  <a:tcPr marL="73152" marR="73152">
                    <a:solidFill>
                      <a:srgbClr val="0E24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Δ médio</a:t>
                      </a:r>
                    </a:p>
                  </a:txBody>
                  <a:tcPr marL="73152" marR="73152">
                    <a:solidFill>
                      <a:srgbClr val="0E24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Δ máx</a:t>
                      </a:r>
                    </a:p>
                  </a:txBody>
                  <a:tcPr marL="73152" marR="73152">
                    <a:solidFill>
                      <a:srgbClr val="0E24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MD Δ máx</a:t>
                      </a:r>
                    </a:p>
                  </a:txBody>
                  <a:tcPr marL="73152" marR="73152">
                    <a:solidFill>
                      <a:srgbClr val="0E24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Medido</a:t>
                      </a:r>
                    </a:p>
                  </a:txBody>
                  <a:tcPr marL="73152" marR="73152">
                    <a:solidFill>
                      <a:srgbClr val="0E24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22"</a:t>
                      </a:r>
                    </a:p>
                  </a:txBody>
                  <a:tcPr marL="73152" marR="73152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-8,8</a:t>
                      </a:r>
                    </a:p>
                  </a:txBody>
                  <a:tcPr marL="73152" marR="73152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-56,5</a:t>
                      </a:r>
                    </a:p>
                  </a:txBody>
                  <a:tcPr marL="73152" marR="73152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1.785 m</a:t>
                      </a:r>
                    </a:p>
                  </a:txBody>
                  <a:tcPr marL="73152" marR="73152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>
                    <a:solidFill>
                      <a:srgbClr val="F1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14"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+11,3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+20,7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2.494 m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16%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Liner 10 3/4"</a:t>
                      </a:r>
                    </a:p>
                  </a:txBody>
                  <a:tcPr marL="73152" marR="73152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+0,6</a:t>
                      </a:r>
                    </a:p>
                  </a:txBody>
                  <a:tcPr marL="73152" marR="73152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+3,3</a:t>
                      </a:r>
                    </a:p>
                  </a:txBody>
                  <a:tcPr marL="73152" marR="73152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6.732 m</a:t>
                      </a:r>
                    </a:p>
                  </a:txBody>
                  <a:tcPr marL="73152" marR="73152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96%</a:t>
                      </a:r>
                    </a:p>
                  </a:txBody>
                  <a:tcPr marL="73152" marR="73152">
                    <a:solidFill>
                      <a:srgbClr val="F1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COP/COI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+10,7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+21,5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2.332 m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13%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0" y="3611880"/>
            <a:ext cx="4389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B76"/>
                </a:solidFill>
                <a:latin typeface="Calibri"/>
              </a:rPr>
              <a:t>Unidade: °C. Δ no grid completo de cada revestimento: lacunas do WellCat interpoladas e trechos sem dado estimados (pontilhado). % medido = parcela do trecho com dado original do WellCat.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31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9D3DE"/>
                </a:solidFill>
                <a:latin typeface="Calibri"/>
              </a:rPr>
              <a:t>PROD. SURG. PICO ÓLEO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Pressão interna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033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B9D3DE"/>
                </a:solidFill>
                <a:latin typeface="Calibri"/>
              </a:rPr>
              <a:t>Curvas por revestimento e comparação um-a-um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"/>
          <p:cNvSpPr txBox="1"/>
          <p:nvPr/>
        </p:nvSpPr>
        <p:spPr>
          <a:xfrm>
            <a:off x="457200" y="647395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B76"/>
                </a:solidFill>
                <a:latin typeface="Calibri"/>
              </a:rPr>
              <a:t>Orion Firme 01 · Prod. Surg. Pico Óleo · Fontes: SCORE-PySafe, WellCat</a:t>
            </a:r>
          </a:p>
        </p:txBody>
      </p:sp>
      <p:sp>
        <p:nvSpPr>
          <p:cNvPr id="3" name="SlideNumber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B76"/>
                </a:solidFill>
                <a:latin typeface="Calibri"/>
              </a:rPr>
              <a:t>13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B36"/>
                </a:solidFill>
                <a:latin typeface="Cambria"/>
              </a:rPr>
              <a:t>Pressão – visão geral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B76"/>
                </a:solidFill>
                <a:latin typeface="Calibri"/>
              </a:rPr>
              <a:t>PySafe: curvas contínuas (Fluido, Anular A, Anular B) · WellCat: pressão interna por revestimento · Produção Surgente – Pico Óleo (Tortuga)</a:t>
            </a:r>
          </a:p>
        </p:txBody>
      </p:sp>
      <p:graphicFrame>
        <p:nvGraphicFramePr>
          <p:cNvPr id="6" name="Chart PySafe"/>
          <p:cNvGraphicFramePr>
            <a:graphicFrameLocks noGrp="1"/>
          </p:cNvGraphicFramePr>
          <p:nvPr/>
        </p:nvGraphicFramePr>
        <p:xfrm>
          <a:off x="457200" y="1325880"/>
          <a:ext cx="5532120" cy="4983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WellCat"/>
          <p:cNvGraphicFramePr>
            <a:graphicFrameLocks noGrp="1"/>
          </p:cNvGraphicFramePr>
          <p:nvPr/>
        </p:nvGraphicFramePr>
        <p:xfrm>
          <a:off x="6172200" y="1325880"/>
          <a:ext cx="5532120" cy="4983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"/>
          <p:cNvSpPr txBox="1"/>
          <p:nvPr/>
        </p:nvSpPr>
        <p:spPr>
          <a:xfrm>
            <a:off x="457200" y="647395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B76"/>
                </a:solidFill>
                <a:latin typeface="Calibri"/>
              </a:rPr>
              <a:t>Orion Firme 01 · Prod. Surg. Pico Óleo · Fontes: SCORE-PySafe, WellCat</a:t>
            </a:r>
          </a:p>
        </p:txBody>
      </p:sp>
      <p:sp>
        <p:nvSpPr>
          <p:cNvPr id="3" name="SlideNumber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B76"/>
                </a:solidFill>
                <a:latin typeface="Calibri"/>
              </a:rPr>
              <a:t>14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B36"/>
                </a:solidFill>
                <a:latin typeface="Cambria"/>
              </a:rPr>
              <a:t>Pressão interna – Revestimento de superfície 22"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B76"/>
                </a:solidFill>
                <a:latin typeface="Calibri"/>
              </a:rPr>
              <a:t>Δ máx (WellCat − PySafe) = -72 psi a 1.785 m MD</a:t>
            </a:r>
          </a:p>
        </p:txBody>
      </p:sp>
      <p:graphicFrame>
        <p:nvGraphicFramePr>
          <p:cNvPr id="6" name="Chart PySafe"/>
          <p:cNvGraphicFramePr>
            <a:graphicFrameLocks noGrp="1"/>
          </p:cNvGraphicFramePr>
          <p:nvPr/>
        </p:nvGraphicFramePr>
        <p:xfrm>
          <a:off x="457200" y="1325880"/>
          <a:ext cx="365760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WellCat"/>
          <p:cNvGraphicFramePr>
            <a:graphicFrameLocks noGrp="1"/>
          </p:cNvGraphicFramePr>
          <p:nvPr/>
        </p:nvGraphicFramePr>
        <p:xfrm>
          <a:off x="4251960" y="1325880"/>
          <a:ext cx="3657600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hart Overlay"/>
          <p:cNvGraphicFramePr>
            <a:graphicFrameLocks noGrp="1"/>
          </p:cNvGraphicFramePr>
          <p:nvPr/>
        </p:nvGraphicFramePr>
        <p:xfrm>
          <a:off x="8046720" y="1325880"/>
          <a:ext cx="3657600" cy="397763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KPI 1"/>
          <p:cNvSpPr/>
          <p:nvPr/>
        </p:nvSpPr>
        <p:spPr>
          <a:xfrm>
            <a:off x="457200" y="5440680"/>
            <a:ext cx="2679192" cy="896112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5532120"/>
            <a:ext cx="23500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7C8C"/>
                </a:solidFill>
                <a:latin typeface="Calibri"/>
              </a:rPr>
              <a:t>8.748 psi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5971032"/>
            <a:ext cx="23500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6"/>
                </a:solidFill>
                <a:latin typeface="Calibri"/>
              </a:rPr>
              <a:t>Máx. PySafe @ 3.425 m</a:t>
            </a:r>
          </a:p>
        </p:txBody>
      </p:sp>
      <p:sp>
        <p:nvSpPr>
          <p:cNvPr id="12" name="KPI 2"/>
          <p:cNvSpPr/>
          <p:nvPr/>
        </p:nvSpPr>
        <p:spPr>
          <a:xfrm>
            <a:off x="3310128" y="5440680"/>
            <a:ext cx="2679192" cy="896112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5532120"/>
            <a:ext cx="23500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D9822B"/>
                </a:solidFill>
                <a:latin typeface="Calibri"/>
              </a:rPr>
              <a:t>8.770 psi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5971032"/>
            <a:ext cx="23500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6"/>
                </a:solidFill>
                <a:latin typeface="Calibri"/>
              </a:rPr>
              <a:t>Máx. WellCat medido @ 3.425 m</a:t>
            </a:r>
          </a:p>
        </p:txBody>
      </p:sp>
      <p:sp>
        <p:nvSpPr>
          <p:cNvPr id="15" name="KPI 3"/>
          <p:cNvSpPr/>
          <p:nvPr/>
        </p:nvSpPr>
        <p:spPr>
          <a:xfrm>
            <a:off x="6163056" y="5440680"/>
            <a:ext cx="2679192" cy="896112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5532120"/>
            <a:ext cx="23500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B2B36"/>
                </a:solidFill>
                <a:latin typeface="Calibri"/>
              </a:rPr>
              <a:t>-24 psi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971032"/>
            <a:ext cx="23500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6"/>
                </a:solidFill>
                <a:latin typeface="Calibri"/>
              </a:rPr>
              <a:t>Δ médio em 23 pontos</a:t>
            </a:r>
          </a:p>
        </p:txBody>
      </p:sp>
      <p:sp>
        <p:nvSpPr>
          <p:cNvPr id="18" name="KPI 4"/>
          <p:cNvSpPr/>
          <p:nvPr/>
        </p:nvSpPr>
        <p:spPr>
          <a:xfrm>
            <a:off x="9015984" y="5440680"/>
            <a:ext cx="2679192" cy="896112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5532120"/>
            <a:ext cx="23500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B2B36"/>
                </a:solidFill>
                <a:latin typeface="Calibri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5971032"/>
            <a:ext cx="23500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6"/>
                </a:solidFill>
                <a:latin typeface="Calibri"/>
              </a:rPr>
              <a:t>do trecho com dado WellCat original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"/>
          <p:cNvSpPr txBox="1"/>
          <p:nvPr/>
        </p:nvSpPr>
        <p:spPr>
          <a:xfrm>
            <a:off x="457200" y="647395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B76"/>
                </a:solidFill>
                <a:latin typeface="Calibri"/>
              </a:rPr>
              <a:t>Orion Firme 01 · Prod. Surg. Pico Óleo · Fontes: SCORE-PySafe, WellCat</a:t>
            </a:r>
          </a:p>
        </p:txBody>
      </p:sp>
      <p:sp>
        <p:nvSpPr>
          <p:cNvPr id="3" name="SlideNumber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B76"/>
                </a:solidFill>
                <a:latin typeface="Calibri"/>
              </a:rPr>
              <a:t>15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B36"/>
                </a:solidFill>
                <a:latin typeface="Cambria"/>
              </a:rPr>
              <a:t>Pressão interna – Revestimento de produção 14"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B76"/>
                </a:solidFill>
                <a:latin typeface="Calibri"/>
              </a:rPr>
              <a:t>Δ máx (WellCat − PySafe) = +2.117 psi a 6.030 m MD</a:t>
            </a:r>
          </a:p>
        </p:txBody>
      </p:sp>
      <p:graphicFrame>
        <p:nvGraphicFramePr>
          <p:cNvPr id="6" name="Chart PySafe"/>
          <p:cNvGraphicFramePr>
            <a:graphicFrameLocks noGrp="1"/>
          </p:cNvGraphicFramePr>
          <p:nvPr/>
        </p:nvGraphicFramePr>
        <p:xfrm>
          <a:off x="457200" y="1325880"/>
          <a:ext cx="365760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WellCat"/>
          <p:cNvGraphicFramePr>
            <a:graphicFrameLocks noGrp="1"/>
          </p:cNvGraphicFramePr>
          <p:nvPr/>
        </p:nvGraphicFramePr>
        <p:xfrm>
          <a:off x="4251960" y="1325880"/>
          <a:ext cx="3657600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hart Overlay"/>
          <p:cNvGraphicFramePr>
            <a:graphicFrameLocks noGrp="1"/>
          </p:cNvGraphicFramePr>
          <p:nvPr/>
        </p:nvGraphicFramePr>
        <p:xfrm>
          <a:off x="8046720" y="1325880"/>
          <a:ext cx="3657600" cy="397763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KPI 1"/>
          <p:cNvSpPr/>
          <p:nvPr/>
        </p:nvSpPr>
        <p:spPr>
          <a:xfrm>
            <a:off x="457200" y="5440680"/>
            <a:ext cx="2679192" cy="896112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5532120"/>
            <a:ext cx="23500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7C8C"/>
                </a:solidFill>
                <a:latin typeface="Calibri"/>
              </a:rPr>
              <a:t>17.098 psi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5971032"/>
            <a:ext cx="23500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6"/>
                </a:solidFill>
                <a:latin typeface="Calibri"/>
              </a:rPr>
              <a:t>Máx. PySafe @ 6.050 m</a:t>
            </a:r>
          </a:p>
        </p:txBody>
      </p:sp>
      <p:sp>
        <p:nvSpPr>
          <p:cNvPr id="12" name="KPI 2"/>
          <p:cNvSpPr/>
          <p:nvPr/>
        </p:nvSpPr>
        <p:spPr>
          <a:xfrm>
            <a:off x="3310128" y="5440680"/>
            <a:ext cx="2679192" cy="896112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5532120"/>
            <a:ext cx="23500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D9822B"/>
                </a:solidFill>
                <a:latin typeface="Calibri"/>
              </a:rPr>
              <a:t>19.225 psi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5971032"/>
            <a:ext cx="23500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6"/>
                </a:solidFill>
                <a:latin typeface="Calibri"/>
              </a:rPr>
              <a:t>Máx. WellCat medido @ 6.050 m</a:t>
            </a:r>
          </a:p>
        </p:txBody>
      </p:sp>
      <p:sp>
        <p:nvSpPr>
          <p:cNvPr id="15" name="KPI 3"/>
          <p:cNvSpPr/>
          <p:nvPr/>
        </p:nvSpPr>
        <p:spPr>
          <a:xfrm>
            <a:off x="6163056" y="5440680"/>
            <a:ext cx="2679192" cy="896112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5532120"/>
            <a:ext cx="23500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B2B36"/>
                </a:solidFill>
                <a:latin typeface="Calibri"/>
              </a:rPr>
              <a:t>+1.170 psi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971032"/>
            <a:ext cx="23500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6"/>
                </a:solidFill>
                <a:latin typeface="Calibri"/>
              </a:rPr>
              <a:t>Δ médio em 110 pontos</a:t>
            </a:r>
          </a:p>
        </p:txBody>
      </p:sp>
      <p:sp>
        <p:nvSpPr>
          <p:cNvPr id="18" name="KPI 4"/>
          <p:cNvSpPr/>
          <p:nvPr/>
        </p:nvSpPr>
        <p:spPr>
          <a:xfrm>
            <a:off x="9015984" y="5440680"/>
            <a:ext cx="2679192" cy="896112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5532120"/>
            <a:ext cx="23500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B2B36"/>
                </a:solidFill>
                <a:latin typeface="Calibri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5971032"/>
            <a:ext cx="23500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6"/>
                </a:solidFill>
                <a:latin typeface="Calibri"/>
              </a:rPr>
              <a:t>do trecho com dado WellCat original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"/>
          <p:cNvSpPr txBox="1"/>
          <p:nvPr/>
        </p:nvSpPr>
        <p:spPr>
          <a:xfrm>
            <a:off x="457200" y="647395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B76"/>
                </a:solidFill>
                <a:latin typeface="Calibri"/>
              </a:rPr>
              <a:t>Orion Firme 01 · Prod. Surg. Pico Óleo · Fontes: SCORE-PySafe, WellCat</a:t>
            </a:r>
          </a:p>
        </p:txBody>
      </p:sp>
      <p:sp>
        <p:nvSpPr>
          <p:cNvPr id="3" name="SlideNumber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B76"/>
                </a:solidFill>
                <a:latin typeface="Calibri"/>
              </a:rPr>
              <a:t>16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B36"/>
                </a:solidFill>
                <a:latin typeface="Cambria"/>
              </a:rPr>
              <a:t>Pressão interna – Liner de produção 10 3/4"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B76"/>
                </a:solidFill>
                <a:latin typeface="Calibri"/>
              </a:rPr>
              <a:t>Δ máx (WellCat − PySafe) = +2.228 psi a 6.267 m MD</a:t>
            </a:r>
          </a:p>
        </p:txBody>
      </p:sp>
      <p:graphicFrame>
        <p:nvGraphicFramePr>
          <p:cNvPr id="6" name="Chart PySafe"/>
          <p:cNvGraphicFramePr>
            <a:graphicFrameLocks noGrp="1"/>
          </p:cNvGraphicFramePr>
          <p:nvPr/>
        </p:nvGraphicFramePr>
        <p:xfrm>
          <a:off x="457200" y="1325880"/>
          <a:ext cx="365760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WellCat"/>
          <p:cNvGraphicFramePr>
            <a:graphicFrameLocks noGrp="1"/>
          </p:cNvGraphicFramePr>
          <p:nvPr/>
        </p:nvGraphicFramePr>
        <p:xfrm>
          <a:off x="4251960" y="1325880"/>
          <a:ext cx="3657600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hart Overlay"/>
          <p:cNvGraphicFramePr>
            <a:graphicFrameLocks noGrp="1"/>
          </p:cNvGraphicFramePr>
          <p:nvPr/>
        </p:nvGraphicFramePr>
        <p:xfrm>
          <a:off x="8046720" y="1325880"/>
          <a:ext cx="3657600" cy="397763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KPI 1"/>
          <p:cNvSpPr/>
          <p:nvPr/>
        </p:nvSpPr>
        <p:spPr>
          <a:xfrm>
            <a:off x="457200" y="5440680"/>
            <a:ext cx="2679192" cy="896112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5532120"/>
            <a:ext cx="23500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7C8C"/>
                </a:solidFill>
                <a:latin typeface="Calibri"/>
              </a:rPr>
              <a:t>17.590 psi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5971032"/>
            <a:ext cx="23500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6"/>
                </a:solidFill>
                <a:latin typeface="Calibri"/>
              </a:rPr>
              <a:t>Máx. PySafe @ 6.317 m</a:t>
            </a:r>
          </a:p>
        </p:txBody>
      </p:sp>
      <p:sp>
        <p:nvSpPr>
          <p:cNvPr id="12" name="KPI 2"/>
          <p:cNvSpPr/>
          <p:nvPr/>
        </p:nvSpPr>
        <p:spPr>
          <a:xfrm>
            <a:off x="3310128" y="5440680"/>
            <a:ext cx="2679192" cy="896112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5532120"/>
            <a:ext cx="23500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D9822B"/>
                </a:solidFill>
                <a:latin typeface="Calibri"/>
              </a:rPr>
              <a:t>19.841 psi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5971032"/>
            <a:ext cx="23500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6"/>
                </a:solidFill>
                <a:latin typeface="Calibri"/>
              </a:rPr>
              <a:t>Máx. WellCat medido @ 6.317 m</a:t>
            </a:r>
          </a:p>
        </p:txBody>
      </p:sp>
      <p:sp>
        <p:nvSpPr>
          <p:cNvPr id="15" name="KPI 3"/>
          <p:cNvSpPr/>
          <p:nvPr/>
        </p:nvSpPr>
        <p:spPr>
          <a:xfrm>
            <a:off x="6163056" y="5440680"/>
            <a:ext cx="2679192" cy="896112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5532120"/>
            <a:ext cx="23500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B2B36"/>
                </a:solidFill>
                <a:latin typeface="Calibri"/>
              </a:rPr>
              <a:t>+851 psi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971032"/>
            <a:ext cx="23500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6"/>
                </a:solidFill>
                <a:latin typeface="Calibri"/>
              </a:rPr>
              <a:t>Δ médio em 18 pontos</a:t>
            </a:r>
          </a:p>
        </p:txBody>
      </p:sp>
      <p:sp>
        <p:nvSpPr>
          <p:cNvPr id="18" name="KPI 4"/>
          <p:cNvSpPr/>
          <p:nvPr/>
        </p:nvSpPr>
        <p:spPr>
          <a:xfrm>
            <a:off x="9015984" y="5440680"/>
            <a:ext cx="2679192" cy="896112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5532120"/>
            <a:ext cx="23500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B2B36"/>
                </a:solidFill>
                <a:latin typeface="Calibri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5971032"/>
            <a:ext cx="23500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76"/>
                </a:solidFill>
                <a:latin typeface="Calibri"/>
              </a:rPr>
              <a:t>do trecho com dado WellCat original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"/>
          <p:cNvSpPr txBox="1"/>
          <p:nvPr/>
        </p:nvSpPr>
        <p:spPr>
          <a:xfrm>
            <a:off x="457200" y="647395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B76"/>
                </a:solidFill>
                <a:latin typeface="Calibri"/>
              </a:rPr>
              <a:t>Orion Firme 01 · Prod. Surg. Pico Óleo · Fontes: SCORE-PySafe, WellCat</a:t>
            </a:r>
          </a:p>
        </p:txBody>
      </p:sp>
      <p:sp>
        <p:nvSpPr>
          <p:cNvPr id="3" name="SlideNumber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B76"/>
                </a:solidFill>
                <a:latin typeface="Calibri"/>
              </a:rPr>
              <a:t>17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B36"/>
                </a:solidFill>
                <a:latin typeface="Cambria"/>
              </a:rPr>
              <a:t>ΔP ao longo do poço (WellCat − PySafe)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B76"/>
                </a:solidFill>
                <a:latin typeface="Calibri"/>
              </a:rPr>
              <a:t>Valores positivos: WellCat mais alto que o PySafe · Produção Surgente – Pico Óleo (Tortuga)</a:t>
            </a:r>
          </a:p>
        </p:txBody>
      </p:sp>
      <p:graphicFrame>
        <p:nvGraphicFramePr>
          <p:cNvPr id="6" name="Chart Delta"/>
          <p:cNvGraphicFramePr>
            <a:graphicFrameLocks noGrp="1"/>
          </p:cNvGraphicFramePr>
          <p:nvPr/>
        </p:nvGraphicFramePr>
        <p:xfrm>
          <a:off x="457200" y="1325880"/>
          <a:ext cx="6583680" cy="4983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0" y="1417320"/>
          <a:ext cx="43891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777240"/>
                <a:gridCol w="777240"/>
                <a:gridCol w="914400"/>
                <a:gridCol w="7315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Revestimento</a:t>
                      </a:r>
                    </a:p>
                  </a:txBody>
                  <a:tcPr marL="73152" marR="73152">
                    <a:solidFill>
                      <a:srgbClr val="0E24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Δ médio</a:t>
                      </a:r>
                    </a:p>
                  </a:txBody>
                  <a:tcPr marL="73152" marR="73152">
                    <a:solidFill>
                      <a:srgbClr val="0E24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Δ máx</a:t>
                      </a:r>
                    </a:p>
                  </a:txBody>
                  <a:tcPr marL="73152" marR="73152">
                    <a:solidFill>
                      <a:srgbClr val="0E24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MD Δ máx</a:t>
                      </a:r>
                    </a:p>
                  </a:txBody>
                  <a:tcPr marL="73152" marR="73152">
                    <a:solidFill>
                      <a:srgbClr val="0E24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Medido</a:t>
                      </a:r>
                    </a:p>
                  </a:txBody>
                  <a:tcPr marL="73152" marR="73152">
                    <a:solidFill>
                      <a:srgbClr val="0E24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22"</a:t>
                      </a:r>
                    </a:p>
                  </a:txBody>
                  <a:tcPr marL="73152" marR="73152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-24</a:t>
                      </a:r>
                    </a:p>
                  </a:txBody>
                  <a:tcPr marL="73152" marR="73152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-72</a:t>
                      </a:r>
                    </a:p>
                  </a:txBody>
                  <a:tcPr marL="73152" marR="73152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1.785 m</a:t>
                      </a:r>
                    </a:p>
                  </a:txBody>
                  <a:tcPr marL="73152" marR="73152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>
                    <a:solidFill>
                      <a:srgbClr val="F1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14"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+1.170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+2.117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6.030 m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Liner 10 3/4"</a:t>
                      </a:r>
                    </a:p>
                  </a:txBody>
                  <a:tcPr marL="73152" marR="73152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+851</a:t>
                      </a:r>
                    </a:p>
                  </a:txBody>
                  <a:tcPr marL="73152" marR="73152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+2.228</a:t>
                      </a:r>
                    </a:p>
                  </a:txBody>
                  <a:tcPr marL="73152" marR="73152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6.267 m</a:t>
                      </a:r>
                    </a:p>
                  </a:txBody>
                  <a:tcPr marL="73152" marR="73152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36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0" y="3227832"/>
            <a:ext cx="4389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B76"/>
                </a:solidFill>
                <a:latin typeface="Calibri"/>
              </a:rPr>
              <a:t>Unidade: psi. Δ avaliado nos pontos do WellCat dentro da faixa comum; PySafe interpolado linearmente, sem atravessar mudanças de curva (ex.: packer).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Pontos a confirmar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0" i="0">
                <a:solidFill>
                  <a:srgbClr val="B9D3DE"/>
                </a:solidFill>
                <a:latin typeface="Calibri"/>
              </a:rPr>
              <a:t>1.  Confirmar o TOC do liner 10 3/4" (assumido no topo, 6.050 m; o PySafe não mostra Anular B entre liner e 14").</a:t>
            </a:r>
          </a:p>
          <a:p>
            <a:pPr algn="l">
              <a:spcAft>
                <a:spcPts val="1600"/>
              </a:spcAft>
            </a:pPr>
            <a:r>
              <a:rPr sz="2000" b="0" i="0">
                <a:solidFill>
                  <a:srgbClr val="B9D3DE"/>
                </a:solidFill>
                <a:latin typeface="Calibri"/>
              </a:rPr>
              <a:t>2.  Reexportar do WellCat os perfis térmicos completos do 14" e da COP/COI (hoje até ~2.500 m).</a:t>
            </a:r>
          </a:p>
          <a:p>
            <a:pPr algn="l">
              <a:spcAft>
                <a:spcPts val="1600"/>
              </a:spcAft>
            </a:pPr>
            <a:r>
              <a:rPr sz="2000" b="0" i="0">
                <a:solidFill>
                  <a:srgbClr val="B9D3DE"/>
                </a:solidFill>
                <a:latin typeface="Calibri"/>
              </a:rPr>
              <a:t>3.  Comparar fluido de anular e pressão de cabeça adotados no 14" (caso AFE do WellCat) com o Anular A do PySafe — provável origem do gradiente maior.</a:t>
            </a:r>
          </a:p>
          <a:p>
            <a:pPr algn="l">
              <a:spcAft>
                <a:spcPts val="1600"/>
              </a:spcAft>
            </a:pPr>
            <a:r>
              <a:rPr sz="2000" b="0" i="0">
                <a:solidFill>
                  <a:srgbClr val="B9D3DE"/>
                </a:solidFill>
                <a:latin typeface="Calibri"/>
              </a:rPr>
              <a:t>4.  Verificar a condição de contorno junto ao fundo do mar no 22" (WellCat 30 °C × PySafe 86 °C a 1.785 m).</a:t>
            </a:r>
          </a:p>
          <a:p>
            <a:pPr algn="l">
              <a:spcAft>
                <a:spcPts val="1600"/>
              </a:spcAft>
            </a:pPr>
            <a:r>
              <a:rPr sz="2000" b="0" i="0">
                <a:solidFill>
                  <a:srgbClr val="B9D3DE"/>
                </a:solidFill>
                <a:latin typeface="Calibri"/>
              </a:rPr>
              <a:t>5.  Repetir a análise para os demais carregamentos e consolidar.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